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88825"/>
  <p:notesSz cx="6858000" cy="9144000"/>
  <p:embeddedFontLst>
    <p:embeddedFont>
      <p:font typeface="Palatino Linotype"/>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alatinoLinotype-italic.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PalatinoLinotype-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alatinoLinotype-bold.fntdata"/><Relationship Id="rId6" Type="http://schemas.openxmlformats.org/officeDocument/2006/relationships/slide" Target="slides/slide2.xml"/><Relationship Id="rId18" Type="http://schemas.openxmlformats.org/officeDocument/2006/relationships/font" Target="fonts/PalatinoLinotype-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1pPr>
            <a:lvl2pPr indent="-228600" lvl="1" marL="91440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2pPr>
            <a:lvl3pPr indent="-228600" lvl="2" marL="137160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3pPr>
            <a:lvl4pPr indent="-228600" lvl="3" marL="182880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4pPr>
            <a:lvl5pPr indent="-228600" lvl="4" marL="228600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5pPr>
            <a:lvl6pPr indent="-228600" lvl="5" marL="274320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6pPr>
            <a:lvl7pPr indent="-228600" lvl="6" marL="320040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7pPr>
            <a:lvl8pPr indent="-228600" lvl="7" marL="365760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8pPr>
            <a:lvl9pPr indent="-228600" lvl="8" marL="411480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Palatino Linotype"/>
                <a:ea typeface="Palatino Linotype"/>
                <a:cs typeface="Palatino Linotype"/>
                <a:sym typeface="Palatino Linotype"/>
              </a:rPr>
              <a:t>‹#›</a:t>
            </a:fld>
            <a:endParaRPr b="0" i="0" sz="1200" u="none" cap="none" strike="noStrike">
              <a:solidFill>
                <a:schemeClr val="dk1"/>
              </a:solidFill>
              <a:latin typeface="Palatino Linotype"/>
              <a:ea typeface="Palatino Linotype"/>
              <a:cs typeface="Palatino Linotype"/>
              <a:sym typeface="Palatino Linotype"/>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200" u="none" cap="none" strike="noStrike">
                <a:solidFill>
                  <a:schemeClr val="dk1"/>
                </a:solidFill>
                <a:latin typeface="Palatino Linotype"/>
                <a:ea typeface="Palatino Linotype"/>
                <a:cs typeface="Palatino Linotype"/>
                <a:sym typeface="Palatino Linotype"/>
              </a:rPr>
              <a:t>Now, we can look at another type of specific reactions involving acids and bases. </a:t>
            </a:r>
            <a:endParaRPr/>
          </a:p>
        </p:txBody>
      </p:sp>
      <p:sp>
        <p:nvSpPr>
          <p:cNvPr id="85" name="Google Shape;8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Palatino Linotype"/>
                <a:ea typeface="Palatino Linotype"/>
                <a:cs typeface="Palatino Linotype"/>
                <a:sym typeface="Palatino Linotype"/>
              </a:rPr>
              <a:t>‹#›</a:t>
            </a:fld>
            <a:endParaRPr b="0" i="0" sz="1200" u="none" cap="none" strike="noStrike">
              <a:solidFill>
                <a:schemeClr val="dk1"/>
              </a:solidFill>
              <a:latin typeface="Palatino Linotype"/>
              <a:ea typeface="Palatino Linotype"/>
              <a:cs typeface="Palatino Linotype"/>
              <a:sym typeface="Palatino Linotype"/>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c3892d849_0_7: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c3892d84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2c3892d849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c3bc5d96e_0_0: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c3bc5d9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g2c3bc5d96e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200" u="none" cap="none" strike="noStrike">
                <a:solidFill>
                  <a:schemeClr val="dk1"/>
                </a:solidFill>
                <a:latin typeface="Palatino Linotype"/>
                <a:ea typeface="Palatino Linotype"/>
                <a:cs typeface="Palatino Linotype"/>
                <a:sym typeface="Palatino Linotype"/>
              </a:rPr>
              <a:t>The first surprise is that production of acids and bases is actually trickier than people realize.  But think about, it they are soluble and highly reactive.</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In order to have an acid or a base we need aqueous H</a:t>
            </a:r>
            <a:r>
              <a:rPr b="0" baseline="30000" i="0" lang="en-CA" sz="1200" u="none" cap="none" strike="noStrike">
                <a:solidFill>
                  <a:schemeClr val="dk1"/>
                </a:solidFill>
                <a:latin typeface="Palatino Linotype"/>
                <a:ea typeface="Palatino Linotype"/>
                <a:cs typeface="Palatino Linotype"/>
                <a:sym typeface="Palatino Linotype"/>
              </a:rPr>
              <a:t>+</a:t>
            </a:r>
            <a:r>
              <a:rPr b="0" i="0" lang="en-CA" sz="1200" u="none" cap="none" strike="noStrike">
                <a:solidFill>
                  <a:schemeClr val="dk1"/>
                </a:solidFill>
                <a:latin typeface="Palatino Linotype"/>
                <a:ea typeface="Palatino Linotype"/>
                <a:cs typeface="Palatino Linotype"/>
                <a:sym typeface="Palatino Linotype"/>
              </a:rPr>
              <a:t> or aqueous OH</a:t>
            </a:r>
            <a:r>
              <a:rPr b="0" baseline="30000" i="0" lang="en-CA" sz="1200" u="none" cap="none" strike="noStrike">
                <a:solidFill>
                  <a:schemeClr val="dk1"/>
                </a:solidFill>
                <a:latin typeface="Palatino Linotype"/>
                <a:ea typeface="Palatino Linotype"/>
                <a:cs typeface="Palatino Linotype"/>
                <a:sym typeface="Palatino Linotype"/>
              </a:rPr>
              <a:t>-</a:t>
            </a:r>
            <a:r>
              <a:rPr b="0" i="0" lang="en-CA" sz="1200" u="none" cap="none" strike="noStrike">
                <a:solidFill>
                  <a:schemeClr val="dk1"/>
                </a:solidFill>
                <a:latin typeface="Palatino Linotype"/>
                <a:ea typeface="Palatino Linotype"/>
                <a:cs typeface="Palatino Linotype"/>
                <a:sym typeface="Palatino Linotype"/>
              </a:rPr>
              <a:t> to be readily available</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and capable of interacting freely with other chemicals</a:t>
            </a:r>
            <a:endParaRPr b="0" i="0" sz="1200" u="none" cap="none" strike="noStrike">
              <a:solidFill>
                <a:schemeClr val="dk1"/>
              </a:solidFill>
              <a:latin typeface="Palatino Linotype"/>
              <a:ea typeface="Palatino Linotype"/>
              <a:cs typeface="Palatino Linotype"/>
              <a:sym typeface="Palatino Linotype"/>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which means they can’t just stored very long as they would interact with their surroundings and would no longer be available.</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so they must be easily produced as needed</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Which means we need a plentiful source that does not produce these ions too easily or else it won’t persist until we need to change it.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The chemical that is ideal is water.  Plentiful, stable and contains both H</a:t>
            </a:r>
            <a:r>
              <a:rPr b="0" baseline="30000" i="0" lang="en-CA" sz="1200" u="none" cap="none" strike="noStrike">
                <a:solidFill>
                  <a:schemeClr val="dk1"/>
                </a:solidFill>
                <a:latin typeface="Palatino Linotype"/>
                <a:ea typeface="Palatino Linotype"/>
                <a:cs typeface="Palatino Linotype"/>
                <a:sym typeface="Palatino Linotype"/>
              </a:rPr>
              <a:t>+</a:t>
            </a:r>
            <a:r>
              <a:rPr b="0" i="0" lang="en-CA" sz="1200" u="none" cap="none" strike="noStrike">
                <a:solidFill>
                  <a:schemeClr val="dk1"/>
                </a:solidFill>
                <a:latin typeface="Palatino Linotype"/>
                <a:ea typeface="Palatino Linotype"/>
                <a:cs typeface="Palatino Linotype"/>
                <a:sym typeface="Palatino Linotype"/>
              </a:rPr>
              <a:t> and OH</a:t>
            </a:r>
            <a:r>
              <a:rPr b="0" baseline="30000" i="0" lang="en-CA" sz="1200" u="none" cap="none" strike="noStrike">
                <a:solidFill>
                  <a:schemeClr val="dk1"/>
                </a:solidFill>
                <a:latin typeface="Palatino Linotype"/>
                <a:ea typeface="Palatino Linotype"/>
                <a:cs typeface="Palatino Linotype"/>
                <a:sym typeface="Palatino Linotype"/>
              </a:rPr>
              <a:t>-</a:t>
            </a:r>
            <a:r>
              <a:rPr b="0" i="0" lang="en-CA" sz="1200" u="none" cap="none" strike="noStrike">
                <a:solidFill>
                  <a:schemeClr val="dk1"/>
                </a:solidFill>
                <a:latin typeface="Palatino Linotype"/>
                <a:ea typeface="Palatino Linotype"/>
                <a:cs typeface="Palatino Linotype"/>
                <a:sym typeface="Palatino Linotype"/>
              </a:rPr>
              <a:t>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Now our next task is to remove the ions from the water molecule.</a:t>
            </a:r>
            <a:endParaRPr b="0" i="0" sz="1200" u="none" cap="none" strike="noStrike">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None/>
            </a:pPr>
            <a:r>
              <a:t/>
            </a:r>
            <a:endParaRPr b="0" i="0" sz="1200" u="none" cap="none" strike="noStrike">
              <a:solidFill>
                <a:schemeClr val="dk1"/>
              </a:solidFill>
              <a:latin typeface="Palatino Linotype"/>
              <a:ea typeface="Palatino Linotype"/>
              <a:cs typeface="Palatino Linotype"/>
              <a:sym typeface="Palatino Linotype"/>
            </a:endParaRPr>
          </a:p>
        </p:txBody>
      </p:sp>
      <p:sp>
        <p:nvSpPr>
          <p:cNvPr id="107" name="Google Shape;107;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CA" sz="1200">
                <a:solidFill>
                  <a:schemeClr val="dk1"/>
                </a:solidFill>
                <a:latin typeface="Palatino Linotype"/>
                <a:ea typeface="Palatino Linotype"/>
                <a:cs typeface="Palatino Linotype"/>
                <a:sym typeface="Palatino Linotype"/>
              </a:rPr>
              <a:t>‹#›</a:t>
            </a:fld>
            <a:endParaRPr sz="1200">
              <a:solidFill>
                <a:schemeClr val="dk1"/>
              </a:solidFill>
              <a:latin typeface="Palatino Linotype"/>
              <a:ea typeface="Palatino Linotype"/>
              <a:cs typeface="Palatino Linotype"/>
              <a:sym typeface="Palatino Linotype"/>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200" u="none" cap="none" strike="noStrike">
                <a:solidFill>
                  <a:schemeClr val="dk1"/>
                </a:solidFill>
                <a:latin typeface="Palatino Linotype"/>
                <a:ea typeface="Palatino Linotype"/>
                <a:cs typeface="Palatino Linotype"/>
                <a:sym typeface="Palatino Linotype"/>
              </a:rPr>
              <a:t>So how our task is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to find something strong enough to break H</a:t>
            </a:r>
            <a:r>
              <a:rPr b="0" baseline="-25000" i="0" lang="en-CA" sz="1200" u="none" cap="none" strike="noStrike">
                <a:solidFill>
                  <a:schemeClr val="dk1"/>
                </a:solidFill>
                <a:latin typeface="Palatino Linotype"/>
                <a:ea typeface="Palatino Linotype"/>
                <a:cs typeface="Palatino Linotype"/>
                <a:sym typeface="Palatino Linotype"/>
              </a:rPr>
              <a:t>2</a:t>
            </a:r>
            <a:r>
              <a:rPr b="0" i="0" lang="en-CA" sz="1200" u="none" cap="none" strike="noStrike">
                <a:solidFill>
                  <a:schemeClr val="dk1"/>
                </a:solidFill>
                <a:latin typeface="Palatino Linotype"/>
                <a:ea typeface="Palatino Linotype"/>
                <a:cs typeface="Palatino Linotype"/>
                <a:sym typeface="Palatino Linotype"/>
              </a:rPr>
              <a:t>O into free aquesous H</a:t>
            </a:r>
            <a:r>
              <a:rPr b="0" baseline="30000" i="0" lang="en-CA" sz="1200" u="none" cap="none" strike="noStrike">
                <a:solidFill>
                  <a:schemeClr val="dk1"/>
                </a:solidFill>
                <a:latin typeface="Palatino Linotype"/>
                <a:ea typeface="Palatino Linotype"/>
                <a:cs typeface="Palatino Linotype"/>
                <a:sym typeface="Palatino Linotype"/>
              </a:rPr>
              <a:t>+</a:t>
            </a:r>
            <a:r>
              <a:rPr b="0" i="0" lang="en-CA" sz="1200" u="none" cap="none" strike="noStrike">
                <a:solidFill>
                  <a:schemeClr val="dk1"/>
                </a:solidFill>
                <a:latin typeface="Palatino Linotype"/>
                <a:ea typeface="Palatino Linotype"/>
                <a:cs typeface="Palatino Linotype"/>
                <a:sym typeface="Palatino Linotype"/>
              </a:rPr>
              <a:t> and OH</a:t>
            </a:r>
            <a:r>
              <a:rPr b="0" baseline="30000" i="0" lang="en-CA" sz="1200" u="none" cap="none" strike="noStrike">
                <a:solidFill>
                  <a:schemeClr val="dk1"/>
                </a:solidFill>
                <a:latin typeface="Palatino Linotype"/>
                <a:ea typeface="Palatino Linotype"/>
                <a:cs typeface="Palatino Linotype"/>
                <a:sym typeface="Palatino Linotype"/>
              </a:rPr>
              <a:t>-</a:t>
            </a:r>
            <a:r>
              <a:rPr b="0" i="0" lang="en-CA" sz="1200" u="none" cap="none" strike="noStrike">
                <a:solidFill>
                  <a:schemeClr val="dk1"/>
                </a:solidFill>
                <a:latin typeface="Palatino Linotype"/>
                <a:ea typeface="Palatino Linotype"/>
                <a:cs typeface="Palatino Linotype"/>
                <a:sym typeface="Palatino Linotype"/>
              </a:rPr>
              <a:t>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but another challenge is that this other chemical can’t be too reactive on its own or it won’t persist until we need it</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and still one more challenge is that in the end, this other chemical must ensure that only one of either H</a:t>
            </a:r>
            <a:r>
              <a:rPr b="0" baseline="30000" i="0" lang="en-CA" sz="1200" u="none" cap="none" strike="noStrike">
                <a:solidFill>
                  <a:schemeClr val="dk1"/>
                </a:solidFill>
                <a:latin typeface="Palatino Linotype"/>
                <a:ea typeface="Palatino Linotype"/>
                <a:cs typeface="Palatino Linotype"/>
                <a:sym typeface="Palatino Linotype"/>
              </a:rPr>
              <a:t>+</a:t>
            </a:r>
            <a:r>
              <a:rPr b="0" i="0" lang="en-CA" sz="1200" u="none" cap="none" strike="noStrike">
                <a:solidFill>
                  <a:schemeClr val="dk1"/>
                </a:solidFill>
                <a:latin typeface="Palatino Linotype"/>
                <a:ea typeface="Palatino Linotype"/>
                <a:cs typeface="Palatino Linotype"/>
                <a:sym typeface="Palatino Linotype"/>
              </a:rPr>
              <a:t> </a:t>
            </a:r>
            <a:r>
              <a:rPr b="0" i="0" lang="en-CA" sz="1200" u="sng" cap="none" strike="noStrike">
                <a:solidFill>
                  <a:schemeClr val="dk1"/>
                </a:solidFill>
                <a:latin typeface="Palatino Linotype"/>
                <a:ea typeface="Palatino Linotype"/>
                <a:cs typeface="Palatino Linotype"/>
                <a:sym typeface="Palatino Linotype"/>
              </a:rPr>
              <a:t>or</a:t>
            </a:r>
            <a:r>
              <a:rPr b="0" i="0" lang="en-CA" sz="1200" u="none" cap="none" strike="noStrike">
                <a:solidFill>
                  <a:schemeClr val="dk1"/>
                </a:solidFill>
                <a:latin typeface="Palatino Linotype"/>
                <a:ea typeface="Palatino Linotype"/>
                <a:cs typeface="Palatino Linotype"/>
                <a:sym typeface="Palatino Linotype"/>
              </a:rPr>
              <a:t> OH</a:t>
            </a:r>
            <a:r>
              <a:rPr b="0" baseline="30000" i="0" lang="en-CA" sz="1200" u="none" cap="none" strike="noStrike">
                <a:solidFill>
                  <a:schemeClr val="dk1"/>
                </a:solidFill>
                <a:latin typeface="Palatino Linotype"/>
                <a:ea typeface="Palatino Linotype"/>
                <a:cs typeface="Palatino Linotype"/>
                <a:sym typeface="Palatino Linotype"/>
              </a:rPr>
              <a:t>-</a:t>
            </a:r>
            <a:r>
              <a:rPr b="0" i="0" lang="en-CA" sz="1200" u="none" cap="none" strike="noStrike">
                <a:solidFill>
                  <a:schemeClr val="dk1"/>
                </a:solidFill>
                <a:latin typeface="Palatino Linotype"/>
                <a:ea typeface="Palatino Linotype"/>
                <a:cs typeface="Palatino Linotype"/>
                <a:sym typeface="Palatino Linotype"/>
              </a:rPr>
              <a:t> continues to exist or the result would still be neutral water as there would be equal amounts of acid and base present.</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the molecules that serve these goals are the oxides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They are incredibly stable but contain a reactive oxide ion which is capable of breaking water apart</a:t>
            </a:r>
            <a:endParaRPr b="0" i="0" sz="1200" u="none" cap="none" strike="noStrike">
              <a:solidFill>
                <a:schemeClr val="dk1"/>
              </a:solidFill>
              <a:latin typeface="Palatino Linotype"/>
              <a:ea typeface="Palatino Linotype"/>
              <a:cs typeface="Palatino Linotype"/>
              <a:sym typeface="Palatino Linotype"/>
            </a:endParaRPr>
          </a:p>
          <a:p>
            <a:pPr indent="-152400" lvl="0" marL="228600" marR="0" rtl="0" algn="l">
              <a:spcBef>
                <a:spcPts val="0"/>
              </a:spcBef>
              <a:spcAft>
                <a:spcPts val="0"/>
              </a:spcAft>
              <a:buClr>
                <a:schemeClr val="dk1"/>
              </a:buClr>
              <a:buSzPts val="1200"/>
              <a:buFont typeface="Palatino Linotype"/>
              <a:buNone/>
            </a:pPr>
            <a:r>
              <a:t/>
            </a:r>
            <a:endParaRPr b="0" i="0" sz="1200" u="none" cap="none" strike="noStrike">
              <a:solidFill>
                <a:schemeClr val="dk1"/>
              </a:solidFill>
              <a:latin typeface="Palatino Linotype"/>
              <a:ea typeface="Palatino Linotype"/>
              <a:cs typeface="Palatino Linotype"/>
              <a:sym typeface="Palatino Linotype"/>
            </a:endParaRPr>
          </a:p>
        </p:txBody>
      </p:sp>
      <p:sp>
        <p:nvSpPr>
          <p:cNvPr id="116" name="Google Shape;11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CA" sz="1200">
                <a:solidFill>
                  <a:schemeClr val="dk1"/>
                </a:solidFill>
                <a:latin typeface="Palatino Linotype"/>
                <a:ea typeface="Palatino Linotype"/>
                <a:cs typeface="Palatino Linotype"/>
                <a:sym typeface="Palatino Linotype"/>
              </a:rPr>
              <a:t>‹#›</a:t>
            </a:fld>
            <a:endParaRPr sz="1200">
              <a:solidFill>
                <a:schemeClr val="dk1"/>
              </a:solidFill>
              <a:latin typeface="Palatino Linotype"/>
              <a:ea typeface="Palatino Linotype"/>
              <a:cs typeface="Palatino Linotype"/>
              <a:sym typeface="Palatino Linotype"/>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200" u="none" cap="none" strike="noStrike">
                <a:solidFill>
                  <a:schemeClr val="dk1"/>
                </a:solidFill>
                <a:latin typeface="Palatino Linotype"/>
                <a:ea typeface="Palatino Linotype"/>
                <a:cs typeface="Palatino Linotype"/>
                <a:sym typeface="Palatino Linotype"/>
              </a:rPr>
              <a:t>Lets look at the non-metal oxides first.</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These are covalent molecules such as sulfur dioxide  or carbon dioxide</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these molecules react directly with water as a synthesis reaction; that is, they produce one soluble product</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for example sulfur dioxide does not just dissolve in water, but breaks apart the water chemically and strongly bonds covalently to the OH</a:t>
            </a:r>
            <a:r>
              <a:rPr b="0" baseline="30000" i="0" lang="en-CA" sz="1200" u="none" cap="none" strike="noStrike">
                <a:solidFill>
                  <a:schemeClr val="dk1"/>
                </a:solidFill>
                <a:latin typeface="Palatino Linotype"/>
                <a:ea typeface="Palatino Linotype"/>
                <a:cs typeface="Palatino Linotype"/>
                <a:sym typeface="Palatino Linotype"/>
              </a:rPr>
              <a:t>-</a:t>
            </a:r>
            <a:r>
              <a:rPr b="0" baseline="-25000" i="0" lang="en-CA" sz="1200" u="none" cap="none" strike="noStrike">
                <a:solidFill>
                  <a:schemeClr val="dk1"/>
                </a:solidFill>
                <a:latin typeface="Palatino Linotype"/>
                <a:ea typeface="Palatino Linotype"/>
                <a:cs typeface="Palatino Linotype"/>
                <a:sym typeface="Palatino Linotype"/>
              </a:rPr>
              <a:t>(aq)</a:t>
            </a:r>
            <a:r>
              <a:rPr b="0" i="0" lang="en-CA" sz="1200" u="none" cap="none" strike="noStrike">
                <a:solidFill>
                  <a:schemeClr val="dk1"/>
                </a:solidFill>
                <a:latin typeface="Palatino Linotype"/>
                <a:ea typeface="Palatino Linotype"/>
                <a:cs typeface="Palatino Linotype"/>
                <a:sym typeface="Palatino Linotype"/>
              </a:rPr>
              <a:t> while the H</a:t>
            </a:r>
            <a:r>
              <a:rPr b="0" baseline="30000" i="0" lang="en-CA" sz="1200" u="none" cap="none" strike="noStrike">
                <a:solidFill>
                  <a:schemeClr val="dk1"/>
                </a:solidFill>
                <a:latin typeface="Palatino Linotype"/>
                <a:ea typeface="Palatino Linotype"/>
                <a:cs typeface="Palatino Linotype"/>
                <a:sym typeface="Palatino Linotype"/>
              </a:rPr>
              <a:t>+</a:t>
            </a:r>
            <a:r>
              <a:rPr b="0" baseline="-25000" i="0" lang="en-CA" sz="1200" u="none" cap="none" strike="noStrike">
                <a:solidFill>
                  <a:schemeClr val="dk1"/>
                </a:solidFill>
                <a:latin typeface="Palatino Linotype"/>
                <a:ea typeface="Palatino Linotype"/>
                <a:cs typeface="Palatino Linotype"/>
                <a:sym typeface="Palatino Linotype"/>
              </a:rPr>
              <a:t>(aq)</a:t>
            </a:r>
            <a:r>
              <a:rPr b="0" i="0" lang="en-CA" sz="1200" u="none" cap="none" strike="noStrike">
                <a:solidFill>
                  <a:schemeClr val="dk1"/>
                </a:solidFill>
                <a:latin typeface="Palatino Linotype"/>
                <a:ea typeface="Palatino Linotype"/>
                <a:cs typeface="Palatino Linotype"/>
                <a:sym typeface="Palatino Linotype"/>
              </a:rPr>
              <a:t> only associates with the negative polyatomic ion formed.  The actual product formed depends on reaction conditions which is beyond the scope of our course, so all you must do is ensure that the product is proper according to nomenclature rules.  The equation can always be balanced but you can’t make up brand new compounds.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And so, the OH</a:t>
            </a:r>
            <a:r>
              <a:rPr b="0" baseline="30000" i="0" lang="en-CA" sz="1200" u="none" cap="none" strike="noStrike">
                <a:solidFill>
                  <a:schemeClr val="dk1"/>
                </a:solidFill>
                <a:latin typeface="Palatino Linotype"/>
                <a:ea typeface="Palatino Linotype"/>
                <a:cs typeface="Palatino Linotype"/>
                <a:sym typeface="Palatino Linotype"/>
              </a:rPr>
              <a:t>-</a:t>
            </a:r>
            <a:r>
              <a:rPr b="0" baseline="-25000" i="0" lang="en-CA" sz="1200" u="none" cap="none" strike="noStrike">
                <a:solidFill>
                  <a:schemeClr val="dk1"/>
                </a:solidFill>
                <a:latin typeface="Palatino Linotype"/>
                <a:ea typeface="Palatino Linotype"/>
                <a:cs typeface="Palatino Linotype"/>
                <a:sym typeface="Palatino Linotype"/>
              </a:rPr>
              <a:t>(aq)</a:t>
            </a:r>
            <a:r>
              <a:rPr b="0" i="0" lang="en-CA" sz="1200" u="none" cap="none" strike="noStrike">
                <a:solidFill>
                  <a:schemeClr val="dk1"/>
                </a:solidFill>
                <a:latin typeface="Palatino Linotype"/>
                <a:ea typeface="Palatino Linotype"/>
                <a:cs typeface="Palatino Linotype"/>
                <a:sym typeface="Palatino Linotype"/>
              </a:rPr>
              <a:t> from the water breakdown has been removed while the H</a:t>
            </a:r>
            <a:r>
              <a:rPr b="0" baseline="30000" i="0" lang="en-CA" sz="1200" u="none" cap="none" strike="noStrike">
                <a:solidFill>
                  <a:schemeClr val="dk1"/>
                </a:solidFill>
                <a:latin typeface="Palatino Linotype"/>
                <a:ea typeface="Palatino Linotype"/>
                <a:cs typeface="Palatino Linotype"/>
                <a:sym typeface="Palatino Linotype"/>
              </a:rPr>
              <a:t>+</a:t>
            </a:r>
            <a:r>
              <a:rPr b="0" baseline="-25000" i="0" lang="en-CA" sz="1200" u="none" cap="none" strike="noStrike">
                <a:solidFill>
                  <a:schemeClr val="dk1"/>
                </a:solidFill>
                <a:latin typeface="Palatino Linotype"/>
                <a:ea typeface="Palatino Linotype"/>
                <a:cs typeface="Palatino Linotype"/>
                <a:sym typeface="Palatino Linotype"/>
              </a:rPr>
              <a:t>(aq)</a:t>
            </a:r>
            <a:r>
              <a:rPr b="0" i="0" lang="en-CA" sz="1200" u="none" cap="none" strike="noStrike">
                <a:solidFill>
                  <a:schemeClr val="dk1"/>
                </a:solidFill>
                <a:latin typeface="Palatino Linotype"/>
                <a:ea typeface="Palatino Linotype"/>
                <a:cs typeface="Palatino Linotype"/>
                <a:sym typeface="Palatino Linotype"/>
              </a:rPr>
              <a:t> remains free.  So non-metal oxides react with water to produce acids.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Generally, the more non-metallic the non-metal, the more acidic the acid formed because it is the non-metal in the oxide that rips the water apart.</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Also, the more soluble the non-metal oxide, the more acidic as this will allow more of it to interact with water.</a:t>
            </a:r>
            <a:endParaRPr b="0" i="0" sz="1200" u="none" cap="none" strike="noStrike">
              <a:solidFill>
                <a:schemeClr val="dk1"/>
              </a:solidFill>
              <a:latin typeface="Palatino Linotype"/>
              <a:ea typeface="Palatino Linotype"/>
              <a:cs typeface="Palatino Linotype"/>
              <a:sym typeface="Palatino Linotype"/>
            </a:endParaRPr>
          </a:p>
        </p:txBody>
      </p:sp>
      <p:sp>
        <p:nvSpPr>
          <p:cNvPr id="124" name="Google Shape;12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CA" sz="1200">
                <a:solidFill>
                  <a:schemeClr val="dk1"/>
                </a:solidFill>
                <a:latin typeface="Palatino Linotype"/>
                <a:ea typeface="Palatino Linotype"/>
                <a:cs typeface="Palatino Linotype"/>
                <a:sym typeface="Palatino Linotype"/>
              </a:rPr>
              <a:t>‹#›</a:t>
            </a:fld>
            <a:endParaRPr sz="1200">
              <a:solidFill>
                <a:schemeClr val="dk1"/>
              </a:solidFill>
              <a:latin typeface="Palatino Linotype"/>
              <a:ea typeface="Palatino Linotype"/>
              <a:cs typeface="Palatino Linotype"/>
              <a:sym typeface="Palatino Linotype"/>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200" u="none" cap="none" strike="noStrike">
                <a:solidFill>
                  <a:schemeClr val="dk1"/>
                </a:solidFill>
                <a:latin typeface="Palatino Linotype"/>
                <a:ea typeface="Palatino Linotype"/>
                <a:cs typeface="Palatino Linotype"/>
                <a:sym typeface="Palatino Linotype"/>
              </a:rPr>
              <a:t>Ok, logically, metal oxides are the opposite.  But they react differently.</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Metal oxides tend to be ionic so they readily dissolve in water</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but they do so as separate ions; that is the metal oxide simply splits into free ions in water.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This is actually just the physical change of dissolving the salt in water.</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However, this immediately liberates the oxide ion which is now capable of attacking and breaking water apart.  This releases OH</a:t>
            </a:r>
            <a:r>
              <a:rPr b="0" baseline="30000" i="0" lang="en-CA" sz="1200" u="none" cap="none" strike="noStrike">
                <a:solidFill>
                  <a:schemeClr val="dk1"/>
                </a:solidFill>
                <a:latin typeface="Palatino Linotype"/>
                <a:ea typeface="Palatino Linotype"/>
                <a:cs typeface="Palatino Linotype"/>
                <a:sym typeface="Palatino Linotype"/>
              </a:rPr>
              <a:t>-</a:t>
            </a:r>
            <a:r>
              <a:rPr b="0" baseline="-25000" i="0" lang="en-CA" sz="1200" u="none" cap="none" strike="noStrike">
                <a:solidFill>
                  <a:schemeClr val="dk1"/>
                </a:solidFill>
                <a:latin typeface="Palatino Linotype"/>
                <a:ea typeface="Palatino Linotype"/>
                <a:cs typeface="Palatino Linotype"/>
                <a:sym typeface="Palatino Linotype"/>
              </a:rPr>
              <a:t>(aq)</a:t>
            </a:r>
            <a:r>
              <a:rPr b="0" i="0" lang="en-CA" sz="1200" u="none" cap="none" strike="noStrike">
                <a:solidFill>
                  <a:schemeClr val="dk1"/>
                </a:solidFill>
                <a:latin typeface="Palatino Linotype"/>
                <a:ea typeface="Palatino Linotype"/>
                <a:cs typeface="Palatino Linotype"/>
                <a:sym typeface="Palatino Linotype"/>
              </a:rPr>
              <a:t> while the H</a:t>
            </a:r>
            <a:r>
              <a:rPr b="0" baseline="30000" i="0" lang="en-CA" sz="1200" u="none" cap="none" strike="noStrike">
                <a:solidFill>
                  <a:schemeClr val="dk1"/>
                </a:solidFill>
                <a:latin typeface="Palatino Linotype"/>
                <a:ea typeface="Palatino Linotype"/>
                <a:cs typeface="Palatino Linotype"/>
                <a:sym typeface="Palatino Linotype"/>
              </a:rPr>
              <a:t>+</a:t>
            </a:r>
            <a:r>
              <a:rPr b="0" baseline="-25000" i="0" lang="en-CA" sz="1200" u="none" cap="none" strike="noStrike">
                <a:solidFill>
                  <a:schemeClr val="dk1"/>
                </a:solidFill>
                <a:latin typeface="Palatino Linotype"/>
                <a:ea typeface="Palatino Linotype"/>
                <a:cs typeface="Palatino Linotype"/>
                <a:sym typeface="Palatino Linotype"/>
              </a:rPr>
              <a:t>(aq)</a:t>
            </a:r>
            <a:r>
              <a:rPr b="0" i="0" lang="en-CA" sz="1200" u="none" cap="none" strike="noStrike">
                <a:solidFill>
                  <a:schemeClr val="dk1"/>
                </a:solidFill>
                <a:latin typeface="Palatino Linotype"/>
                <a:ea typeface="Palatino Linotype"/>
                <a:cs typeface="Palatino Linotype"/>
                <a:sym typeface="Palatino Linotype"/>
              </a:rPr>
              <a:t> from the water covalently bonds to the O</a:t>
            </a:r>
            <a:r>
              <a:rPr b="0" baseline="30000" i="0" lang="en-CA" sz="1200" u="none" cap="none" strike="noStrike">
                <a:solidFill>
                  <a:schemeClr val="dk1"/>
                </a:solidFill>
                <a:latin typeface="Palatino Linotype"/>
                <a:ea typeface="Palatino Linotype"/>
                <a:cs typeface="Palatino Linotype"/>
                <a:sym typeface="Palatino Linotype"/>
              </a:rPr>
              <a:t>2-</a:t>
            </a:r>
            <a:r>
              <a:rPr b="0" baseline="-25000" i="0" lang="en-CA" sz="1200" u="none" cap="none" strike="noStrike">
                <a:solidFill>
                  <a:schemeClr val="dk1"/>
                </a:solidFill>
                <a:latin typeface="Palatino Linotype"/>
                <a:ea typeface="Palatino Linotype"/>
                <a:cs typeface="Palatino Linotype"/>
                <a:sym typeface="Palatino Linotype"/>
              </a:rPr>
              <a:t>(aq)</a:t>
            </a:r>
            <a:r>
              <a:rPr b="0" i="0" lang="en-CA" sz="1200" u="none" cap="none" strike="noStrike">
                <a:solidFill>
                  <a:schemeClr val="dk1"/>
                </a:solidFill>
                <a:latin typeface="Palatino Linotype"/>
                <a:ea typeface="Palatino Linotype"/>
                <a:cs typeface="Palatino Linotype"/>
                <a:sym typeface="Palatino Linotype"/>
              </a:rPr>
              <a:t> from the oxide to create a second OH</a:t>
            </a:r>
            <a:r>
              <a:rPr b="0" baseline="30000" i="0" lang="en-CA" sz="1200" u="none" cap="none" strike="noStrike">
                <a:solidFill>
                  <a:schemeClr val="dk1"/>
                </a:solidFill>
                <a:latin typeface="Palatino Linotype"/>
                <a:ea typeface="Palatino Linotype"/>
                <a:cs typeface="Palatino Linotype"/>
                <a:sym typeface="Palatino Linotype"/>
              </a:rPr>
              <a:t>-</a:t>
            </a:r>
            <a:r>
              <a:rPr b="0" baseline="-25000" i="0" lang="en-CA" sz="1200" u="none" cap="none" strike="noStrike">
                <a:solidFill>
                  <a:schemeClr val="dk1"/>
                </a:solidFill>
                <a:latin typeface="Palatino Linotype"/>
                <a:ea typeface="Palatino Linotype"/>
                <a:cs typeface="Palatino Linotype"/>
                <a:sym typeface="Palatino Linotype"/>
              </a:rPr>
              <a:t>(aq)</a:t>
            </a:r>
            <a:r>
              <a:rPr b="0" i="0" lang="en-CA" sz="1200" u="none" cap="none" strike="noStrike">
                <a:solidFill>
                  <a:schemeClr val="dk1"/>
                </a:solidFill>
                <a:latin typeface="Palatino Linotype"/>
                <a:ea typeface="Palatino Linotype"/>
                <a:cs typeface="Palatino Linotype"/>
                <a:sym typeface="Palatino Linotype"/>
              </a:rPr>
              <a:t>.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This is a chemical change because there has been bond destruction and bond creation.</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So in reality this a two step process but we only focus on the overall reaction.</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And in the end, we see that metal oxides react with water to generate bases.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Generally, the more metallic the metal, the more basic the base formed because more of the oxide ion is readily freed from the ionic compound which means it is better able to rip the water apart.</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Also, the more soluble the metal oxide, the more basic as this will allow more of it to interact with water.</a:t>
            </a:r>
            <a:endParaRPr b="0" i="0" sz="1200" u="none" cap="none" strike="noStrike">
              <a:solidFill>
                <a:schemeClr val="dk1"/>
              </a:solidFill>
              <a:latin typeface="Palatino Linotype"/>
              <a:ea typeface="Palatino Linotype"/>
              <a:cs typeface="Palatino Linotype"/>
              <a:sym typeface="Palatino Linotype"/>
            </a:endParaRPr>
          </a:p>
          <a:p>
            <a:pPr indent="0" lvl="0" marL="0" marR="0" rtl="0" algn="l">
              <a:spcBef>
                <a:spcPts val="0"/>
              </a:spcBef>
              <a:spcAft>
                <a:spcPts val="0"/>
              </a:spcAft>
              <a:buClr>
                <a:schemeClr val="dk1"/>
              </a:buClr>
              <a:buFont typeface="Palatino Linotype"/>
              <a:buNone/>
            </a:pPr>
            <a:r>
              <a:t/>
            </a:r>
            <a:endParaRPr b="0" i="0" sz="1200" u="none" cap="none" strike="noStrike">
              <a:solidFill>
                <a:schemeClr val="dk1"/>
              </a:solidFill>
              <a:latin typeface="Palatino Linotype"/>
              <a:ea typeface="Palatino Linotype"/>
              <a:cs typeface="Palatino Linotype"/>
              <a:sym typeface="Palatino Linotype"/>
            </a:endParaRPr>
          </a:p>
          <a:p>
            <a:pPr indent="-152400" lvl="0" marL="228600" marR="0" rtl="0" algn="l">
              <a:spcBef>
                <a:spcPts val="0"/>
              </a:spcBef>
              <a:spcAft>
                <a:spcPts val="0"/>
              </a:spcAft>
              <a:buClr>
                <a:schemeClr val="dk1"/>
              </a:buClr>
              <a:buSzPts val="1200"/>
              <a:buFont typeface="Palatino Linotype"/>
              <a:buNone/>
            </a:pPr>
            <a:r>
              <a:t/>
            </a:r>
            <a:endParaRPr b="0" i="0" sz="1200" u="none" cap="none" strike="noStrike">
              <a:solidFill>
                <a:schemeClr val="dk1"/>
              </a:solidFill>
              <a:latin typeface="Palatino Linotype"/>
              <a:ea typeface="Palatino Linotype"/>
              <a:cs typeface="Palatino Linotype"/>
              <a:sym typeface="Palatino Linotype"/>
            </a:endParaRPr>
          </a:p>
        </p:txBody>
      </p:sp>
      <p:sp>
        <p:nvSpPr>
          <p:cNvPr id="132" name="Google Shape;132;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CA" sz="1200">
                <a:solidFill>
                  <a:schemeClr val="dk1"/>
                </a:solidFill>
                <a:latin typeface="Palatino Linotype"/>
                <a:ea typeface="Palatino Linotype"/>
                <a:cs typeface="Palatino Linotype"/>
                <a:sym typeface="Palatino Linotype"/>
              </a:rPr>
              <a:t>‹#›</a:t>
            </a:fld>
            <a:endParaRPr sz="1200">
              <a:solidFill>
                <a:schemeClr val="dk1"/>
              </a:solidFill>
              <a:latin typeface="Palatino Linotype"/>
              <a:ea typeface="Palatino Linotype"/>
              <a:cs typeface="Palatino Linotype"/>
              <a:sym typeface="Palatino Linotype"/>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200" u="none" cap="none" strike="noStrike">
                <a:solidFill>
                  <a:schemeClr val="dk1"/>
                </a:solidFill>
                <a:latin typeface="Palatino Linotype"/>
                <a:ea typeface="Palatino Linotype"/>
                <a:cs typeface="Palatino Linotype"/>
                <a:sym typeface="Palatino Linotype"/>
              </a:rPr>
              <a:t>Finally, the last type of acid base reaction is the neutralization reaction which we already investigated under types of reactions and ionic equations.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As this is a specific type of double displace reaction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in which the properties of the acid and the base cancel each other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as the H+ and OH- are used to create water as seen in this example.</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and this neutralization can better be understood through the net ionic equation</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showing that the H+ from the acid is cancelled by the OH- from the base generating neutral water, assuming equal amounts of each of these ions are reacted.</a:t>
            </a:r>
            <a:endParaRPr/>
          </a:p>
          <a:p>
            <a:pPr indent="-152400" lvl="0" marL="228600" marR="0" rtl="0" algn="l">
              <a:spcBef>
                <a:spcPts val="0"/>
              </a:spcBef>
              <a:spcAft>
                <a:spcPts val="0"/>
              </a:spcAft>
              <a:buClr>
                <a:schemeClr val="dk1"/>
              </a:buClr>
              <a:buSzPts val="1200"/>
              <a:buFont typeface="Palatino Linotype"/>
              <a:buNone/>
            </a:pPr>
            <a:r>
              <a:t/>
            </a:r>
            <a:endParaRPr b="0" i="0" sz="1200" u="none" cap="none" strike="noStrike">
              <a:solidFill>
                <a:schemeClr val="dk1"/>
              </a:solidFill>
              <a:latin typeface="Palatino Linotype"/>
              <a:ea typeface="Palatino Linotype"/>
              <a:cs typeface="Palatino Linotype"/>
              <a:sym typeface="Palatino Linotype"/>
            </a:endParaRPr>
          </a:p>
          <a:p>
            <a:pPr indent="-152400" lvl="0" marL="228600" marR="0" rtl="0" algn="l">
              <a:spcBef>
                <a:spcPts val="0"/>
              </a:spcBef>
              <a:spcAft>
                <a:spcPts val="0"/>
              </a:spcAft>
              <a:buClr>
                <a:schemeClr val="dk1"/>
              </a:buClr>
              <a:buSzPts val="1200"/>
              <a:buFont typeface="Palatino Linotype"/>
              <a:buNone/>
            </a:pPr>
            <a:r>
              <a:t/>
            </a:r>
            <a:endParaRPr b="0" i="0" sz="1200" u="none" cap="none" strike="noStrike">
              <a:solidFill>
                <a:schemeClr val="dk1"/>
              </a:solidFill>
              <a:latin typeface="Palatino Linotype"/>
              <a:ea typeface="Palatino Linotype"/>
              <a:cs typeface="Palatino Linotype"/>
              <a:sym typeface="Palatino Linotype"/>
            </a:endParaRPr>
          </a:p>
          <a:p>
            <a:pPr indent="-152400" lvl="0" marL="228600" marR="0" rtl="0" algn="l">
              <a:spcBef>
                <a:spcPts val="0"/>
              </a:spcBef>
              <a:spcAft>
                <a:spcPts val="0"/>
              </a:spcAft>
              <a:buClr>
                <a:schemeClr val="dk1"/>
              </a:buClr>
              <a:buSzPts val="1200"/>
              <a:buFont typeface="Palatino Linotype"/>
              <a:buNone/>
            </a:pPr>
            <a:r>
              <a:t/>
            </a:r>
            <a:endParaRPr b="0" i="0" sz="1200" u="none" cap="none" strike="noStrike">
              <a:solidFill>
                <a:schemeClr val="dk1"/>
              </a:solidFill>
              <a:latin typeface="Palatino Linotype"/>
              <a:ea typeface="Palatino Linotype"/>
              <a:cs typeface="Palatino Linotype"/>
              <a:sym typeface="Palatino Linotype"/>
            </a:endParaRPr>
          </a:p>
          <a:p>
            <a:pPr indent="-152400" lvl="0" marL="228600" marR="0" rtl="0" algn="l">
              <a:spcBef>
                <a:spcPts val="0"/>
              </a:spcBef>
              <a:spcAft>
                <a:spcPts val="0"/>
              </a:spcAft>
              <a:buClr>
                <a:schemeClr val="dk1"/>
              </a:buClr>
              <a:buSzPts val="1200"/>
              <a:buFont typeface="Palatino Linotype"/>
              <a:buNone/>
            </a:pPr>
            <a:r>
              <a:t/>
            </a:r>
            <a:endParaRPr b="0" i="0" sz="1200" u="none" cap="none" strike="noStrike">
              <a:solidFill>
                <a:schemeClr val="dk1"/>
              </a:solidFill>
              <a:latin typeface="Palatino Linotype"/>
              <a:ea typeface="Palatino Linotype"/>
              <a:cs typeface="Palatino Linotype"/>
              <a:sym typeface="Palatino Linotype"/>
            </a:endParaRPr>
          </a:p>
        </p:txBody>
      </p:sp>
      <p:sp>
        <p:nvSpPr>
          <p:cNvPr id="140" name="Google Shape;140;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CA" sz="1200">
                <a:solidFill>
                  <a:schemeClr val="dk1"/>
                </a:solidFill>
                <a:latin typeface="Palatino Linotype"/>
                <a:ea typeface="Palatino Linotype"/>
                <a:cs typeface="Palatino Linotype"/>
                <a:sym typeface="Palatino Linotype"/>
              </a:rPr>
              <a:t>‹#›</a:t>
            </a:fld>
            <a:endParaRPr sz="1200">
              <a:solidFill>
                <a:schemeClr val="dk1"/>
              </a:solidFill>
              <a:latin typeface="Palatino Linotype"/>
              <a:ea typeface="Palatino Linotype"/>
              <a:cs typeface="Palatino Linotype"/>
              <a:sym typeface="Palatino Linotype"/>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200" u="none" cap="none" strike="noStrike">
                <a:solidFill>
                  <a:schemeClr val="dk1"/>
                </a:solidFill>
                <a:latin typeface="Palatino Linotype"/>
                <a:ea typeface="Palatino Linotype"/>
                <a:cs typeface="Palatino Linotype"/>
                <a:sym typeface="Palatino Linotype"/>
              </a:rPr>
              <a:t>An interesting twist to this involves using carbonates to neutralize acids.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anytime a carbonate salt is reacted with an acid, a new salt is produced along with carbonic acid</a:t>
            </a:r>
            <a:endParaRPr/>
          </a:p>
          <a:p>
            <a:pPr indent="-228600" lvl="0" marL="228600" marR="0" rtl="0" algn="l">
              <a:lnSpc>
                <a:spcPct val="100000"/>
              </a:lnSpc>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for example look at the reaction of nitric acid with sodium carbonate to produce carbonic acid and sodium chloride</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but the carbonic acid is highly unstable in water and immediately undergoes decomposition</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into carbon dioxide and water</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so the real reaction is seen as the overall combination of these two reactions.  In fact, the carbonic acid decomposition is so immediate, we only write the final reaction as this is what really happens.  This raises one final point, there is actually quite a few ways to neutralize any acid or base as long as in the end the hydrogen ions or hydroxide ions have been removed from the solution.  </a:t>
            </a:r>
            <a:endParaRPr/>
          </a:p>
          <a:p>
            <a:pPr indent="-152400" lvl="0" marL="228600" marR="0" rtl="0" algn="l">
              <a:spcBef>
                <a:spcPts val="0"/>
              </a:spcBef>
              <a:spcAft>
                <a:spcPts val="0"/>
              </a:spcAft>
              <a:buClr>
                <a:schemeClr val="dk1"/>
              </a:buClr>
              <a:buSzPts val="1200"/>
              <a:buFont typeface="Palatino Linotype"/>
              <a:buNone/>
            </a:pPr>
            <a:r>
              <a:t/>
            </a:r>
            <a:endParaRPr b="0" i="0" sz="1200" u="none" cap="none" strike="noStrike">
              <a:solidFill>
                <a:schemeClr val="dk1"/>
              </a:solidFill>
              <a:latin typeface="Palatino Linotype"/>
              <a:ea typeface="Palatino Linotype"/>
              <a:cs typeface="Palatino Linotype"/>
              <a:sym typeface="Palatino Linotype"/>
            </a:endParaRPr>
          </a:p>
        </p:txBody>
      </p:sp>
      <p:sp>
        <p:nvSpPr>
          <p:cNvPr id="148" name="Google Shape;148;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CA" sz="1200">
                <a:solidFill>
                  <a:schemeClr val="dk1"/>
                </a:solidFill>
                <a:latin typeface="Palatino Linotype"/>
                <a:ea typeface="Palatino Linotype"/>
                <a:cs typeface="Palatino Linotype"/>
                <a:sym typeface="Palatino Linotype"/>
              </a:rPr>
              <a:t>‹#›</a:t>
            </a:fld>
            <a:endParaRPr sz="1200">
              <a:solidFill>
                <a:schemeClr val="dk1"/>
              </a:solidFill>
              <a:latin typeface="Palatino Linotype"/>
              <a:ea typeface="Palatino Linotype"/>
              <a:cs typeface="Palatino Linotype"/>
              <a:sym typeface="Palatino Linotype"/>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c3892d849_0_0: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c3892d8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2c3892d849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Palatino Linotype"/>
              <a:ea typeface="Palatino Linotype"/>
              <a:cs typeface="Palatino Linotype"/>
              <a:sym typeface="Palatino Linotype"/>
            </a:endParaRPr>
          </a:p>
        </p:txBody>
      </p:sp>
      <p:sp>
        <p:nvSpPr>
          <p:cNvPr id="163" name="Google Shape;163;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CA" sz="1200">
                <a:solidFill>
                  <a:schemeClr val="dk1"/>
                </a:solidFill>
                <a:latin typeface="Palatino Linotype"/>
                <a:ea typeface="Palatino Linotype"/>
                <a:cs typeface="Palatino Linotype"/>
                <a:sym typeface="Palatino Linotype"/>
              </a:rPr>
              <a:t>‹#›</a:t>
            </a:fld>
            <a:endParaRPr sz="1200">
              <a:solidFill>
                <a:schemeClr val="dk1"/>
              </a:solidFill>
              <a:latin typeface="Palatino Linotype"/>
              <a:ea typeface="Palatino Linotype"/>
              <a:cs typeface="Palatino Linotype"/>
              <a:sym typeface="Palatino Linotype"/>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200" u="none" cap="none" strike="noStrike">
                <a:solidFill>
                  <a:schemeClr val="dk1"/>
                </a:solidFill>
                <a:latin typeface="Palatino Linotype"/>
                <a:ea typeface="Palatino Linotype"/>
                <a:cs typeface="Palatino Linotype"/>
                <a:sym typeface="Palatino Linotype"/>
              </a:rPr>
              <a:t>There are other methods that can be used to generate acids or bases.  For example, reactions involving reactive metals.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relying on single displacement reactions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involving metals that are more reactant than hydrogen</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which means the metal can displace H in compounds, but here it is only strong enough to displace 1 H in water</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to directly create a base because the displaced hydrogen becomes diatomic hydrogen gas.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For example, consider the reaction in which raw sodium metal is added to water to produce sodium hydroxide, and hydrogen gas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and don’t forget sodium hydroxide is ionic so it is really free aqueous sodium ions and free aqueous hydroxide or base ions</a:t>
            </a:r>
            <a:endParaRPr/>
          </a:p>
          <a:p>
            <a:pPr indent="-152400" lvl="0" marL="228600" marR="0" rtl="0" algn="l">
              <a:spcBef>
                <a:spcPts val="0"/>
              </a:spcBef>
              <a:spcAft>
                <a:spcPts val="0"/>
              </a:spcAft>
              <a:buClr>
                <a:schemeClr val="dk1"/>
              </a:buClr>
              <a:buSzPts val="1200"/>
              <a:buFont typeface="Palatino Linotype"/>
              <a:buNone/>
            </a:pPr>
            <a:r>
              <a:t/>
            </a:r>
            <a:endParaRPr b="0" i="0" sz="1200" u="none" cap="none" strike="noStrike">
              <a:solidFill>
                <a:schemeClr val="dk1"/>
              </a:solidFill>
              <a:latin typeface="Palatino Linotype"/>
              <a:ea typeface="Palatino Linotype"/>
              <a:cs typeface="Palatino Linotype"/>
              <a:sym typeface="Palatino Linotype"/>
            </a:endParaRPr>
          </a:p>
        </p:txBody>
      </p:sp>
      <p:sp>
        <p:nvSpPr>
          <p:cNvPr id="170" name="Google Shape;170;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CA" sz="1200">
                <a:solidFill>
                  <a:schemeClr val="dk1"/>
                </a:solidFill>
                <a:latin typeface="Palatino Linotype"/>
                <a:ea typeface="Palatino Linotype"/>
                <a:cs typeface="Palatino Linotype"/>
                <a:sym typeface="Palatino Linotype"/>
              </a:rPr>
              <a:t>‹#›</a:t>
            </a:fld>
            <a:endParaRPr sz="1200">
              <a:solidFill>
                <a:schemeClr val="dk1"/>
              </a:solidFill>
              <a:latin typeface="Palatino Linotype"/>
              <a:ea typeface="Palatino Linotype"/>
              <a:cs typeface="Palatino Linotype"/>
              <a:sym typeface="Palatino Linotype"/>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CA" sz="1200" u="none" cap="none" strike="noStrike">
                <a:solidFill>
                  <a:schemeClr val="dk1"/>
                </a:solidFill>
                <a:latin typeface="Palatino Linotype"/>
                <a:ea typeface="Palatino Linotype"/>
                <a:cs typeface="Palatino Linotype"/>
                <a:sym typeface="Palatino Linotype"/>
              </a:rPr>
              <a:t>Certain reactions can change one acid into another one.  </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typically this involves a double displace reaction</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which can actually be used to convert one acid into a stronger acid</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but there must be a way to lock in some of the unwanted ions.</a:t>
            </a:r>
            <a:endParaRPr/>
          </a:p>
          <a:p>
            <a:pPr indent="-228600" lvl="0" marL="228600" marR="0" rtl="0" algn="l">
              <a:spcBef>
                <a:spcPts val="0"/>
              </a:spcBef>
              <a:spcAft>
                <a:spcPts val="0"/>
              </a:spcAft>
              <a:buClr>
                <a:schemeClr val="dk1"/>
              </a:buClr>
              <a:buSzPts val="1200"/>
              <a:buFont typeface="Palatino Linotype"/>
              <a:buAutoNum type="arabicPeriod"/>
            </a:pPr>
            <a:r>
              <a:rPr b="0" i="0" lang="en-CA" sz="1200" u="none" cap="none" strike="noStrike">
                <a:solidFill>
                  <a:schemeClr val="dk1"/>
                </a:solidFill>
                <a:latin typeface="Palatino Linotype"/>
                <a:ea typeface="Palatino Linotype"/>
                <a:cs typeface="Palatino Linotype"/>
                <a:sym typeface="Palatino Linotype"/>
              </a:rPr>
              <a:t>As we can see in this example when a weaker acid is converted to a very strong acid through double displacement with the production of solid lead(II) iodide.</a:t>
            </a:r>
            <a:endParaRPr b="0" i="0" sz="1200" u="none" cap="none" strike="noStrike">
              <a:solidFill>
                <a:schemeClr val="dk1"/>
              </a:solidFill>
              <a:latin typeface="Palatino Linotype"/>
              <a:ea typeface="Palatino Linotype"/>
              <a:cs typeface="Palatino Linotype"/>
              <a:sym typeface="Palatino Linotype"/>
            </a:endParaRPr>
          </a:p>
        </p:txBody>
      </p:sp>
      <p:sp>
        <p:nvSpPr>
          <p:cNvPr id="178" name="Google Shape;17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CA" sz="1200">
                <a:solidFill>
                  <a:schemeClr val="dk1"/>
                </a:solidFill>
                <a:latin typeface="Palatino Linotype"/>
                <a:ea typeface="Palatino Linotype"/>
                <a:cs typeface="Palatino Linotype"/>
                <a:sym typeface="Palatino Linotype"/>
              </a:rPr>
              <a:t>‹#›</a:t>
            </a:fld>
            <a:endParaRPr sz="1200">
              <a:solidFill>
                <a:schemeClr val="dk1"/>
              </a:solidFill>
              <a:latin typeface="Palatino Linotype"/>
              <a:ea typeface="Palatino Linotype"/>
              <a:cs typeface="Palatino Linotype"/>
              <a:sym typeface="Palatino Linotype"/>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rotWithShape="1">
          <a:blip r:embed="rId2">
            <a:alphaModFix/>
          </a:blip>
          <a:stretch>
            <a:fillRect b="0" l="0" r="0" t="0"/>
          </a:stretch>
        </a:blipFill>
      </p:bgPr>
    </p:bg>
    <p:spTree>
      <p:nvGrpSpPr>
        <p:cNvPr id="15" name="Shape 15"/>
        <p:cNvGrpSpPr/>
        <p:nvPr/>
      </p:nvGrpSpPr>
      <p:grpSpPr>
        <a:xfrm>
          <a:off x="0" y="0"/>
          <a:ext cx="0" cy="0"/>
          <a:chOff x="0" y="0"/>
          <a:chExt cx="0" cy="0"/>
        </a:xfrm>
      </p:grpSpPr>
      <p:sp>
        <p:nvSpPr>
          <p:cNvPr id="16" name="Google Shape;16;p2"/>
          <p:cNvSpPr txBox="1"/>
          <p:nvPr>
            <p:ph type="ctrTitle"/>
          </p:nvPr>
        </p:nvSpPr>
        <p:spPr>
          <a:xfrm>
            <a:off x="1522413" y="1371600"/>
            <a:ext cx="9144000" cy="35052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7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2"/>
          <p:cNvSpPr txBox="1"/>
          <p:nvPr>
            <p:ph idx="1" type="subTitle"/>
          </p:nvPr>
        </p:nvSpPr>
        <p:spPr>
          <a:xfrm>
            <a:off x="1522413" y="4953000"/>
            <a:ext cx="8229600" cy="1066800"/>
          </a:xfrm>
          <a:prstGeom prst="rect">
            <a:avLst/>
          </a:prstGeom>
          <a:noFill/>
          <a:ln>
            <a:noFill/>
          </a:ln>
        </p:spPr>
        <p:txBody>
          <a:bodyPr anchorCtr="0" anchor="t" bIns="91425" lIns="91425" spcFirstLastPara="1" rIns="91425" wrap="square" tIns="91425">
            <a:noAutofit/>
          </a:bodyPr>
          <a:lstStyle>
            <a:lvl1pPr indent="0" lvl="0" marL="0" marR="0" rtl="0" algn="l">
              <a:lnSpc>
                <a:spcPct val="90000"/>
              </a:lnSpc>
              <a:spcBef>
                <a:spcPts val="0"/>
              </a:spcBef>
              <a:spcAft>
                <a:spcPts val="0"/>
              </a:spcAft>
              <a:buClr>
                <a:schemeClr val="dk1"/>
              </a:buClr>
              <a:buSzPts val="2000"/>
              <a:buFont typeface="Arial"/>
              <a:buNone/>
              <a:defRPr b="0" i="0" sz="2400" u="none" cap="none" strike="noStrike">
                <a:solidFill>
                  <a:schemeClr val="dk1"/>
                </a:solidFill>
                <a:latin typeface="Palatino Linotype"/>
                <a:ea typeface="Palatino Linotype"/>
                <a:cs typeface="Palatino Linotype"/>
                <a:sym typeface="Palatino Linotype"/>
              </a:defRPr>
            </a:lvl1pPr>
            <a:lvl2pPr indent="0" lvl="1" marL="457200" marR="0" rtl="0" algn="ctr">
              <a:lnSpc>
                <a:spcPct val="90000"/>
              </a:lnSpc>
              <a:spcBef>
                <a:spcPts val="800"/>
              </a:spcBef>
              <a:spcAft>
                <a:spcPts val="0"/>
              </a:spcAft>
              <a:buClr>
                <a:srgbClr val="888888"/>
              </a:buClr>
              <a:buSzPts val="1800"/>
              <a:buFont typeface="Arial"/>
              <a:buNone/>
              <a:defRPr b="0" i="0" sz="1800" u="none" cap="none" strike="noStrike">
                <a:solidFill>
                  <a:srgbClr val="888888"/>
                </a:solidFill>
                <a:latin typeface="Palatino Linotype"/>
                <a:ea typeface="Palatino Linotype"/>
                <a:cs typeface="Palatino Linotype"/>
                <a:sym typeface="Palatino Linotype"/>
              </a:defRPr>
            </a:lvl2pPr>
            <a:lvl3pPr indent="0" lvl="2" marL="914400" marR="0" rtl="0" algn="ctr">
              <a:lnSpc>
                <a:spcPct val="90000"/>
              </a:lnSpc>
              <a:spcBef>
                <a:spcPts val="600"/>
              </a:spcBef>
              <a:spcAft>
                <a:spcPts val="0"/>
              </a:spcAft>
              <a:buClr>
                <a:srgbClr val="888888"/>
              </a:buClr>
              <a:buSzPts val="1600"/>
              <a:buFont typeface="Arial"/>
              <a:buNone/>
              <a:defRPr b="0" i="0" sz="1600" u="none" cap="none" strike="noStrike">
                <a:solidFill>
                  <a:srgbClr val="888888"/>
                </a:solidFill>
                <a:latin typeface="Palatino Linotype"/>
                <a:ea typeface="Palatino Linotype"/>
                <a:cs typeface="Palatino Linotype"/>
                <a:sym typeface="Palatino Linotype"/>
              </a:defRPr>
            </a:lvl3pPr>
            <a:lvl4pPr indent="0" lvl="3" marL="1371600" marR="0" rtl="0" algn="ctr">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4pPr>
            <a:lvl5pPr indent="0" lvl="4" marL="1828800" marR="0" rtl="0" algn="ctr">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5pPr>
            <a:lvl6pPr indent="0" lvl="5" marL="2286000" marR="0" rtl="0" algn="ctr">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6pPr>
            <a:lvl7pPr indent="0" lvl="6" marL="2743200" marR="0" rtl="0" algn="ctr">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7pPr>
            <a:lvl8pPr indent="0" lvl="7" marL="3200400" marR="0" rtl="0" algn="ctr">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8pPr>
            <a:lvl9pPr indent="0" lvl="8" marL="3657600" marR="0" rtl="0" algn="ctr">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9pPr>
          </a:lstStyle>
          <a:p/>
        </p:txBody>
      </p:sp>
      <p:sp>
        <p:nvSpPr>
          <p:cNvPr id="18" name="Google Shape;18;p2"/>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00" u="none" cap="none" strike="noStrike">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19" name="Google Shape;19;p2"/>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20" name="Google Shape;20;p2"/>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1pPr>
            <a:lvl2pPr indent="0" lvl="1"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2pPr>
            <a:lvl3pPr indent="0" lvl="2"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3pPr>
            <a:lvl4pPr indent="0" lvl="3"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4pPr>
            <a:lvl5pPr indent="0" lvl="4"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5pPr>
            <a:lvl6pPr indent="0" lvl="5"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6pPr>
            <a:lvl7pPr indent="0" lvl="6"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7pPr>
            <a:lvl8pPr indent="0" lvl="7"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8pPr>
            <a:lvl9pPr indent="0" lvl="8"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1522414" y="533400"/>
            <a:ext cx="9601200" cy="11430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3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3"/>
          <p:cNvSpPr txBox="1"/>
          <p:nvPr>
            <p:ph idx="1" type="body"/>
          </p:nvPr>
        </p:nvSpPr>
        <p:spPr>
          <a:xfrm>
            <a:off x="1522414" y="1828800"/>
            <a:ext cx="9601200" cy="41910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800"/>
              </a:spcBef>
              <a:spcAft>
                <a:spcPts val="0"/>
              </a:spcAft>
              <a:buClr>
                <a:schemeClr val="dk1"/>
              </a:buClr>
              <a:buSzPts val="2000"/>
              <a:buFont typeface="Arial"/>
              <a:buChar char="•"/>
              <a:defRPr b="0" i="0" sz="2000" u="none" cap="none" strike="noStrike">
                <a:solidFill>
                  <a:schemeClr val="dk1"/>
                </a:solidFill>
                <a:latin typeface="Palatino Linotype"/>
                <a:ea typeface="Palatino Linotype"/>
                <a:cs typeface="Palatino Linotype"/>
                <a:sym typeface="Palatino Linotype"/>
              </a:defRPr>
            </a:lvl1pPr>
            <a:lvl2pPr indent="-342900" lvl="1" marL="9144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Palatino Linotype"/>
                <a:ea typeface="Palatino Linotype"/>
                <a:cs typeface="Palatino Linotype"/>
                <a:sym typeface="Palatino Linotype"/>
              </a:defRPr>
            </a:lvl2pPr>
            <a:lvl3pPr indent="-330200" lvl="2" marL="13716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Palatino Linotype"/>
                <a:ea typeface="Palatino Linotype"/>
                <a:cs typeface="Palatino Linotype"/>
                <a:sym typeface="Palatino Linotype"/>
              </a:defRPr>
            </a:lvl3pPr>
            <a:lvl4pPr indent="-317500" lvl="3" marL="1828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9pPr>
          </a:lstStyle>
          <a:p/>
        </p:txBody>
      </p:sp>
      <p:sp>
        <p:nvSpPr>
          <p:cNvPr id="24" name="Google Shape;24;p3"/>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00" u="none" cap="none" strike="noStrike">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25" name="Google Shape;25;p3"/>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26" name="Google Shape;26;p3"/>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1pPr>
            <a:lvl2pPr indent="0" lvl="1"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2pPr>
            <a:lvl3pPr indent="0" lvl="2"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3pPr>
            <a:lvl4pPr indent="0" lvl="3"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4pPr>
            <a:lvl5pPr indent="0" lvl="4"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5pPr>
            <a:lvl6pPr indent="0" lvl="5"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6pPr>
            <a:lvl7pPr indent="0" lvl="6"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7pPr>
            <a:lvl8pPr indent="0" lvl="7"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8pPr>
            <a:lvl9pPr indent="0" lvl="8"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rotWithShape="1">
          <a:blip r:embed="rId2">
            <a:alphaModFix/>
          </a:blip>
          <a:stretch>
            <a:fillRect b="0" l="0" r="0" t="0"/>
          </a:stretch>
        </a:blipFill>
      </p:bgPr>
    </p:bg>
    <p:spTree>
      <p:nvGrpSpPr>
        <p:cNvPr id="27" name="Shape 27"/>
        <p:cNvGrpSpPr/>
        <p:nvPr/>
      </p:nvGrpSpPr>
      <p:grpSpPr>
        <a:xfrm>
          <a:off x="0" y="0"/>
          <a:ext cx="0" cy="0"/>
          <a:chOff x="0" y="0"/>
          <a:chExt cx="0" cy="0"/>
        </a:xfrm>
      </p:grpSpPr>
      <p:sp>
        <p:nvSpPr>
          <p:cNvPr id="28" name="Google Shape;28;p4"/>
          <p:cNvSpPr txBox="1"/>
          <p:nvPr>
            <p:ph type="title"/>
          </p:nvPr>
        </p:nvSpPr>
        <p:spPr>
          <a:xfrm>
            <a:off x="1522414" y="2514601"/>
            <a:ext cx="9144000" cy="28194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66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9" name="Google Shape;29;p4"/>
          <p:cNvSpPr txBox="1"/>
          <p:nvPr>
            <p:ph idx="1" type="body"/>
          </p:nvPr>
        </p:nvSpPr>
        <p:spPr>
          <a:xfrm>
            <a:off x="1522413" y="990600"/>
            <a:ext cx="8229600" cy="11430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0"/>
              </a:spcBef>
              <a:spcAft>
                <a:spcPts val="0"/>
              </a:spcAft>
              <a:buClr>
                <a:schemeClr val="dk1"/>
              </a:buClr>
              <a:buSzPts val="2000"/>
              <a:buFont typeface="Arial"/>
              <a:buNone/>
              <a:defRPr b="0" i="0" sz="2400" u="none" cap="none" strike="noStrike">
                <a:solidFill>
                  <a:schemeClr val="dk1"/>
                </a:solidFill>
                <a:latin typeface="Palatino Linotype"/>
                <a:ea typeface="Palatino Linotype"/>
                <a:cs typeface="Palatino Linotype"/>
                <a:sym typeface="Palatino Linotype"/>
              </a:defRPr>
            </a:lvl1pPr>
            <a:lvl2pPr indent="-228600" lvl="1" marL="914400" marR="0" rtl="0" algn="l">
              <a:lnSpc>
                <a:spcPct val="90000"/>
              </a:lnSpc>
              <a:spcBef>
                <a:spcPts val="800"/>
              </a:spcBef>
              <a:spcAft>
                <a:spcPts val="0"/>
              </a:spcAft>
              <a:buClr>
                <a:srgbClr val="888888"/>
              </a:buClr>
              <a:buSzPts val="1800"/>
              <a:buFont typeface="Arial"/>
              <a:buNone/>
              <a:defRPr b="0" i="0" sz="1800" u="none" cap="none" strike="noStrike">
                <a:solidFill>
                  <a:srgbClr val="888888"/>
                </a:solidFill>
                <a:latin typeface="Palatino Linotype"/>
                <a:ea typeface="Palatino Linotype"/>
                <a:cs typeface="Palatino Linotype"/>
                <a:sym typeface="Palatino Linotype"/>
              </a:defRPr>
            </a:lvl2pPr>
            <a:lvl3pPr indent="-228600" lvl="2" marL="1371600" marR="0" rtl="0" algn="l">
              <a:lnSpc>
                <a:spcPct val="90000"/>
              </a:lnSpc>
              <a:spcBef>
                <a:spcPts val="600"/>
              </a:spcBef>
              <a:spcAft>
                <a:spcPts val="0"/>
              </a:spcAft>
              <a:buClr>
                <a:srgbClr val="888888"/>
              </a:buClr>
              <a:buSzPts val="1600"/>
              <a:buFont typeface="Arial"/>
              <a:buNone/>
              <a:defRPr b="0" i="0" sz="1600" u="none" cap="none" strike="noStrike">
                <a:solidFill>
                  <a:srgbClr val="888888"/>
                </a:solidFill>
                <a:latin typeface="Palatino Linotype"/>
                <a:ea typeface="Palatino Linotype"/>
                <a:cs typeface="Palatino Linotype"/>
                <a:sym typeface="Palatino Linotype"/>
              </a:defRPr>
            </a:lvl3pPr>
            <a:lvl4pPr indent="-228600" lvl="3" marL="1828800" marR="0" rtl="0" algn="l">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4pPr>
            <a:lvl5pPr indent="-228600" lvl="4" marL="2286000" marR="0" rtl="0" algn="l">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5pPr>
            <a:lvl6pPr indent="-228600" lvl="5" marL="2743200" marR="0" rtl="0" algn="l">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6pPr>
            <a:lvl7pPr indent="-228600" lvl="6" marL="3200400" marR="0" rtl="0" algn="l">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7pPr>
            <a:lvl8pPr indent="-228600" lvl="7" marL="3657600" marR="0" rtl="0" algn="l">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8pPr>
            <a:lvl9pPr indent="-228600" lvl="8" marL="4114800" marR="0" rtl="0" algn="l">
              <a:lnSpc>
                <a:spcPct val="90000"/>
              </a:lnSpc>
              <a:spcBef>
                <a:spcPts val="600"/>
              </a:spcBef>
              <a:spcAft>
                <a:spcPts val="0"/>
              </a:spcAft>
              <a:buClr>
                <a:srgbClr val="888888"/>
              </a:buClr>
              <a:buSzPts val="1400"/>
              <a:buFont typeface="Arial"/>
              <a:buNone/>
              <a:defRPr b="0" i="0" sz="1400" u="none" cap="none" strike="noStrike">
                <a:solidFill>
                  <a:srgbClr val="888888"/>
                </a:solidFill>
                <a:latin typeface="Palatino Linotype"/>
                <a:ea typeface="Palatino Linotype"/>
                <a:cs typeface="Palatino Linotype"/>
                <a:sym typeface="Palatino Linotype"/>
              </a:defRPr>
            </a:lvl9pPr>
          </a:lstStyle>
          <a:p/>
        </p:txBody>
      </p:sp>
      <p:sp>
        <p:nvSpPr>
          <p:cNvPr id="30" name="Google Shape;30;p4"/>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31" name="Google Shape;31;p4"/>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32" name="Google Shape;32;p4"/>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000">
                <a:solidFill>
                  <a:schemeClr val="dk1"/>
                </a:solidFill>
                <a:latin typeface="Palatino Linotype"/>
                <a:ea typeface="Palatino Linotype"/>
                <a:cs typeface="Palatino Linotype"/>
                <a:sym typeface="Palatino Linotype"/>
              </a:defRPr>
            </a:lvl1pPr>
            <a:lvl2pPr indent="0" lvl="1" marL="0" marR="0" rtl="0" algn="r">
              <a:spcBef>
                <a:spcPts val="0"/>
              </a:spcBef>
              <a:buNone/>
              <a:defRPr sz="1000">
                <a:solidFill>
                  <a:schemeClr val="dk1"/>
                </a:solidFill>
                <a:latin typeface="Palatino Linotype"/>
                <a:ea typeface="Palatino Linotype"/>
                <a:cs typeface="Palatino Linotype"/>
                <a:sym typeface="Palatino Linotype"/>
              </a:defRPr>
            </a:lvl2pPr>
            <a:lvl3pPr indent="0" lvl="2" marL="0" marR="0" rtl="0" algn="r">
              <a:spcBef>
                <a:spcPts val="0"/>
              </a:spcBef>
              <a:buNone/>
              <a:defRPr sz="1000">
                <a:solidFill>
                  <a:schemeClr val="dk1"/>
                </a:solidFill>
                <a:latin typeface="Palatino Linotype"/>
                <a:ea typeface="Palatino Linotype"/>
                <a:cs typeface="Palatino Linotype"/>
                <a:sym typeface="Palatino Linotype"/>
              </a:defRPr>
            </a:lvl3pPr>
            <a:lvl4pPr indent="0" lvl="3" marL="0" marR="0" rtl="0" algn="r">
              <a:spcBef>
                <a:spcPts val="0"/>
              </a:spcBef>
              <a:buNone/>
              <a:defRPr sz="1000">
                <a:solidFill>
                  <a:schemeClr val="dk1"/>
                </a:solidFill>
                <a:latin typeface="Palatino Linotype"/>
                <a:ea typeface="Palatino Linotype"/>
                <a:cs typeface="Palatino Linotype"/>
                <a:sym typeface="Palatino Linotype"/>
              </a:defRPr>
            </a:lvl4pPr>
            <a:lvl5pPr indent="0" lvl="4" marL="0" marR="0" rtl="0" algn="r">
              <a:spcBef>
                <a:spcPts val="0"/>
              </a:spcBef>
              <a:buNone/>
              <a:defRPr sz="1000">
                <a:solidFill>
                  <a:schemeClr val="dk1"/>
                </a:solidFill>
                <a:latin typeface="Palatino Linotype"/>
                <a:ea typeface="Palatino Linotype"/>
                <a:cs typeface="Palatino Linotype"/>
                <a:sym typeface="Palatino Linotype"/>
              </a:defRPr>
            </a:lvl5pPr>
            <a:lvl6pPr indent="0" lvl="5" marL="0" marR="0" rtl="0" algn="r">
              <a:spcBef>
                <a:spcPts val="0"/>
              </a:spcBef>
              <a:buNone/>
              <a:defRPr sz="1000">
                <a:solidFill>
                  <a:schemeClr val="dk1"/>
                </a:solidFill>
                <a:latin typeface="Palatino Linotype"/>
                <a:ea typeface="Palatino Linotype"/>
                <a:cs typeface="Palatino Linotype"/>
                <a:sym typeface="Palatino Linotype"/>
              </a:defRPr>
            </a:lvl6pPr>
            <a:lvl7pPr indent="0" lvl="6" marL="0" marR="0" rtl="0" algn="r">
              <a:spcBef>
                <a:spcPts val="0"/>
              </a:spcBef>
              <a:buNone/>
              <a:defRPr sz="1000">
                <a:solidFill>
                  <a:schemeClr val="dk1"/>
                </a:solidFill>
                <a:latin typeface="Palatino Linotype"/>
                <a:ea typeface="Palatino Linotype"/>
                <a:cs typeface="Palatino Linotype"/>
                <a:sym typeface="Palatino Linotype"/>
              </a:defRPr>
            </a:lvl7pPr>
            <a:lvl8pPr indent="0" lvl="7" marL="0" marR="0" rtl="0" algn="r">
              <a:spcBef>
                <a:spcPts val="0"/>
              </a:spcBef>
              <a:buNone/>
              <a:defRPr sz="1000">
                <a:solidFill>
                  <a:schemeClr val="dk1"/>
                </a:solidFill>
                <a:latin typeface="Palatino Linotype"/>
                <a:ea typeface="Palatino Linotype"/>
                <a:cs typeface="Palatino Linotype"/>
                <a:sym typeface="Palatino Linotype"/>
              </a:defRPr>
            </a:lvl8pPr>
            <a:lvl9pPr indent="0" lvl="8" marL="0" marR="0" rtl="0" algn="r">
              <a:spcBef>
                <a:spcPts val="0"/>
              </a:spcBef>
              <a:buNone/>
              <a:defRPr sz="1000">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1522414" y="533400"/>
            <a:ext cx="9601200" cy="11430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3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5" name="Google Shape;35;p5"/>
          <p:cNvSpPr txBox="1"/>
          <p:nvPr>
            <p:ph idx="1" type="body"/>
          </p:nvPr>
        </p:nvSpPr>
        <p:spPr>
          <a:xfrm>
            <a:off x="1522414" y="1828800"/>
            <a:ext cx="4645152" cy="41910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800"/>
              </a:spcBef>
              <a:spcAft>
                <a:spcPts val="0"/>
              </a:spcAft>
              <a:buClr>
                <a:schemeClr val="dk1"/>
              </a:buClr>
              <a:buSzPts val="2000"/>
              <a:buFont typeface="Arial"/>
              <a:buChar char="•"/>
              <a:defRPr b="0" i="0" sz="2000" u="none" cap="none" strike="noStrike">
                <a:solidFill>
                  <a:schemeClr val="dk1"/>
                </a:solidFill>
                <a:latin typeface="Palatino Linotype"/>
                <a:ea typeface="Palatino Linotype"/>
                <a:cs typeface="Palatino Linotype"/>
                <a:sym typeface="Palatino Linotype"/>
              </a:defRPr>
            </a:lvl1pPr>
            <a:lvl2pPr indent="-342900" lvl="1" marL="9144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Palatino Linotype"/>
                <a:ea typeface="Palatino Linotype"/>
                <a:cs typeface="Palatino Linotype"/>
                <a:sym typeface="Palatino Linotype"/>
              </a:defRPr>
            </a:lvl2pPr>
            <a:lvl3pPr indent="-330200" lvl="2" marL="13716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Palatino Linotype"/>
                <a:ea typeface="Palatino Linotype"/>
                <a:cs typeface="Palatino Linotype"/>
                <a:sym typeface="Palatino Linotype"/>
              </a:defRPr>
            </a:lvl3pPr>
            <a:lvl4pPr indent="-317500" lvl="3" marL="1828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9pPr>
          </a:lstStyle>
          <a:p/>
        </p:txBody>
      </p:sp>
      <p:sp>
        <p:nvSpPr>
          <p:cNvPr id="36" name="Google Shape;36;p5"/>
          <p:cNvSpPr txBox="1"/>
          <p:nvPr>
            <p:ph idx="2" type="body"/>
          </p:nvPr>
        </p:nvSpPr>
        <p:spPr>
          <a:xfrm>
            <a:off x="6475412" y="1828800"/>
            <a:ext cx="4648201" cy="41910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800"/>
              </a:spcBef>
              <a:spcAft>
                <a:spcPts val="0"/>
              </a:spcAft>
              <a:buClr>
                <a:schemeClr val="dk1"/>
              </a:buClr>
              <a:buSzPts val="2000"/>
              <a:buFont typeface="Arial"/>
              <a:buChar char="•"/>
              <a:defRPr b="0" i="0" sz="2000" u="none" cap="none" strike="noStrike">
                <a:solidFill>
                  <a:schemeClr val="dk1"/>
                </a:solidFill>
                <a:latin typeface="Palatino Linotype"/>
                <a:ea typeface="Palatino Linotype"/>
                <a:cs typeface="Palatino Linotype"/>
                <a:sym typeface="Palatino Linotype"/>
              </a:defRPr>
            </a:lvl1pPr>
            <a:lvl2pPr indent="-342900" lvl="1" marL="9144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Palatino Linotype"/>
                <a:ea typeface="Palatino Linotype"/>
                <a:cs typeface="Palatino Linotype"/>
                <a:sym typeface="Palatino Linotype"/>
              </a:defRPr>
            </a:lvl2pPr>
            <a:lvl3pPr indent="-330200" lvl="2" marL="13716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Palatino Linotype"/>
                <a:ea typeface="Palatino Linotype"/>
                <a:cs typeface="Palatino Linotype"/>
                <a:sym typeface="Palatino Linotype"/>
              </a:defRPr>
            </a:lvl3pPr>
            <a:lvl4pPr indent="-317500" lvl="3" marL="1828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9pPr>
          </a:lstStyle>
          <a:p/>
        </p:txBody>
      </p:sp>
      <p:sp>
        <p:nvSpPr>
          <p:cNvPr id="37" name="Google Shape;37;p5"/>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38" name="Google Shape;38;p5"/>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39" name="Google Shape;39;p5"/>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000">
                <a:solidFill>
                  <a:schemeClr val="dk1"/>
                </a:solidFill>
                <a:latin typeface="Palatino Linotype"/>
                <a:ea typeface="Palatino Linotype"/>
                <a:cs typeface="Palatino Linotype"/>
                <a:sym typeface="Palatino Linotype"/>
              </a:defRPr>
            </a:lvl1pPr>
            <a:lvl2pPr indent="0" lvl="1" marL="0" marR="0" rtl="0" algn="r">
              <a:spcBef>
                <a:spcPts val="0"/>
              </a:spcBef>
              <a:buNone/>
              <a:defRPr sz="1000">
                <a:solidFill>
                  <a:schemeClr val="dk1"/>
                </a:solidFill>
                <a:latin typeface="Palatino Linotype"/>
                <a:ea typeface="Palatino Linotype"/>
                <a:cs typeface="Palatino Linotype"/>
                <a:sym typeface="Palatino Linotype"/>
              </a:defRPr>
            </a:lvl2pPr>
            <a:lvl3pPr indent="0" lvl="2" marL="0" marR="0" rtl="0" algn="r">
              <a:spcBef>
                <a:spcPts val="0"/>
              </a:spcBef>
              <a:buNone/>
              <a:defRPr sz="1000">
                <a:solidFill>
                  <a:schemeClr val="dk1"/>
                </a:solidFill>
                <a:latin typeface="Palatino Linotype"/>
                <a:ea typeface="Palatino Linotype"/>
                <a:cs typeface="Palatino Linotype"/>
                <a:sym typeface="Palatino Linotype"/>
              </a:defRPr>
            </a:lvl3pPr>
            <a:lvl4pPr indent="0" lvl="3" marL="0" marR="0" rtl="0" algn="r">
              <a:spcBef>
                <a:spcPts val="0"/>
              </a:spcBef>
              <a:buNone/>
              <a:defRPr sz="1000">
                <a:solidFill>
                  <a:schemeClr val="dk1"/>
                </a:solidFill>
                <a:latin typeface="Palatino Linotype"/>
                <a:ea typeface="Palatino Linotype"/>
                <a:cs typeface="Palatino Linotype"/>
                <a:sym typeface="Palatino Linotype"/>
              </a:defRPr>
            </a:lvl4pPr>
            <a:lvl5pPr indent="0" lvl="4" marL="0" marR="0" rtl="0" algn="r">
              <a:spcBef>
                <a:spcPts val="0"/>
              </a:spcBef>
              <a:buNone/>
              <a:defRPr sz="1000">
                <a:solidFill>
                  <a:schemeClr val="dk1"/>
                </a:solidFill>
                <a:latin typeface="Palatino Linotype"/>
                <a:ea typeface="Palatino Linotype"/>
                <a:cs typeface="Palatino Linotype"/>
                <a:sym typeface="Palatino Linotype"/>
              </a:defRPr>
            </a:lvl5pPr>
            <a:lvl6pPr indent="0" lvl="5" marL="0" marR="0" rtl="0" algn="r">
              <a:spcBef>
                <a:spcPts val="0"/>
              </a:spcBef>
              <a:buNone/>
              <a:defRPr sz="1000">
                <a:solidFill>
                  <a:schemeClr val="dk1"/>
                </a:solidFill>
                <a:latin typeface="Palatino Linotype"/>
                <a:ea typeface="Palatino Linotype"/>
                <a:cs typeface="Palatino Linotype"/>
                <a:sym typeface="Palatino Linotype"/>
              </a:defRPr>
            </a:lvl6pPr>
            <a:lvl7pPr indent="0" lvl="6" marL="0" marR="0" rtl="0" algn="r">
              <a:spcBef>
                <a:spcPts val="0"/>
              </a:spcBef>
              <a:buNone/>
              <a:defRPr sz="1000">
                <a:solidFill>
                  <a:schemeClr val="dk1"/>
                </a:solidFill>
                <a:latin typeface="Palatino Linotype"/>
                <a:ea typeface="Palatino Linotype"/>
                <a:cs typeface="Palatino Linotype"/>
                <a:sym typeface="Palatino Linotype"/>
              </a:defRPr>
            </a:lvl7pPr>
            <a:lvl8pPr indent="0" lvl="7" marL="0" marR="0" rtl="0" algn="r">
              <a:spcBef>
                <a:spcPts val="0"/>
              </a:spcBef>
              <a:buNone/>
              <a:defRPr sz="1000">
                <a:solidFill>
                  <a:schemeClr val="dk1"/>
                </a:solidFill>
                <a:latin typeface="Palatino Linotype"/>
                <a:ea typeface="Palatino Linotype"/>
                <a:cs typeface="Palatino Linotype"/>
                <a:sym typeface="Palatino Linotype"/>
              </a:defRPr>
            </a:lvl8pPr>
            <a:lvl9pPr indent="0" lvl="8" marL="0" marR="0" rtl="0" algn="r">
              <a:spcBef>
                <a:spcPts val="0"/>
              </a:spcBef>
              <a:buNone/>
              <a:defRPr sz="1000">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1522414" y="533400"/>
            <a:ext cx="9601200" cy="11430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3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6"/>
          <p:cNvSpPr txBox="1"/>
          <p:nvPr>
            <p:ph idx="1" type="body"/>
          </p:nvPr>
        </p:nvSpPr>
        <p:spPr>
          <a:xfrm>
            <a:off x="1522414" y="1828800"/>
            <a:ext cx="4645152" cy="7620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90000"/>
              </a:lnSpc>
              <a:spcBef>
                <a:spcPts val="0"/>
              </a:spcBef>
              <a:spcAft>
                <a:spcPts val="0"/>
              </a:spcAft>
              <a:buClr>
                <a:schemeClr val="dk1"/>
              </a:buClr>
              <a:buSzPts val="2000"/>
              <a:buFont typeface="Arial"/>
              <a:buNone/>
              <a:defRPr b="0" i="0" sz="2400" u="none" cap="none" strike="noStrike">
                <a:solidFill>
                  <a:schemeClr val="dk1"/>
                </a:solidFill>
                <a:latin typeface="Palatino Linotype"/>
                <a:ea typeface="Palatino Linotype"/>
                <a:cs typeface="Palatino Linotype"/>
                <a:sym typeface="Palatino Linotype"/>
              </a:defRPr>
            </a:lvl1pPr>
            <a:lvl2pPr indent="-228600" lvl="1" marL="914400" marR="0" rtl="0" algn="l">
              <a:lnSpc>
                <a:spcPct val="90000"/>
              </a:lnSpc>
              <a:spcBef>
                <a:spcPts val="800"/>
              </a:spcBef>
              <a:spcAft>
                <a:spcPts val="0"/>
              </a:spcAft>
              <a:buClr>
                <a:schemeClr val="dk1"/>
              </a:buClr>
              <a:buSzPts val="1800"/>
              <a:buFont typeface="Arial"/>
              <a:buNone/>
              <a:defRPr b="1" i="0" sz="2000" u="none" cap="none" strike="noStrike">
                <a:solidFill>
                  <a:schemeClr val="dk1"/>
                </a:solidFill>
                <a:latin typeface="Palatino Linotype"/>
                <a:ea typeface="Palatino Linotype"/>
                <a:cs typeface="Palatino Linotype"/>
                <a:sym typeface="Palatino Linotype"/>
              </a:defRPr>
            </a:lvl2pPr>
            <a:lvl3pPr indent="-228600" lvl="2" marL="1371600" marR="0" rtl="0" algn="l">
              <a:lnSpc>
                <a:spcPct val="90000"/>
              </a:lnSpc>
              <a:spcBef>
                <a:spcPts val="600"/>
              </a:spcBef>
              <a:spcAft>
                <a:spcPts val="0"/>
              </a:spcAft>
              <a:buClr>
                <a:schemeClr val="dk1"/>
              </a:buClr>
              <a:buSzPts val="1600"/>
              <a:buFont typeface="Arial"/>
              <a:buNone/>
              <a:defRPr b="1" i="0" sz="1800" u="none" cap="none" strike="noStrike">
                <a:solidFill>
                  <a:schemeClr val="dk1"/>
                </a:solidFill>
                <a:latin typeface="Palatino Linotype"/>
                <a:ea typeface="Palatino Linotype"/>
                <a:cs typeface="Palatino Linotype"/>
                <a:sym typeface="Palatino Linotype"/>
              </a:defRPr>
            </a:lvl3pPr>
            <a:lvl4pPr indent="-228600" lvl="3" marL="18288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4pPr>
            <a:lvl5pPr indent="-228600" lvl="4" marL="22860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5pPr>
            <a:lvl6pPr indent="-228600" lvl="5" marL="27432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6pPr>
            <a:lvl7pPr indent="-228600" lvl="6" marL="32004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7pPr>
            <a:lvl8pPr indent="-228600" lvl="7" marL="36576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8pPr>
            <a:lvl9pPr indent="-228600" lvl="8" marL="41148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9pPr>
          </a:lstStyle>
          <a:p/>
        </p:txBody>
      </p:sp>
      <p:sp>
        <p:nvSpPr>
          <p:cNvPr id="43" name="Google Shape;43;p6"/>
          <p:cNvSpPr txBox="1"/>
          <p:nvPr>
            <p:ph idx="2" type="body"/>
          </p:nvPr>
        </p:nvSpPr>
        <p:spPr>
          <a:xfrm>
            <a:off x="1522414" y="2667000"/>
            <a:ext cx="4645152" cy="33528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800"/>
              </a:spcBef>
              <a:spcAft>
                <a:spcPts val="0"/>
              </a:spcAft>
              <a:buClr>
                <a:schemeClr val="dk1"/>
              </a:buClr>
              <a:buSzPts val="2000"/>
              <a:buFont typeface="Arial"/>
              <a:buChar char="•"/>
              <a:defRPr b="0" i="0" sz="2000" u="none" cap="none" strike="noStrike">
                <a:solidFill>
                  <a:schemeClr val="dk1"/>
                </a:solidFill>
                <a:latin typeface="Palatino Linotype"/>
                <a:ea typeface="Palatino Linotype"/>
                <a:cs typeface="Palatino Linotype"/>
                <a:sym typeface="Palatino Linotype"/>
              </a:defRPr>
            </a:lvl1pPr>
            <a:lvl2pPr indent="-342900" lvl="1" marL="9144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Palatino Linotype"/>
                <a:ea typeface="Palatino Linotype"/>
                <a:cs typeface="Palatino Linotype"/>
                <a:sym typeface="Palatino Linotype"/>
              </a:defRPr>
            </a:lvl2pPr>
            <a:lvl3pPr indent="-330200" lvl="2" marL="13716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Palatino Linotype"/>
                <a:ea typeface="Palatino Linotype"/>
                <a:cs typeface="Palatino Linotype"/>
                <a:sym typeface="Palatino Linotype"/>
              </a:defRPr>
            </a:lvl3pPr>
            <a:lvl4pPr indent="-317500" lvl="3" marL="1828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9pPr>
          </a:lstStyle>
          <a:p/>
        </p:txBody>
      </p:sp>
      <p:sp>
        <p:nvSpPr>
          <p:cNvPr id="44" name="Google Shape;44;p6"/>
          <p:cNvSpPr txBox="1"/>
          <p:nvPr>
            <p:ph idx="3" type="body"/>
          </p:nvPr>
        </p:nvSpPr>
        <p:spPr>
          <a:xfrm>
            <a:off x="6478462" y="1828800"/>
            <a:ext cx="4645152" cy="7620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90000"/>
              </a:lnSpc>
              <a:spcBef>
                <a:spcPts val="0"/>
              </a:spcBef>
              <a:spcAft>
                <a:spcPts val="0"/>
              </a:spcAft>
              <a:buClr>
                <a:schemeClr val="dk1"/>
              </a:buClr>
              <a:buSzPts val="2000"/>
              <a:buFont typeface="Arial"/>
              <a:buNone/>
              <a:defRPr b="0" i="0" sz="2400" u="none" cap="none" strike="noStrike">
                <a:solidFill>
                  <a:schemeClr val="dk1"/>
                </a:solidFill>
                <a:latin typeface="Palatino Linotype"/>
                <a:ea typeface="Palatino Linotype"/>
                <a:cs typeface="Palatino Linotype"/>
                <a:sym typeface="Palatino Linotype"/>
              </a:defRPr>
            </a:lvl1pPr>
            <a:lvl2pPr indent="-228600" lvl="1" marL="914400" marR="0" rtl="0" algn="l">
              <a:lnSpc>
                <a:spcPct val="90000"/>
              </a:lnSpc>
              <a:spcBef>
                <a:spcPts val="800"/>
              </a:spcBef>
              <a:spcAft>
                <a:spcPts val="0"/>
              </a:spcAft>
              <a:buClr>
                <a:schemeClr val="dk1"/>
              </a:buClr>
              <a:buSzPts val="1800"/>
              <a:buFont typeface="Arial"/>
              <a:buNone/>
              <a:defRPr b="1" i="0" sz="2000" u="none" cap="none" strike="noStrike">
                <a:solidFill>
                  <a:schemeClr val="dk1"/>
                </a:solidFill>
                <a:latin typeface="Palatino Linotype"/>
                <a:ea typeface="Palatino Linotype"/>
                <a:cs typeface="Palatino Linotype"/>
                <a:sym typeface="Palatino Linotype"/>
              </a:defRPr>
            </a:lvl2pPr>
            <a:lvl3pPr indent="-228600" lvl="2" marL="1371600" marR="0" rtl="0" algn="l">
              <a:lnSpc>
                <a:spcPct val="90000"/>
              </a:lnSpc>
              <a:spcBef>
                <a:spcPts val="600"/>
              </a:spcBef>
              <a:spcAft>
                <a:spcPts val="0"/>
              </a:spcAft>
              <a:buClr>
                <a:schemeClr val="dk1"/>
              </a:buClr>
              <a:buSzPts val="1600"/>
              <a:buFont typeface="Arial"/>
              <a:buNone/>
              <a:defRPr b="1" i="0" sz="1800" u="none" cap="none" strike="noStrike">
                <a:solidFill>
                  <a:schemeClr val="dk1"/>
                </a:solidFill>
                <a:latin typeface="Palatino Linotype"/>
                <a:ea typeface="Palatino Linotype"/>
                <a:cs typeface="Palatino Linotype"/>
                <a:sym typeface="Palatino Linotype"/>
              </a:defRPr>
            </a:lvl3pPr>
            <a:lvl4pPr indent="-228600" lvl="3" marL="18288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4pPr>
            <a:lvl5pPr indent="-228600" lvl="4" marL="22860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5pPr>
            <a:lvl6pPr indent="-228600" lvl="5" marL="27432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6pPr>
            <a:lvl7pPr indent="-228600" lvl="6" marL="32004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7pPr>
            <a:lvl8pPr indent="-228600" lvl="7" marL="36576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8pPr>
            <a:lvl9pPr indent="-228600" lvl="8" marL="4114800" marR="0" rtl="0" algn="l">
              <a:lnSpc>
                <a:spcPct val="90000"/>
              </a:lnSpc>
              <a:spcBef>
                <a:spcPts val="600"/>
              </a:spcBef>
              <a:spcAft>
                <a:spcPts val="0"/>
              </a:spcAft>
              <a:buClr>
                <a:schemeClr val="dk1"/>
              </a:buClr>
              <a:buSzPts val="1400"/>
              <a:buFont typeface="Arial"/>
              <a:buNone/>
              <a:defRPr b="1" i="0" sz="1600" u="none" cap="none" strike="noStrike">
                <a:solidFill>
                  <a:schemeClr val="dk1"/>
                </a:solidFill>
                <a:latin typeface="Palatino Linotype"/>
                <a:ea typeface="Palatino Linotype"/>
                <a:cs typeface="Palatino Linotype"/>
                <a:sym typeface="Palatino Linotype"/>
              </a:defRPr>
            </a:lvl9pPr>
          </a:lstStyle>
          <a:p/>
        </p:txBody>
      </p:sp>
      <p:sp>
        <p:nvSpPr>
          <p:cNvPr id="45" name="Google Shape;45;p6"/>
          <p:cNvSpPr txBox="1"/>
          <p:nvPr>
            <p:ph idx="4" type="body"/>
          </p:nvPr>
        </p:nvSpPr>
        <p:spPr>
          <a:xfrm>
            <a:off x="6478462" y="2667000"/>
            <a:ext cx="4645152" cy="33528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800"/>
              </a:spcBef>
              <a:spcAft>
                <a:spcPts val="0"/>
              </a:spcAft>
              <a:buClr>
                <a:schemeClr val="dk1"/>
              </a:buClr>
              <a:buSzPts val="2000"/>
              <a:buFont typeface="Arial"/>
              <a:buChar char="•"/>
              <a:defRPr b="0" i="0" sz="2000" u="none" cap="none" strike="noStrike">
                <a:solidFill>
                  <a:schemeClr val="dk1"/>
                </a:solidFill>
                <a:latin typeface="Palatino Linotype"/>
                <a:ea typeface="Palatino Linotype"/>
                <a:cs typeface="Palatino Linotype"/>
                <a:sym typeface="Palatino Linotype"/>
              </a:defRPr>
            </a:lvl1pPr>
            <a:lvl2pPr indent="-342900" lvl="1" marL="9144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Palatino Linotype"/>
                <a:ea typeface="Palatino Linotype"/>
                <a:cs typeface="Palatino Linotype"/>
                <a:sym typeface="Palatino Linotype"/>
              </a:defRPr>
            </a:lvl2pPr>
            <a:lvl3pPr indent="-330200" lvl="2" marL="13716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Palatino Linotype"/>
                <a:ea typeface="Palatino Linotype"/>
                <a:cs typeface="Palatino Linotype"/>
                <a:sym typeface="Palatino Linotype"/>
              </a:defRPr>
            </a:lvl3pPr>
            <a:lvl4pPr indent="-317500" lvl="3" marL="1828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9pPr>
          </a:lstStyle>
          <a:p/>
        </p:txBody>
      </p:sp>
      <p:sp>
        <p:nvSpPr>
          <p:cNvPr id="46" name="Google Shape;46;p6"/>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47" name="Google Shape;47;p6"/>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48" name="Google Shape;48;p6"/>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000">
                <a:solidFill>
                  <a:schemeClr val="dk1"/>
                </a:solidFill>
                <a:latin typeface="Palatino Linotype"/>
                <a:ea typeface="Palatino Linotype"/>
                <a:cs typeface="Palatino Linotype"/>
                <a:sym typeface="Palatino Linotype"/>
              </a:defRPr>
            </a:lvl1pPr>
            <a:lvl2pPr indent="0" lvl="1" marL="0" marR="0" rtl="0" algn="r">
              <a:spcBef>
                <a:spcPts val="0"/>
              </a:spcBef>
              <a:buNone/>
              <a:defRPr sz="1000">
                <a:solidFill>
                  <a:schemeClr val="dk1"/>
                </a:solidFill>
                <a:latin typeface="Palatino Linotype"/>
                <a:ea typeface="Palatino Linotype"/>
                <a:cs typeface="Palatino Linotype"/>
                <a:sym typeface="Palatino Linotype"/>
              </a:defRPr>
            </a:lvl2pPr>
            <a:lvl3pPr indent="0" lvl="2" marL="0" marR="0" rtl="0" algn="r">
              <a:spcBef>
                <a:spcPts val="0"/>
              </a:spcBef>
              <a:buNone/>
              <a:defRPr sz="1000">
                <a:solidFill>
                  <a:schemeClr val="dk1"/>
                </a:solidFill>
                <a:latin typeface="Palatino Linotype"/>
                <a:ea typeface="Palatino Linotype"/>
                <a:cs typeface="Palatino Linotype"/>
                <a:sym typeface="Palatino Linotype"/>
              </a:defRPr>
            </a:lvl3pPr>
            <a:lvl4pPr indent="0" lvl="3" marL="0" marR="0" rtl="0" algn="r">
              <a:spcBef>
                <a:spcPts val="0"/>
              </a:spcBef>
              <a:buNone/>
              <a:defRPr sz="1000">
                <a:solidFill>
                  <a:schemeClr val="dk1"/>
                </a:solidFill>
                <a:latin typeface="Palatino Linotype"/>
                <a:ea typeface="Palatino Linotype"/>
                <a:cs typeface="Palatino Linotype"/>
                <a:sym typeface="Palatino Linotype"/>
              </a:defRPr>
            </a:lvl4pPr>
            <a:lvl5pPr indent="0" lvl="4" marL="0" marR="0" rtl="0" algn="r">
              <a:spcBef>
                <a:spcPts val="0"/>
              </a:spcBef>
              <a:buNone/>
              <a:defRPr sz="1000">
                <a:solidFill>
                  <a:schemeClr val="dk1"/>
                </a:solidFill>
                <a:latin typeface="Palatino Linotype"/>
                <a:ea typeface="Palatino Linotype"/>
                <a:cs typeface="Palatino Linotype"/>
                <a:sym typeface="Palatino Linotype"/>
              </a:defRPr>
            </a:lvl5pPr>
            <a:lvl6pPr indent="0" lvl="5" marL="0" marR="0" rtl="0" algn="r">
              <a:spcBef>
                <a:spcPts val="0"/>
              </a:spcBef>
              <a:buNone/>
              <a:defRPr sz="1000">
                <a:solidFill>
                  <a:schemeClr val="dk1"/>
                </a:solidFill>
                <a:latin typeface="Palatino Linotype"/>
                <a:ea typeface="Palatino Linotype"/>
                <a:cs typeface="Palatino Linotype"/>
                <a:sym typeface="Palatino Linotype"/>
              </a:defRPr>
            </a:lvl6pPr>
            <a:lvl7pPr indent="0" lvl="6" marL="0" marR="0" rtl="0" algn="r">
              <a:spcBef>
                <a:spcPts val="0"/>
              </a:spcBef>
              <a:buNone/>
              <a:defRPr sz="1000">
                <a:solidFill>
                  <a:schemeClr val="dk1"/>
                </a:solidFill>
                <a:latin typeface="Palatino Linotype"/>
                <a:ea typeface="Palatino Linotype"/>
                <a:cs typeface="Palatino Linotype"/>
                <a:sym typeface="Palatino Linotype"/>
              </a:defRPr>
            </a:lvl7pPr>
            <a:lvl8pPr indent="0" lvl="7" marL="0" marR="0" rtl="0" algn="r">
              <a:spcBef>
                <a:spcPts val="0"/>
              </a:spcBef>
              <a:buNone/>
              <a:defRPr sz="1000">
                <a:solidFill>
                  <a:schemeClr val="dk1"/>
                </a:solidFill>
                <a:latin typeface="Palatino Linotype"/>
                <a:ea typeface="Palatino Linotype"/>
                <a:cs typeface="Palatino Linotype"/>
                <a:sym typeface="Palatino Linotype"/>
              </a:defRPr>
            </a:lvl8pPr>
            <a:lvl9pPr indent="0" lvl="8" marL="0" marR="0" rtl="0" algn="r">
              <a:spcBef>
                <a:spcPts val="0"/>
              </a:spcBef>
              <a:buNone/>
              <a:defRPr sz="1000">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1522414" y="533400"/>
            <a:ext cx="9601200" cy="11430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3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1" name="Google Shape;51;p7"/>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52" name="Google Shape;52;p7"/>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53" name="Google Shape;53;p7"/>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000">
                <a:solidFill>
                  <a:schemeClr val="dk1"/>
                </a:solidFill>
                <a:latin typeface="Palatino Linotype"/>
                <a:ea typeface="Palatino Linotype"/>
                <a:cs typeface="Palatino Linotype"/>
                <a:sym typeface="Palatino Linotype"/>
              </a:defRPr>
            </a:lvl1pPr>
            <a:lvl2pPr indent="0" lvl="1" marL="0" marR="0" rtl="0" algn="r">
              <a:spcBef>
                <a:spcPts val="0"/>
              </a:spcBef>
              <a:buNone/>
              <a:defRPr sz="1000">
                <a:solidFill>
                  <a:schemeClr val="dk1"/>
                </a:solidFill>
                <a:latin typeface="Palatino Linotype"/>
                <a:ea typeface="Palatino Linotype"/>
                <a:cs typeface="Palatino Linotype"/>
                <a:sym typeface="Palatino Linotype"/>
              </a:defRPr>
            </a:lvl2pPr>
            <a:lvl3pPr indent="0" lvl="2" marL="0" marR="0" rtl="0" algn="r">
              <a:spcBef>
                <a:spcPts val="0"/>
              </a:spcBef>
              <a:buNone/>
              <a:defRPr sz="1000">
                <a:solidFill>
                  <a:schemeClr val="dk1"/>
                </a:solidFill>
                <a:latin typeface="Palatino Linotype"/>
                <a:ea typeface="Palatino Linotype"/>
                <a:cs typeface="Palatino Linotype"/>
                <a:sym typeface="Palatino Linotype"/>
              </a:defRPr>
            </a:lvl3pPr>
            <a:lvl4pPr indent="0" lvl="3" marL="0" marR="0" rtl="0" algn="r">
              <a:spcBef>
                <a:spcPts val="0"/>
              </a:spcBef>
              <a:buNone/>
              <a:defRPr sz="1000">
                <a:solidFill>
                  <a:schemeClr val="dk1"/>
                </a:solidFill>
                <a:latin typeface="Palatino Linotype"/>
                <a:ea typeface="Palatino Linotype"/>
                <a:cs typeface="Palatino Linotype"/>
                <a:sym typeface="Palatino Linotype"/>
              </a:defRPr>
            </a:lvl4pPr>
            <a:lvl5pPr indent="0" lvl="4" marL="0" marR="0" rtl="0" algn="r">
              <a:spcBef>
                <a:spcPts val="0"/>
              </a:spcBef>
              <a:buNone/>
              <a:defRPr sz="1000">
                <a:solidFill>
                  <a:schemeClr val="dk1"/>
                </a:solidFill>
                <a:latin typeface="Palatino Linotype"/>
                <a:ea typeface="Palatino Linotype"/>
                <a:cs typeface="Palatino Linotype"/>
                <a:sym typeface="Palatino Linotype"/>
              </a:defRPr>
            </a:lvl5pPr>
            <a:lvl6pPr indent="0" lvl="5" marL="0" marR="0" rtl="0" algn="r">
              <a:spcBef>
                <a:spcPts val="0"/>
              </a:spcBef>
              <a:buNone/>
              <a:defRPr sz="1000">
                <a:solidFill>
                  <a:schemeClr val="dk1"/>
                </a:solidFill>
                <a:latin typeface="Palatino Linotype"/>
                <a:ea typeface="Palatino Linotype"/>
                <a:cs typeface="Palatino Linotype"/>
                <a:sym typeface="Palatino Linotype"/>
              </a:defRPr>
            </a:lvl6pPr>
            <a:lvl7pPr indent="0" lvl="6" marL="0" marR="0" rtl="0" algn="r">
              <a:spcBef>
                <a:spcPts val="0"/>
              </a:spcBef>
              <a:buNone/>
              <a:defRPr sz="1000">
                <a:solidFill>
                  <a:schemeClr val="dk1"/>
                </a:solidFill>
                <a:latin typeface="Palatino Linotype"/>
                <a:ea typeface="Palatino Linotype"/>
                <a:cs typeface="Palatino Linotype"/>
                <a:sym typeface="Palatino Linotype"/>
              </a:defRPr>
            </a:lvl7pPr>
            <a:lvl8pPr indent="0" lvl="7" marL="0" marR="0" rtl="0" algn="r">
              <a:spcBef>
                <a:spcPts val="0"/>
              </a:spcBef>
              <a:buNone/>
              <a:defRPr sz="1000">
                <a:solidFill>
                  <a:schemeClr val="dk1"/>
                </a:solidFill>
                <a:latin typeface="Palatino Linotype"/>
                <a:ea typeface="Palatino Linotype"/>
                <a:cs typeface="Palatino Linotype"/>
                <a:sym typeface="Palatino Linotype"/>
              </a:defRPr>
            </a:lvl8pPr>
            <a:lvl9pPr indent="0" lvl="8" marL="0" marR="0" rtl="0" algn="r">
              <a:spcBef>
                <a:spcPts val="0"/>
              </a:spcBef>
              <a:buNone/>
              <a:defRPr sz="1000">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rotWithShape="1">
          <a:blip r:embed="rId2">
            <a:alphaModFix/>
          </a:blip>
          <a:stretch>
            <a:fillRect b="0" l="0" r="0" t="0"/>
          </a:stretch>
        </a:blipFill>
      </p:bgPr>
    </p:bg>
    <p:spTree>
      <p:nvGrpSpPr>
        <p:cNvPr id="54" name="Shape 54"/>
        <p:cNvGrpSpPr/>
        <p:nvPr/>
      </p:nvGrpSpPr>
      <p:grpSpPr>
        <a:xfrm>
          <a:off x="0" y="0"/>
          <a:ext cx="0" cy="0"/>
          <a:chOff x="0" y="0"/>
          <a:chExt cx="0" cy="0"/>
        </a:xfrm>
      </p:grpSpPr>
      <p:sp>
        <p:nvSpPr>
          <p:cNvPr id="55" name="Google Shape;55;p8"/>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56" name="Google Shape;56;p8"/>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57" name="Google Shape;57;p8"/>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000">
                <a:solidFill>
                  <a:schemeClr val="dk1"/>
                </a:solidFill>
                <a:latin typeface="Palatino Linotype"/>
                <a:ea typeface="Palatino Linotype"/>
                <a:cs typeface="Palatino Linotype"/>
                <a:sym typeface="Palatino Linotype"/>
              </a:defRPr>
            </a:lvl1pPr>
            <a:lvl2pPr indent="0" lvl="1" marL="0" marR="0" rtl="0" algn="r">
              <a:spcBef>
                <a:spcPts val="0"/>
              </a:spcBef>
              <a:buNone/>
              <a:defRPr sz="1000">
                <a:solidFill>
                  <a:schemeClr val="dk1"/>
                </a:solidFill>
                <a:latin typeface="Palatino Linotype"/>
                <a:ea typeface="Palatino Linotype"/>
                <a:cs typeface="Palatino Linotype"/>
                <a:sym typeface="Palatino Linotype"/>
              </a:defRPr>
            </a:lvl2pPr>
            <a:lvl3pPr indent="0" lvl="2" marL="0" marR="0" rtl="0" algn="r">
              <a:spcBef>
                <a:spcPts val="0"/>
              </a:spcBef>
              <a:buNone/>
              <a:defRPr sz="1000">
                <a:solidFill>
                  <a:schemeClr val="dk1"/>
                </a:solidFill>
                <a:latin typeface="Palatino Linotype"/>
                <a:ea typeface="Palatino Linotype"/>
                <a:cs typeface="Palatino Linotype"/>
                <a:sym typeface="Palatino Linotype"/>
              </a:defRPr>
            </a:lvl3pPr>
            <a:lvl4pPr indent="0" lvl="3" marL="0" marR="0" rtl="0" algn="r">
              <a:spcBef>
                <a:spcPts val="0"/>
              </a:spcBef>
              <a:buNone/>
              <a:defRPr sz="1000">
                <a:solidFill>
                  <a:schemeClr val="dk1"/>
                </a:solidFill>
                <a:latin typeface="Palatino Linotype"/>
                <a:ea typeface="Palatino Linotype"/>
                <a:cs typeface="Palatino Linotype"/>
                <a:sym typeface="Palatino Linotype"/>
              </a:defRPr>
            </a:lvl4pPr>
            <a:lvl5pPr indent="0" lvl="4" marL="0" marR="0" rtl="0" algn="r">
              <a:spcBef>
                <a:spcPts val="0"/>
              </a:spcBef>
              <a:buNone/>
              <a:defRPr sz="1000">
                <a:solidFill>
                  <a:schemeClr val="dk1"/>
                </a:solidFill>
                <a:latin typeface="Palatino Linotype"/>
                <a:ea typeface="Palatino Linotype"/>
                <a:cs typeface="Palatino Linotype"/>
                <a:sym typeface="Palatino Linotype"/>
              </a:defRPr>
            </a:lvl5pPr>
            <a:lvl6pPr indent="0" lvl="5" marL="0" marR="0" rtl="0" algn="r">
              <a:spcBef>
                <a:spcPts val="0"/>
              </a:spcBef>
              <a:buNone/>
              <a:defRPr sz="1000">
                <a:solidFill>
                  <a:schemeClr val="dk1"/>
                </a:solidFill>
                <a:latin typeface="Palatino Linotype"/>
                <a:ea typeface="Palatino Linotype"/>
                <a:cs typeface="Palatino Linotype"/>
                <a:sym typeface="Palatino Linotype"/>
              </a:defRPr>
            </a:lvl6pPr>
            <a:lvl7pPr indent="0" lvl="6" marL="0" marR="0" rtl="0" algn="r">
              <a:spcBef>
                <a:spcPts val="0"/>
              </a:spcBef>
              <a:buNone/>
              <a:defRPr sz="1000">
                <a:solidFill>
                  <a:schemeClr val="dk1"/>
                </a:solidFill>
                <a:latin typeface="Palatino Linotype"/>
                <a:ea typeface="Palatino Linotype"/>
                <a:cs typeface="Palatino Linotype"/>
                <a:sym typeface="Palatino Linotype"/>
              </a:defRPr>
            </a:lvl7pPr>
            <a:lvl8pPr indent="0" lvl="7" marL="0" marR="0" rtl="0" algn="r">
              <a:spcBef>
                <a:spcPts val="0"/>
              </a:spcBef>
              <a:buNone/>
              <a:defRPr sz="1000">
                <a:solidFill>
                  <a:schemeClr val="dk1"/>
                </a:solidFill>
                <a:latin typeface="Palatino Linotype"/>
                <a:ea typeface="Palatino Linotype"/>
                <a:cs typeface="Palatino Linotype"/>
                <a:sym typeface="Palatino Linotype"/>
              </a:defRPr>
            </a:lvl8pPr>
            <a:lvl9pPr indent="0" lvl="8" marL="0" marR="0" rtl="0" algn="r">
              <a:spcBef>
                <a:spcPts val="0"/>
              </a:spcBef>
              <a:buNone/>
              <a:defRPr sz="1000">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blipFill rotWithShape="1">
          <a:blip r:embed="rId2">
            <a:alphaModFix/>
          </a:blip>
          <a:stretch>
            <a:fillRect b="0" l="0" r="0" t="0"/>
          </a:stretch>
        </a:blipFill>
      </p:bgPr>
    </p:bg>
    <p:spTree>
      <p:nvGrpSpPr>
        <p:cNvPr id="58" name="Shape 58"/>
        <p:cNvGrpSpPr/>
        <p:nvPr/>
      </p:nvGrpSpPr>
      <p:grpSpPr>
        <a:xfrm>
          <a:off x="0" y="0"/>
          <a:ext cx="0" cy="0"/>
          <a:chOff x="0" y="0"/>
          <a:chExt cx="0" cy="0"/>
        </a:xfrm>
      </p:grpSpPr>
      <p:sp>
        <p:nvSpPr>
          <p:cNvPr id="59" name="Google Shape;59;p9"/>
          <p:cNvSpPr txBox="1"/>
          <p:nvPr>
            <p:ph type="title"/>
          </p:nvPr>
        </p:nvSpPr>
        <p:spPr>
          <a:xfrm>
            <a:off x="836613" y="2590800"/>
            <a:ext cx="3276599" cy="192405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3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0" name="Google Shape;60;p9"/>
          <p:cNvSpPr txBox="1"/>
          <p:nvPr>
            <p:ph idx="1" type="body"/>
          </p:nvPr>
        </p:nvSpPr>
        <p:spPr>
          <a:xfrm>
            <a:off x="5180012" y="838200"/>
            <a:ext cx="6172201" cy="51816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800"/>
              </a:spcBef>
              <a:spcAft>
                <a:spcPts val="0"/>
              </a:spcAft>
              <a:buClr>
                <a:schemeClr val="dk1"/>
              </a:buClr>
              <a:buSzPts val="2000"/>
              <a:buFont typeface="Arial"/>
              <a:buChar char="•"/>
              <a:defRPr b="0" i="0" sz="2000" u="none" cap="none" strike="noStrike">
                <a:solidFill>
                  <a:schemeClr val="dk1"/>
                </a:solidFill>
                <a:latin typeface="Palatino Linotype"/>
                <a:ea typeface="Palatino Linotype"/>
                <a:cs typeface="Palatino Linotype"/>
                <a:sym typeface="Palatino Linotype"/>
              </a:defRPr>
            </a:lvl1pPr>
            <a:lvl2pPr indent="-342900" lvl="1" marL="9144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Palatino Linotype"/>
                <a:ea typeface="Palatino Linotype"/>
                <a:cs typeface="Palatino Linotype"/>
                <a:sym typeface="Palatino Linotype"/>
              </a:defRPr>
            </a:lvl2pPr>
            <a:lvl3pPr indent="-330200" lvl="2" marL="13716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Palatino Linotype"/>
                <a:ea typeface="Palatino Linotype"/>
                <a:cs typeface="Palatino Linotype"/>
                <a:sym typeface="Palatino Linotype"/>
              </a:defRPr>
            </a:lvl3pPr>
            <a:lvl4pPr indent="-317500" lvl="3" marL="1828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9pPr>
          </a:lstStyle>
          <a:p/>
        </p:txBody>
      </p:sp>
      <p:sp>
        <p:nvSpPr>
          <p:cNvPr id="61" name="Google Shape;61;p9"/>
          <p:cNvSpPr txBox="1"/>
          <p:nvPr>
            <p:ph idx="2" type="body"/>
          </p:nvPr>
        </p:nvSpPr>
        <p:spPr>
          <a:xfrm>
            <a:off x="836613" y="4648200"/>
            <a:ext cx="3276599" cy="1371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600"/>
              </a:spcBef>
              <a:spcAft>
                <a:spcPts val="0"/>
              </a:spcAft>
              <a:buClr>
                <a:schemeClr val="dk1"/>
              </a:buClr>
              <a:buSzPts val="2000"/>
              <a:buFont typeface="Arial"/>
              <a:buNone/>
              <a:defRPr b="0" i="0" sz="1600" u="none" cap="none" strike="noStrike">
                <a:solidFill>
                  <a:schemeClr val="dk1"/>
                </a:solidFill>
                <a:latin typeface="Palatino Linotype"/>
                <a:ea typeface="Palatino Linotype"/>
                <a:cs typeface="Palatino Linotype"/>
                <a:sym typeface="Palatino Linotype"/>
              </a:defRPr>
            </a:lvl1pPr>
            <a:lvl2pPr indent="-228600" lvl="1" marL="914400" marR="0" rtl="0" algn="l">
              <a:lnSpc>
                <a:spcPct val="90000"/>
              </a:lnSpc>
              <a:spcBef>
                <a:spcPts val="800"/>
              </a:spcBef>
              <a:spcAft>
                <a:spcPts val="0"/>
              </a:spcAft>
              <a:buClr>
                <a:schemeClr val="dk1"/>
              </a:buClr>
              <a:buSzPts val="1800"/>
              <a:buFont typeface="Arial"/>
              <a:buNone/>
              <a:defRPr b="0" i="0" sz="1200" u="none" cap="none" strike="noStrike">
                <a:solidFill>
                  <a:schemeClr val="dk1"/>
                </a:solidFill>
                <a:latin typeface="Palatino Linotype"/>
                <a:ea typeface="Palatino Linotype"/>
                <a:cs typeface="Palatino Linotype"/>
                <a:sym typeface="Palatino Linotype"/>
              </a:defRPr>
            </a:lvl2pPr>
            <a:lvl3pPr indent="-228600" lvl="2" marL="1371600" marR="0" rtl="0" algn="l">
              <a:lnSpc>
                <a:spcPct val="90000"/>
              </a:lnSpc>
              <a:spcBef>
                <a:spcPts val="600"/>
              </a:spcBef>
              <a:spcAft>
                <a:spcPts val="0"/>
              </a:spcAft>
              <a:buClr>
                <a:schemeClr val="dk1"/>
              </a:buClr>
              <a:buSzPts val="1600"/>
              <a:buFont typeface="Arial"/>
              <a:buNone/>
              <a:defRPr b="0" i="0" sz="1000" u="none" cap="none" strike="noStrike">
                <a:solidFill>
                  <a:schemeClr val="dk1"/>
                </a:solidFill>
                <a:latin typeface="Palatino Linotype"/>
                <a:ea typeface="Palatino Linotype"/>
                <a:cs typeface="Palatino Linotype"/>
                <a:sym typeface="Palatino Linotype"/>
              </a:defRPr>
            </a:lvl3pPr>
            <a:lvl4pPr indent="-228600" lvl="3" marL="18288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4pPr>
            <a:lvl5pPr indent="-228600" lvl="4" marL="22860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5pPr>
            <a:lvl6pPr indent="-228600" lvl="5" marL="27432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6pPr>
            <a:lvl7pPr indent="-228600" lvl="6" marL="32004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7pPr>
            <a:lvl8pPr indent="-228600" lvl="7" marL="36576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8pPr>
            <a:lvl9pPr indent="-228600" lvl="8" marL="41148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9pPr>
          </a:lstStyle>
          <a:p/>
        </p:txBody>
      </p:sp>
      <p:sp>
        <p:nvSpPr>
          <p:cNvPr id="62" name="Google Shape;62;p9"/>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63" name="Google Shape;63;p9"/>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64" name="Google Shape;64;p9"/>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000">
                <a:solidFill>
                  <a:schemeClr val="dk1"/>
                </a:solidFill>
                <a:latin typeface="Palatino Linotype"/>
                <a:ea typeface="Palatino Linotype"/>
                <a:cs typeface="Palatino Linotype"/>
                <a:sym typeface="Palatino Linotype"/>
              </a:defRPr>
            </a:lvl1pPr>
            <a:lvl2pPr indent="0" lvl="1" marL="0" marR="0" rtl="0" algn="r">
              <a:spcBef>
                <a:spcPts val="0"/>
              </a:spcBef>
              <a:buNone/>
              <a:defRPr sz="1000">
                <a:solidFill>
                  <a:schemeClr val="dk1"/>
                </a:solidFill>
                <a:latin typeface="Palatino Linotype"/>
                <a:ea typeface="Palatino Linotype"/>
                <a:cs typeface="Palatino Linotype"/>
                <a:sym typeface="Palatino Linotype"/>
              </a:defRPr>
            </a:lvl2pPr>
            <a:lvl3pPr indent="0" lvl="2" marL="0" marR="0" rtl="0" algn="r">
              <a:spcBef>
                <a:spcPts val="0"/>
              </a:spcBef>
              <a:buNone/>
              <a:defRPr sz="1000">
                <a:solidFill>
                  <a:schemeClr val="dk1"/>
                </a:solidFill>
                <a:latin typeface="Palatino Linotype"/>
                <a:ea typeface="Palatino Linotype"/>
                <a:cs typeface="Palatino Linotype"/>
                <a:sym typeface="Palatino Linotype"/>
              </a:defRPr>
            </a:lvl3pPr>
            <a:lvl4pPr indent="0" lvl="3" marL="0" marR="0" rtl="0" algn="r">
              <a:spcBef>
                <a:spcPts val="0"/>
              </a:spcBef>
              <a:buNone/>
              <a:defRPr sz="1000">
                <a:solidFill>
                  <a:schemeClr val="dk1"/>
                </a:solidFill>
                <a:latin typeface="Palatino Linotype"/>
                <a:ea typeface="Palatino Linotype"/>
                <a:cs typeface="Palatino Linotype"/>
                <a:sym typeface="Palatino Linotype"/>
              </a:defRPr>
            </a:lvl4pPr>
            <a:lvl5pPr indent="0" lvl="4" marL="0" marR="0" rtl="0" algn="r">
              <a:spcBef>
                <a:spcPts val="0"/>
              </a:spcBef>
              <a:buNone/>
              <a:defRPr sz="1000">
                <a:solidFill>
                  <a:schemeClr val="dk1"/>
                </a:solidFill>
                <a:latin typeface="Palatino Linotype"/>
                <a:ea typeface="Palatino Linotype"/>
                <a:cs typeface="Palatino Linotype"/>
                <a:sym typeface="Palatino Linotype"/>
              </a:defRPr>
            </a:lvl5pPr>
            <a:lvl6pPr indent="0" lvl="5" marL="0" marR="0" rtl="0" algn="r">
              <a:spcBef>
                <a:spcPts val="0"/>
              </a:spcBef>
              <a:buNone/>
              <a:defRPr sz="1000">
                <a:solidFill>
                  <a:schemeClr val="dk1"/>
                </a:solidFill>
                <a:latin typeface="Palatino Linotype"/>
                <a:ea typeface="Palatino Linotype"/>
                <a:cs typeface="Palatino Linotype"/>
                <a:sym typeface="Palatino Linotype"/>
              </a:defRPr>
            </a:lvl6pPr>
            <a:lvl7pPr indent="0" lvl="6" marL="0" marR="0" rtl="0" algn="r">
              <a:spcBef>
                <a:spcPts val="0"/>
              </a:spcBef>
              <a:buNone/>
              <a:defRPr sz="1000">
                <a:solidFill>
                  <a:schemeClr val="dk1"/>
                </a:solidFill>
                <a:latin typeface="Palatino Linotype"/>
                <a:ea typeface="Palatino Linotype"/>
                <a:cs typeface="Palatino Linotype"/>
                <a:sym typeface="Palatino Linotype"/>
              </a:defRPr>
            </a:lvl7pPr>
            <a:lvl8pPr indent="0" lvl="7" marL="0" marR="0" rtl="0" algn="r">
              <a:spcBef>
                <a:spcPts val="0"/>
              </a:spcBef>
              <a:buNone/>
              <a:defRPr sz="1000">
                <a:solidFill>
                  <a:schemeClr val="dk1"/>
                </a:solidFill>
                <a:latin typeface="Palatino Linotype"/>
                <a:ea typeface="Palatino Linotype"/>
                <a:cs typeface="Palatino Linotype"/>
                <a:sym typeface="Palatino Linotype"/>
              </a:defRPr>
            </a:lvl8pPr>
            <a:lvl9pPr indent="0" lvl="8" marL="0" marR="0" rtl="0" algn="r">
              <a:spcBef>
                <a:spcPts val="0"/>
              </a:spcBef>
              <a:buNone/>
              <a:defRPr sz="1000">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rotWithShape="1">
          <a:blip r:embed="rId2">
            <a:alphaModFix/>
          </a:blip>
          <a:stretch>
            <a:fillRect b="0" l="0" r="0" t="0"/>
          </a:stretch>
        </a:blipFill>
      </p:bgPr>
    </p:bg>
    <p:spTree>
      <p:nvGrpSpPr>
        <p:cNvPr id="65" name="Shape 65"/>
        <p:cNvGrpSpPr/>
        <p:nvPr/>
      </p:nvGrpSpPr>
      <p:grpSpPr>
        <a:xfrm>
          <a:off x="0" y="0"/>
          <a:ext cx="0" cy="0"/>
          <a:chOff x="0" y="0"/>
          <a:chExt cx="0" cy="0"/>
        </a:xfrm>
      </p:grpSpPr>
      <p:pic>
        <p:nvPicPr>
          <p:cNvPr id="66" name="Google Shape;66;p10"/>
          <p:cNvPicPr preferRelativeResize="0"/>
          <p:nvPr/>
        </p:nvPicPr>
        <p:blipFill rotWithShape="1">
          <a:blip r:embed="rId3">
            <a:alphaModFix/>
          </a:blip>
          <a:srcRect b="0" l="0" r="0" t="0"/>
          <a:stretch/>
        </p:blipFill>
        <p:spPr>
          <a:xfrm>
            <a:off x="5103812" y="458787"/>
            <a:ext cx="6626225" cy="5938837"/>
          </a:xfrm>
          <a:prstGeom prst="rect">
            <a:avLst/>
          </a:prstGeom>
          <a:noFill/>
          <a:ln>
            <a:noFill/>
          </a:ln>
          <a:effectLst>
            <a:outerShdw blurRad="292100" rotWithShape="0" algn="ctr">
              <a:srgbClr val="000000">
                <a:alpha val="35686"/>
              </a:srgbClr>
            </a:outerShdw>
          </a:effectLst>
        </p:spPr>
      </p:pic>
      <p:sp>
        <p:nvSpPr>
          <p:cNvPr id="67" name="Google Shape;67;p10"/>
          <p:cNvSpPr txBox="1"/>
          <p:nvPr>
            <p:ph type="title"/>
          </p:nvPr>
        </p:nvSpPr>
        <p:spPr>
          <a:xfrm>
            <a:off x="836613" y="2590800"/>
            <a:ext cx="3276599" cy="192405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3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8" name="Google Shape;68;p10"/>
          <p:cNvSpPr/>
          <p:nvPr>
            <p:ph idx="2" type="pic"/>
          </p:nvPr>
        </p:nvSpPr>
        <p:spPr>
          <a:xfrm>
            <a:off x="5484812" y="836610"/>
            <a:ext cx="5867401" cy="5183190"/>
          </a:xfrm>
          <a:prstGeom prst="rect">
            <a:avLst/>
          </a:prstGeom>
          <a:solidFill>
            <a:schemeClr val="lt2"/>
          </a:solidFill>
          <a:ln>
            <a:noFill/>
          </a:ln>
        </p:spPr>
        <p:txBody>
          <a:bodyPr anchorCtr="0" anchor="t" bIns="91425" lIns="91425" spcFirstLastPara="1" rIns="91425" wrap="square" tIns="91425">
            <a:noAutofit/>
          </a:bodyPr>
          <a:lstStyle>
            <a:lvl1pPr indent="0" lvl="0" marL="0" marR="0" rtl="0" algn="ctr">
              <a:lnSpc>
                <a:spcPct val="90000"/>
              </a:lnSpc>
              <a:spcBef>
                <a:spcPts val="1800"/>
              </a:spcBef>
              <a:spcAft>
                <a:spcPts val="0"/>
              </a:spcAft>
              <a:buClr>
                <a:schemeClr val="dk1"/>
              </a:buClr>
              <a:buSzPts val="1400"/>
              <a:buFont typeface="Arial"/>
              <a:buNone/>
              <a:defRPr b="0" i="0" sz="2400" u="none" cap="none" strike="noStrike">
                <a:solidFill>
                  <a:schemeClr val="dk1"/>
                </a:solidFill>
                <a:latin typeface="Palatino Linotype"/>
                <a:ea typeface="Palatino Linotype"/>
                <a:cs typeface="Palatino Linotype"/>
                <a:sym typeface="Palatino Linotype"/>
              </a:defRPr>
            </a:lvl1pPr>
            <a:lvl2pPr indent="0" lvl="1" marL="457200" marR="0" rtl="0" algn="l">
              <a:lnSpc>
                <a:spcPct val="90000"/>
              </a:lnSpc>
              <a:spcBef>
                <a:spcPts val="800"/>
              </a:spcBef>
              <a:spcAft>
                <a:spcPts val="0"/>
              </a:spcAft>
              <a:buClr>
                <a:schemeClr val="dk1"/>
              </a:buClr>
              <a:buSzPts val="1400"/>
              <a:buFont typeface="Arial"/>
              <a:buNone/>
              <a:defRPr b="0" i="0" sz="2800" u="none" cap="none" strike="noStrike">
                <a:solidFill>
                  <a:schemeClr val="dk1"/>
                </a:solidFill>
                <a:latin typeface="Palatino Linotype"/>
                <a:ea typeface="Palatino Linotype"/>
                <a:cs typeface="Palatino Linotype"/>
                <a:sym typeface="Palatino Linotype"/>
              </a:defRPr>
            </a:lvl2pPr>
            <a:lvl3pPr indent="0" lvl="2" marL="914400" marR="0" rtl="0" algn="l">
              <a:lnSpc>
                <a:spcPct val="90000"/>
              </a:lnSpc>
              <a:spcBef>
                <a:spcPts val="600"/>
              </a:spcBef>
              <a:spcAft>
                <a:spcPts val="0"/>
              </a:spcAft>
              <a:buClr>
                <a:schemeClr val="dk1"/>
              </a:buClr>
              <a:buSzPts val="1400"/>
              <a:buFont typeface="Arial"/>
              <a:buNone/>
              <a:defRPr b="0" i="0" sz="2400" u="none" cap="none" strike="noStrike">
                <a:solidFill>
                  <a:schemeClr val="dk1"/>
                </a:solidFill>
                <a:latin typeface="Palatino Linotype"/>
                <a:ea typeface="Palatino Linotype"/>
                <a:cs typeface="Palatino Linotype"/>
                <a:sym typeface="Palatino Linotype"/>
              </a:defRPr>
            </a:lvl3pPr>
            <a:lvl4pPr indent="0" lvl="3" marL="1371600" marR="0" rtl="0" algn="l">
              <a:lnSpc>
                <a:spcPct val="90000"/>
              </a:lnSpc>
              <a:spcBef>
                <a:spcPts val="600"/>
              </a:spcBef>
              <a:spcAft>
                <a:spcPts val="0"/>
              </a:spcAft>
              <a:buClr>
                <a:schemeClr val="dk1"/>
              </a:buClr>
              <a:buSzPts val="1400"/>
              <a:buFont typeface="Arial"/>
              <a:buNone/>
              <a:defRPr b="0" i="0" sz="2000" u="none" cap="none" strike="noStrike">
                <a:solidFill>
                  <a:schemeClr val="dk1"/>
                </a:solidFill>
                <a:latin typeface="Palatino Linotype"/>
                <a:ea typeface="Palatino Linotype"/>
                <a:cs typeface="Palatino Linotype"/>
                <a:sym typeface="Palatino Linotype"/>
              </a:defRPr>
            </a:lvl4pPr>
            <a:lvl5pPr indent="0" lvl="4" marL="1828800" marR="0" rtl="0" algn="l">
              <a:lnSpc>
                <a:spcPct val="90000"/>
              </a:lnSpc>
              <a:spcBef>
                <a:spcPts val="600"/>
              </a:spcBef>
              <a:spcAft>
                <a:spcPts val="0"/>
              </a:spcAft>
              <a:buClr>
                <a:schemeClr val="dk1"/>
              </a:buClr>
              <a:buSzPts val="1400"/>
              <a:buFont typeface="Arial"/>
              <a:buNone/>
              <a:defRPr b="0" i="0" sz="2000" u="none" cap="none" strike="noStrike">
                <a:solidFill>
                  <a:schemeClr val="dk1"/>
                </a:solidFill>
                <a:latin typeface="Palatino Linotype"/>
                <a:ea typeface="Palatino Linotype"/>
                <a:cs typeface="Palatino Linotype"/>
                <a:sym typeface="Palatino Linotype"/>
              </a:defRPr>
            </a:lvl5pPr>
            <a:lvl6pPr indent="0" lvl="5" marL="2286000" marR="0" rtl="0" algn="l">
              <a:lnSpc>
                <a:spcPct val="90000"/>
              </a:lnSpc>
              <a:spcBef>
                <a:spcPts val="600"/>
              </a:spcBef>
              <a:spcAft>
                <a:spcPts val="0"/>
              </a:spcAft>
              <a:buClr>
                <a:schemeClr val="dk1"/>
              </a:buClr>
              <a:buSzPts val="1400"/>
              <a:buFont typeface="Arial"/>
              <a:buNone/>
              <a:defRPr b="0" i="0" sz="2000" u="none" cap="none" strike="noStrike">
                <a:solidFill>
                  <a:schemeClr val="dk1"/>
                </a:solidFill>
                <a:latin typeface="Palatino Linotype"/>
                <a:ea typeface="Palatino Linotype"/>
                <a:cs typeface="Palatino Linotype"/>
                <a:sym typeface="Palatino Linotype"/>
              </a:defRPr>
            </a:lvl6pPr>
            <a:lvl7pPr indent="0" lvl="6" marL="2743200" marR="0" rtl="0" algn="l">
              <a:lnSpc>
                <a:spcPct val="90000"/>
              </a:lnSpc>
              <a:spcBef>
                <a:spcPts val="600"/>
              </a:spcBef>
              <a:spcAft>
                <a:spcPts val="0"/>
              </a:spcAft>
              <a:buClr>
                <a:schemeClr val="dk1"/>
              </a:buClr>
              <a:buSzPts val="1400"/>
              <a:buFont typeface="Arial"/>
              <a:buNone/>
              <a:defRPr b="0" i="0" sz="2000" u="none" cap="none" strike="noStrike">
                <a:solidFill>
                  <a:schemeClr val="dk1"/>
                </a:solidFill>
                <a:latin typeface="Palatino Linotype"/>
                <a:ea typeface="Palatino Linotype"/>
                <a:cs typeface="Palatino Linotype"/>
                <a:sym typeface="Palatino Linotype"/>
              </a:defRPr>
            </a:lvl7pPr>
            <a:lvl8pPr indent="0" lvl="7" marL="3200400" marR="0" rtl="0" algn="l">
              <a:lnSpc>
                <a:spcPct val="90000"/>
              </a:lnSpc>
              <a:spcBef>
                <a:spcPts val="600"/>
              </a:spcBef>
              <a:spcAft>
                <a:spcPts val="0"/>
              </a:spcAft>
              <a:buClr>
                <a:schemeClr val="dk1"/>
              </a:buClr>
              <a:buSzPts val="1400"/>
              <a:buFont typeface="Arial"/>
              <a:buNone/>
              <a:defRPr b="0" i="0" sz="2000" u="none" cap="none" strike="noStrike">
                <a:solidFill>
                  <a:schemeClr val="dk1"/>
                </a:solidFill>
                <a:latin typeface="Palatino Linotype"/>
                <a:ea typeface="Palatino Linotype"/>
                <a:cs typeface="Palatino Linotype"/>
                <a:sym typeface="Palatino Linotype"/>
              </a:defRPr>
            </a:lvl8pPr>
            <a:lvl9pPr indent="0" lvl="8" marL="3657600" marR="0" rtl="0" algn="l">
              <a:lnSpc>
                <a:spcPct val="90000"/>
              </a:lnSpc>
              <a:spcBef>
                <a:spcPts val="600"/>
              </a:spcBef>
              <a:spcAft>
                <a:spcPts val="0"/>
              </a:spcAft>
              <a:buClr>
                <a:schemeClr val="dk1"/>
              </a:buClr>
              <a:buSzPts val="1400"/>
              <a:buFont typeface="Arial"/>
              <a:buNone/>
              <a:defRPr b="0" i="0" sz="2000" u="none" cap="none" strike="noStrike">
                <a:solidFill>
                  <a:schemeClr val="dk1"/>
                </a:solidFill>
                <a:latin typeface="Palatino Linotype"/>
                <a:ea typeface="Palatino Linotype"/>
                <a:cs typeface="Palatino Linotype"/>
                <a:sym typeface="Palatino Linotype"/>
              </a:defRPr>
            </a:lvl9pPr>
          </a:lstStyle>
          <a:p/>
        </p:txBody>
      </p:sp>
      <p:sp>
        <p:nvSpPr>
          <p:cNvPr id="69" name="Google Shape;69;p10"/>
          <p:cNvSpPr txBox="1"/>
          <p:nvPr>
            <p:ph idx="1" type="body"/>
          </p:nvPr>
        </p:nvSpPr>
        <p:spPr>
          <a:xfrm>
            <a:off x="836613" y="4648200"/>
            <a:ext cx="3276599" cy="13716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600"/>
              </a:spcBef>
              <a:spcAft>
                <a:spcPts val="0"/>
              </a:spcAft>
              <a:buClr>
                <a:schemeClr val="dk1"/>
              </a:buClr>
              <a:buSzPts val="2000"/>
              <a:buFont typeface="Arial"/>
              <a:buNone/>
              <a:defRPr b="0" i="0" sz="1600" u="none" cap="none" strike="noStrike">
                <a:solidFill>
                  <a:schemeClr val="dk1"/>
                </a:solidFill>
                <a:latin typeface="Palatino Linotype"/>
                <a:ea typeface="Palatino Linotype"/>
                <a:cs typeface="Palatino Linotype"/>
                <a:sym typeface="Palatino Linotype"/>
              </a:defRPr>
            </a:lvl1pPr>
            <a:lvl2pPr indent="-228600" lvl="1" marL="914400" marR="0" rtl="0" algn="l">
              <a:lnSpc>
                <a:spcPct val="90000"/>
              </a:lnSpc>
              <a:spcBef>
                <a:spcPts val="800"/>
              </a:spcBef>
              <a:spcAft>
                <a:spcPts val="0"/>
              </a:spcAft>
              <a:buClr>
                <a:schemeClr val="dk1"/>
              </a:buClr>
              <a:buSzPts val="1800"/>
              <a:buFont typeface="Arial"/>
              <a:buNone/>
              <a:defRPr b="0" i="0" sz="1200" u="none" cap="none" strike="noStrike">
                <a:solidFill>
                  <a:schemeClr val="dk1"/>
                </a:solidFill>
                <a:latin typeface="Palatino Linotype"/>
                <a:ea typeface="Palatino Linotype"/>
                <a:cs typeface="Palatino Linotype"/>
                <a:sym typeface="Palatino Linotype"/>
              </a:defRPr>
            </a:lvl2pPr>
            <a:lvl3pPr indent="-228600" lvl="2" marL="1371600" marR="0" rtl="0" algn="l">
              <a:lnSpc>
                <a:spcPct val="90000"/>
              </a:lnSpc>
              <a:spcBef>
                <a:spcPts val="600"/>
              </a:spcBef>
              <a:spcAft>
                <a:spcPts val="0"/>
              </a:spcAft>
              <a:buClr>
                <a:schemeClr val="dk1"/>
              </a:buClr>
              <a:buSzPts val="1600"/>
              <a:buFont typeface="Arial"/>
              <a:buNone/>
              <a:defRPr b="0" i="0" sz="1000" u="none" cap="none" strike="noStrike">
                <a:solidFill>
                  <a:schemeClr val="dk1"/>
                </a:solidFill>
                <a:latin typeface="Palatino Linotype"/>
                <a:ea typeface="Palatino Linotype"/>
                <a:cs typeface="Palatino Linotype"/>
                <a:sym typeface="Palatino Linotype"/>
              </a:defRPr>
            </a:lvl3pPr>
            <a:lvl4pPr indent="-228600" lvl="3" marL="18288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4pPr>
            <a:lvl5pPr indent="-228600" lvl="4" marL="22860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5pPr>
            <a:lvl6pPr indent="-228600" lvl="5" marL="27432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6pPr>
            <a:lvl7pPr indent="-228600" lvl="6" marL="32004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7pPr>
            <a:lvl8pPr indent="-228600" lvl="7" marL="36576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8pPr>
            <a:lvl9pPr indent="-228600" lvl="8" marL="4114800" marR="0" rtl="0" algn="l">
              <a:lnSpc>
                <a:spcPct val="90000"/>
              </a:lnSpc>
              <a:spcBef>
                <a:spcPts val="600"/>
              </a:spcBef>
              <a:spcAft>
                <a:spcPts val="0"/>
              </a:spcAft>
              <a:buClr>
                <a:schemeClr val="dk1"/>
              </a:buClr>
              <a:buSzPts val="1400"/>
              <a:buFont typeface="Arial"/>
              <a:buNone/>
              <a:defRPr b="0" i="0" sz="900" u="none" cap="none" strike="noStrike">
                <a:solidFill>
                  <a:schemeClr val="dk1"/>
                </a:solidFill>
                <a:latin typeface="Palatino Linotype"/>
                <a:ea typeface="Palatino Linotype"/>
                <a:cs typeface="Palatino Linotype"/>
                <a:sym typeface="Palatino Linotyp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1"/>
          <p:cNvSpPr txBox="1"/>
          <p:nvPr>
            <p:ph type="title"/>
          </p:nvPr>
        </p:nvSpPr>
        <p:spPr>
          <a:xfrm>
            <a:off x="1522414" y="533400"/>
            <a:ext cx="9601200" cy="11430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3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2" name="Google Shape;72;p11"/>
          <p:cNvSpPr txBox="1"/>
          <p:nvPr>
            <p:ph idx="1" type="body"/>
          </p:nvPr>
        </p:nvSpPr>
        <p:spPr>
          <a:xfrm rot="5400000">
            <a:off x="4227514" y="-876300"/>
            <a:ext cx="4191000" cy="96012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800"/>
              </a:spcBef>
              <a:spcAft>
                <a:spcPts val="0"/>
              </a:spcAft>
              <a:buClr>
                <a:schemeClr val="dk1"/>
              </a:buClr>
              <a:buSzPts val="2000"/>
              <a:buFont typeface="Arial"/>
              <a:buChar char="•"/>
              <a:defRPr b="0" i="0" sz="2000" u="none" cap="none" strike="noStrike">
                <a:solidFill>
                  <a:schemeClr val="dk1"/>
                </a:solidFill>
                <a:latin typeface="Palatino Linotype"/>
                <a:ea typeface="Palatino Linotype"/>
                <a:cs typeface="Palatino Linotype"/>
                <a:sym typeface="Palatino Linotype"/>
              </a:defRPr>
            </a:lvl1pPr>
            <a:lvl2pPr indent="-342900" lvl="1" marL="9144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Palatino Linotype"/>
                <a:ea typeface="Palatino Linotype"/>
                <a:cs typeface="Palatino Linotype"/>
                <a:sym typeface="Palatino Linotype"/>
              </a:defRPr>
            </a:lvl2pPr>
            <a:lvl3pPr indent="-330200" lvl="2" marL="13716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Palatino Linotype"/>
                <a:ea typeface="Palatino Linotype"/>
                <a:cs typeface="Palatino Linotype"/>
                <a:sym typeface="Palatino Linotype"/>
              </a:defRPr>
            </a:lvl3pPr>
            <a:lvl4pPr indent="-317500" lvl="3" marL="1828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9pPr>
          </a:lstStyle>
          <a:p/>
        </p:txBody>
      </p:sp>
      <p:sp>
        <p:nvSpPr>
          <p:cNvPr id="73" name="Google Shape;73;p11"/>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74" name="Google Shape;74;p11"/>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75" name="Google Shape;75;p11"/>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000">
                <a:solidFill>
                  <a:schemeClr val="dk1"/>
                </a:solidFill>
                <a:latin typeface="Palatino Linotype"/>
                <a:ea typeface="Palatino Linotype"/>
                <a:cs typeface="Palatino Linotype"/>
                <a:sym typeface="Palatino Linotype"/>
              </a:defRPr>
            </a:lvl1pPr>
            <a:lvl2pPr indent="0" lvl="1" marL="0" marR="0" rtl="0" algn="r">
              <a:spcBef>
                <a:spcPts val="0"/>
              </a:spcBef>
              <a:buNone/>
              <a:defRPr sz="1000">
                <a:solidFill>
                  <a:schemeClr val="dk1"/>
                </a:solidFill>
                <a:latin typeface="Palatino Linotype"/>
                <a:ea typeface="Palatino Linotype"/>
                <a:cs typeface="Palatino Linotype"/>
                <a:sym typeface="Palatino Linotype"/>
              </a:defRPr>
            </a:lvl2pPr>
            <a:lvl3pPr indent="0" lvl="2" marL="0" marR="0" rtl="0" algn="r">
              <a:spcBef>
                <a:spcPts val="0"/>
              </a:spcBef>
              <a:buNone/>
              <a:defRPr sz="1000">
                <a:solidFill>
                  <a:schemeClr val="dk1"/>
                </a:solidFill>
                <a:latin typeface="Palatino Linotype"/>
                <a:ea typeface="Palatino Linotype"/>
                <a:cs typeface="Palatino Linotype"/>
                <a:sym typeface="Palatino Linotype"/>
              </a:defRPr>
            </a:lvl3pPr>
            <a:lvl4pPr indent="0" lvl="3" marL="0" marR="0" rtl="0" algn="r">
              <a:spcBef>
                <a:spcPts val="0"/>
              </a:spcBef>
              <a:buNone/>
              <a:defRPr sz="1000">
                <a:solidFill>
                  <a:schemeClr val="dk1"/>
                </a:solidFill>
                <a:latin typeface="Palatino Linotype"/>
                <a:ea typeface="Palatino Linotype"/>
                <a:cs typeface="Palatino Linotype"/>
                <a:sym typeface="Palatino Linotype"/>
              </a:defRPr>
            </a:lvl4pPr>
            <a:lvl5pPr indent="0" lvl="4" marL="0" marR="0" rtl="0" algn="r">
              <a:spcBef>
                <a:spcPts val="0"/>
              </a:spcBef>
              <a:buNone/>
              <a:defRPr sz="1000">
                <a:solidFill>
                  <a:schemeClr val="dk1"/>
                </a:solidFill>
                <a:latin typeface="Palatino Linotype"/>
                <a:ea typeface="Palatino Linotype"/>
                <a:cs typeface="Palatino Linotype"/>
                <a:sym typeface="Palatino Linotype"/>
              </a:defRPr>
            </a:lvl5pPr>
            <a:lvl6pPr indent="0" lvl="5" marL="0" marR="0" rtl="0" algn="r">
              <a:spcBef>
                <a:spcPts val="0"/>
              </a:spcBef>
              <a:buNone/>
              <a:defRPr sz="1000">
                <a:solidFill>
                  <a:schemeClr val="dk1"/>
                </a:solidFill>
                <a:latin typeface="Palatino Linotype"/>
                <a:ea typeface="Palatino Linotype"/>
                <a:cs typeface="Palatino Linotype"/>
                <a:sym typeface="Palatino Linotype"/>
              </a:defRPr>
            </a:lvl6pPr>
            <a:lvl7pPr indent="0" lvl="6" marL="0" marR="0" rtl="0" algn="r">
              <a:spcBef>
                <a:spcPts val="0"/>
              </a:spcBef>
              <a:buNone/>
              <a:defRPr sz="1000">
                <a:solidFill>
                  <a:schemeClr val="dk1"/>
                </a:solidFill>
                <a:latin typeface="Palatino Linotype"/>
                <a:ea typeface="Palatino Linotype"/>
                <a:cs typeface="Palatino Linotype"/>
                <a:sym typeface="Palatino Linotype"/>
              </a:defRPr>
            </a:lvl7pPr>
            <a:lvl8pPr indent="0" lvl="7" marL="0" marR="0" rtl="0" algn="r">
              <a:spcBef>
                <a:spcPts val="0"/>
              </a:spcBef>
              <a:buNone/>
              <a:defRPr sz="1000">
                <a:solidFill>
                  <a:schemeClr val="dk1"/>
                </a:solidFill>
                <a:latin typeface="Palatino Linotype"/>
                <a:ea typeface="Palatino Linotype"/>
                <a:cs typeface="Palatino Linotype"/>
                <a:sym typeface="Palatino Linotype"/>
              </a:defRPr>
            </a:lvl8pPr>
            <a:lvl9pPr indent="0" lvl="8" marL="0" marR="0" rtl="0" algn="r">
              <a:spcBef>
                <a:spcPts val="0"/>
              </a:spcBef>
              <a:buNone/>
              <a:defRPr sz="1000">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12"/>
          <p:cNvSpPr txBox="1"/>
          <p:nvPr>
            <p:ph type="title"/>
          </p:nvPr>
        </p:nvSpPr>
        <p:spPr>
          <a:xfrm rot="5400000">
            <a:off x="7641430" y="2643982"/>
            <a:ext cx="5592764" cy="13716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3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8" name="Google Shape;78;p12"/>
          <p:cNvSpPr txBox="1"/>
          <p:nvPr>
            <p:ph idx="1" type="body"/>
          </p:nvPr>
        </p:nvSpPr>
        <p:spPr>
          <a:xfrm rot="5400000">
            <a:off x="2764629" y="-708818"/>
            <a:ext cx="5592764" cy="8077201"/>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800"/>
              </a:spcBef>
              <a:spcAft>
                <a:spcPts val="0"/>
              </a:spcAft>
              <a:buClr>
                <a:schemeClr val="dk1"/>
              </a:buClr>
              <a:buSzPts val="2000"/>
              <a:buFont typeface="Arial"/>
              <a:buChar char="•"/>
              <a:defRPr b="0" i="0" sz="2000" u="none" cap="none" strike="noStrike">
                <a:solidFill>
                  <a:schemeClr val="dk1"/>
                </a:solidFill>
                <a:latin typeface="Palatino Linotype"/>
                <a:ea typeface="Palatino Linotype"/>
                <a:cs typeface="Palatino Linotype"/>
                <a:sym typeface="Palatino Linotype"/>
              </a:defRPr>
            </a:lvl1pPr>
            <a:lvl2pPr indent="-342900" lvl="1" marL="9144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Palatino Linotype"/>
                <a:ea typeface="Palatino Linotype"/>
                <a:cs typeface="Palatino Linotype"/>
                <a:sym typeface="Palatino Linotype"/>
              </a:defRPr>
            </a:lvl2pPr>
            <a:lvl3pPr indent="-330200" lvl="2" marL="13716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Palatino Linotype"/>
                <a:ea typeface="Palatino Linotype"/>
                <a:cs typeface="Palatino Linotype"/>
                <a:sym typeface="Palatino Linotype"/>
              </a:defRPr>
            </a:lvl3pPr>
            <a:lvl4pPr indent="-317500" lvl="3" marL="1828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9pPr>
          </a:lstStyle>
          <a:p/>
        </p:txBody>
      </p:sp>
      <p:sp>
        <p:nvSpPr>
          <p:cNvPr id="79" name="Google Shape;79;p12"/>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80" name="Google Shape;80;p12"/>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000">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81" name="Google Shape;81;p12"/>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000">
                <a:solidFill>
                  <a:schemeClr val="dk1"/>
                </a:solidFill>
                <a:latin typeface="Palatino Linotype"/>
                <a:ea typeface="Palatino Linotype"/>
                <a:cs typeface="Palatino Linotype"/>
                <a:sym typeface="Palatino Linotype"/>
              </a:defRPr>
            </a:lvl1pPr>
            <a:lvl2pPr indent="0" lvl="1" marL="0" marR="0" rtl="0" algn="r">
              <a:spcBef>
                <a:spcPts val="0"/>
              </a:spcBef>
              <a:buNone/>
              <a:defRPr sz="1000">
                <a:solidFill>
                  <a:schemeClr val="dk1"/>
                </a:solidFill>
                <a:latin typeface="Palatino Linotype"/>
                <a:ea typeface="Palatino Linotype"/>
                <a:cs typeface="Palatino Linotype"/>
                <a:sym typeface="Palatino Linotype"/>
              </a:defRPr>
            </a:lvl2pPr>
            <a:lvl3pPr indent="0" lvl="2" marL="0" marR="0" rtl="0" algn="r">
              <a:spcBef>
                <a:spcPts val="0"/>
              </a:spcBef>
              <a:buNone/>
              <a:defRPr sz="1000">
                <a:solidFill>
                  <a:schemeClr val="dk1"/>
                </a:solidFill>
                <a:latin typeface="Palatino Linotype"/>
                <a:ea typeface="Palatino Linotype"/>
                <a:cs typeface="Palatino Linotype"/>
                <a:sym typeface="Palatino Linotype"/>
              </a:defRPr>
            </a:lvl3pPr>
            <a:lvl4pPr indent="0" lvl="3" marL="0" marR="0" rtl="0" algn="r">
              <a:spcBef>
                <a:spcPts val="0"/>
              </a:spcBef>
              <a:buNone/>
              <a:defRPr sz="1000">
                <a:solidFill>
                  <a:schemeClr val="dk1"/>
                </a:solidFill>
                <a:latin typeface="Palatino Linotype"/>
                <a:ea typeface="Palatino Linotype"/>
                <a:cs typeface="Palatino Linotype"/>
                <a:sym typeface="Palatino Linotype"/>
              </a:defRPr>
            </a:lvl4pPr>
            <a:lvl5pPr indent="0" lvl="4" marL="0" marR="0" rtl="0" algn="r">
              <a:spcBef>
                <a:spcPts val="0"/>
              </a:spcBef>
              <a:buNone/>
              <a:defRPr sz="1000">
                <a:solidFill>
                  <a:schemeClr val="dk1"/>
                </a:solidFill>
                <a:latin typeface="Palatino Linotype"/>
                <a:ea typeface="Palatino Linotype"/>
                <a:cs typeface="Palatino Linotype"/>
                <a:sym typeface="Palatino Linotype"/>
              </a:defRPr>
            </a:lvl5pPr>
            <a:lvl6pPr indent="0" lvl="5" marL="0" marR="0" rtl="0" algn="r">
              <a:spcBef>
                <a:spcPts val="0"/>
              </a:spcBef>
              <a:buNone/>
              <a:defRPr sz="1000">
                <a:solidFill>
                  <a:schemeClr val="dk1"/>
                </a:solidFill>
                <a:latin typeface="Palatino Linotype"/>
                <a:ea typeface="Palatino Linotype"/>
                <a:cs typeface="Palatino Linotype"/>
                <a:sym typeface="Palatino Linotype"/>
              </a:defRPr>
            </a:lvl6pPr>
            <a:lvl7pPr indent="0" lvl="6" marL="0" marR="0" rtl="0" algn="r">
              <a:spcBef>
                <a:spcPts val="0"/>
              </a:spcBef>
              <a:buNone/>
              <a:defRPr sz="1000">
                <a:solidFill>
                  <a:schemeClr val="dk1"/>
                </a:solidFill>
                <a:latin typeface="Palatino Linotype"/>
                <a:ea typeface="Palatino Linotype"/>
                <a:cs typeface="Palatino Linotype"/>
                <a:sym typeface="Palatino Linotype"/>
              </a:defRPr>
            </a:lvl7pPr>
            <a:lvl8pPr indent="0" lvl="7" marL="0" marR="0" rtl="0" algn="r">
              <a:spcBef>
                <a:spcPts val="0"/>
              </a:spcBef>
              <a:buNone/>
              <a:defRPr sz="1000">
                <a:solidFill>
                  <a:schemeClr val="dk1"/>
                </a:solidFill>
                <a:latin typeface="Palatino Linotype"/>
                <a:ea typeface="Palatino Linotype"/>
                <a:cs typeface="Palatino Linotype"/>
                <a:sym typeface="Palatino Linotype"/>
              </a:defRPr>
            </a:lvl8pPr>
            <a:lvl9pPr indent="0" lvl="8" marL="0" marR="0" rtl="0" algn="r">
              <a:spcBef>
                <a:spcPts val="0"/>
              </a:spcBef>
              <a:buNone/>
              <a:defRPr sz="1000">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stretch>
            <a:fillRect b="0" l="0" r="0" t="0"/>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522414" y="533400"/>
            <a:ext cx="9601200" cy="1143000"/>
          </a:xfrm>
          <a:prstGeom prst="rect">
            <a:avLst/>
          </a:prstGeom>
          <a:noFill/>
          <a:ln>
            <a:noFill/>
          </a:ln>
        </p:spPr>
        <p:txBody>
          <a:bodyPr anchorCtr="0" anchor="b" bIns="91425" lIns="91425" spcFirstLastPara="1" rIns="91425" wrap="square" tIns="91425">
            <a:noAutofit/>
          </a:bodyPr>
          <a:lstStyle>
            <a:lvl1pPr indent="0" lvl="0" marL="0" marR="0" rtl="0" algn="l">
              <a:lnSpc>
                <a:spcPct val="90000"/>
              </a:lnSpc>
              <a:spcBef>
                <a:spcPts val="0"/>
              </a:spcBef>
              <a:spcAft>
                <a:spcPts val="0"/>
              </a:spcAft>
              <a:buClr>
                <a:schemeClr val="dk1"/>
              </a:buClr>
              <a:buSzPts val="1400"/>
              <a:buFont typeface="Palatino Linotype"/>
              <a:buNone/>
              <a:defRPr b="0" i="0" sz="3200" u="none" cap="none" strike="noStrike">
                <a:solidFill>
                  <a:schemeClr val="dk1"/>
                </a:solidFill>
                <a:latin typeface="Palatino Linotype"/>
                <a:ea typeface="Palatino Linotype"/>
                <a:cs typeface="Palatino Linotype"/>
                <a:sym typeface="Palatino Linotype"/>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 name="Google Shape;11;p1"/>
          <p:cNvSpPr txBox="1"/>
          <p:nvPr>
            <p:ph idx="1" type="body"/>
          </p:nvPr>
        </p:nvSpPr>
        <p:spPr>
          <a:xfrm>
            <a:off x="1522414" y="1828800"/>
            <a:ext cx="9601200" cy="4191000"/>
          </a:xfrm>
          <a:prstGeom prst="rect">
            <a:avLst/>
          </a:prstGeom>
          <a:noFill/>
          <a:ln>
            <a:noFill/>
          </a:ln>
        </p:spPr>
        <p:txBody>
          <a:bodyPr anchorCtr="0" anchor="t" bIns="91425" lIns="91425" spcFirstLastPara="1" rIns="91425" wrap="square" tIns="91425">
            <a:noAutofit/>
          </a:bodyPr>
          <a:lstStyle>
            <a:lvl1pPr indent="-355600" lvl="0" marL="457200" marR="0" rtl="0" algn="l">
              <a:lnSpc>
                <a:spcPct val="90000"/>
              </a:lnSpc>
              <a:spcBef>
                <a:spcPts val="1800"/>
              </a:spcBef>
              <a:spcAft>
                <a:spcPts val="0"/>
              </a:spcAft>
              <a:buClr>
                <a:schemeClr val="dk1"/>
              </a:buClr>
              <a:buSzPts val="2000"/>
              <a:buFont typeface="Arial"/>
              <a:buChar char="•"/>
              <a:defRPr b="0" i="0" sz="2000" u="none" cap="none" strike="noStrike">
                <a:solidFill>
                  <a:schemeClr val="dk1"/>
                </a:solidFill>
                <a:latin typeface="Palatino Linotype"/>
                <a:ea typeface="Palatino Linotype"/>
                <a:cs typeface="Palatino Linotype"/>
                <a:sym typeface="Palatino Linotype"/>
              </a:defRPr>
            </a:lvl1pPr>
            <a:lvl2pPr indent="-342900" lvl="1" marL="914400" marR="0" rtl="0" algn="l">
              <a:lnSpc>
                <a:spcPct val="90000"/>
              </a:lnSpc>
              <a:spcBef>
                <a:spcPts val="800"/>
              </a:spcBef>
              <a:spcAft>
                <a:spcPts val="0"/>
              </a:spcAft>
              <a:buClr>
                <a:schemeClr val="dk1"/>
              </a:buClr>
              <a:buSzPts val="1800"/>
              <a:buFont typeface="Arial"/>
              <a:buChar char="–"/>
              <a:defRPr b="0" i="0" sz="1800" u="none" cap="none" strike="noStrike">
                <a:solidFill>
                  <a:schemeClr val="dk1"/>
                </a:solidFill>
                <a:latin typeface="Palatino Linotype"/>
                <a:ea typeface="Palatino Linotype"/>
                <a:cs typeface="Palatino Linotype"/>
                <a:sym typeface="Palatino Linotype"/>
              </a:defRPr>
            </a:lvl2pPr>
            <a:lvl3pPr indent="-330200" lvl="2" marL="1371600" marR="0" rtl="0" algn="l">
              <a:lnSpc>
                <a:spcPct val="90000"/>
              </a:lnSpc>
              <a:spcBef>
                <a:spcPts val="600"/>
              </a:spcBef>
              <a:spcAft>
                <a:spcPts val="0"/>
              </a:spcAft>
              <a:buClr>
                <a:schemeClr val="dk1"/>
              </a:buClr>
              <a:buSzPts val="1600"/>
              <a:buFont typeface="Arial"/>
              <a:buChar char="•"/>
              <a:defRPr b="0" i="0" sz="1600" u="none" cap="none" strike="noStrike">
                <a:solidFill>
                  <a:schemeClr val="dk1"/>
                </a:solidFill>
                <a:latin typeface="Palatino Linotype"/>
                <a:ea typeface="Palatino Linotype"/>
                <a:cs typeface="Palatino Linotype"/>
                <a:sym typeface="Palatino Linotype"/>
              </a:defRPr>
            </a:lvl3pPr>
            <a:lvl4pPr indent="-317500" lvl="3" marL="1828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4pPr>
            <a:lvl5pPr indent="-317500" lvl="4" marL="22860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5pPr>
            <a:lvl6pPr indent="-317500" lvl="5" marL="27432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6pPr>
            <a:lvl7pPr indent="-317500" lvl="6" marL="32004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7pPr>
            <a:lvl8pPr indent="-317500" lvl="7" marL="36576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8pPr>
            <a:lvl9pPr indent="-317500" lvl="8" marL="4114800" marR="0" rtl="0" algn="l">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Palatino Linotype"/>
                <a:ea typeface="Palatino Linotype"/>
                <a:cs typeface="Palatino Linotype"/>
                <a:sym typeface="Palatino Linotype"/>
              </a:defRPr>
            </a:lvl9pPr>
          </a:lstStyle>
          <a:p/>
        </p:txBody>
      </p:sp>
      <p:sp>
        <p:nvSpPr>
          <p:cNvPr id="12" name="Google Shape;12;p1"/>
          <p:cNvSpPr txBox="1"/>
          <p:nvPr>
            <p:ph idx="10" type="dt"/>
          </p:nvPr>
        </p:nvSpPr>
        <p:spPr>
          <a:xfrm>
            <a:off x="8609012" y="6172200"/>
            <a:ext cx="1320059" cy="273049"/>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spcAft>
                <a:spcPts val="0"/>
              </a:spcAft>
              <a:buSzPts val="1400"/>
              <a:buNone/>
              <a:defRPr b="0" i="0" sz="1000" u="none" cap="none" strike="noStrike">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13" name="Google Shape;13;p1"/>
          <p:cNvSpPr txBox="1"/>
          <p:nvPr>
            <p:ph idx="11" type="ftr"/>
          </p:nvPr>
        </p:nvSpPr>
        <p:spPr>
          <a:xfrm>
            <a:off x="1517950" y="6172200"/>
            <a:ext cx="6862462" cy="273049"/>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000" u="none" cap="none" strike="noStrike">
                <a:solidFill>
                  <a:schemeClr val="dk1"/>
                </a:solidFill>
                <a:latin typeface="Palatino Linotype"/>
                <a:ea typeface="Palatino Linotype"/>
                <a:cs typeface="Palatino Linotype"/>
                <a:sym typeface="Palatino Linotype"/>
              </a:defRPr>
            </a:lvl1pPr>
            <a:lvl2pPr indent="0" lvl="1" marL="457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2pPr>
            <a:lvl3pPr indent="0" lvl="2" marL="914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3pPr>
            <a:lvl4pPr indent="0" lvl="3" marL="1371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4pPr>
            <a:lvl5pPr indent="0" lvl="4" marL="18288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5pPr>
            <a:lvl6pPr indent="0" lvl="5" marL="22860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6pPr>
            <a:lvl7pPr indent="0" lvl="6" marL="27432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7pPr>
            <a:lvl8pPr indent="0" lvl="7" marL="32004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8pPr>
            <a:lvl9pPr indent="0" lvl="8" marL="3657600" marR="0" rtl="0" algn="l">
              <a:spcBef>
                <a:spcPts val="0"/>
              </a:spcBef>
              <a:spcAft>
                <a:spcPts val="0"/>
              </a:spcAft>
              <a:buSzPts val="1400"/>
              <a:buNone/>
              <a:defRPr b="0" i="0" sz="1800" u="none" cap="none" strike="noStrike">
                <a:solidFill>
                  <a:schemeClr val="dk1"/>
                </a:solidFill>
                <a:latin typeface="Palatino Linotype"/>
                <a:ea typeface="Palatino Linotype"/>
                <a:cs typeface="Palatino Linotype"/>
                <a:sym typeface="Palatino Linotype"/>
              </a:defRPr>
            </a:lvl9pPr>
          </a:lstStyle>
          <a:p/>
        </p:txBody>
      </p:sp>
      <p:sp>
        <p:nvSpPr>
          <p:cNvPr id="14" name="Google Shape;14;p1"/>
          <p:cNvSpPr txBox="1"/>
          <p:nvPr>
            <p:ph idx="12" type="sldNum"/>
          </p:nvPr>
        </p:nvSpPr>
        <p:spPr>
          <a:xfrm>
            <a:off x="10133012" y="6172200"/>
            <a:ext cx="990601" cy="27304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1pPr>
            <a:lvl2pPr indent="0" lvl="1"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2pPr>
            <a:lvl3pPr indent="0" lvl="2"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3pPr>
            <a:lvl4pPr indent="0" lvl="3"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4pPr>
            <a:lvl5pPr indent="0" lvl="4"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5pPr>
            <a:lvl6pPr indent="0" lvl="5"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6pPr>
            <a:lvl7pPr indent="0" lvl="6"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7pPr>
            <a:lvl8pPr indent="0" lvl="7"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8pPr>
            <a:lvl9pPr indent="0" lvl="8" marL="0" marR="0" rtl="0" algn="r">
              <a:spcBef>
                <a:spcPts val="0"/>
              </a:spcBef>
              <a:buNone/>
              <a:defRPr b="0" i="0" sz="1000" u="none" cap="none" strike="noStrike">
                <a:solidFill>
                  <a:schemeClr val="dk1"/>
                </a:solidFill>
                <a:latin typeface="Palatino Linotype"/>
                <a:ea typeface="Palatino Linotype"/>
                <a:cs typeface="Palatino Linotype"/>
                <a:sym typeface="Palatino Linotype"/>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15.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www.youtube.com/watch?v=kcDSngXldB0" TargetMode="External"/><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jp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94878" y="188640"/>
            <a:ext cx="11999068" cy="2232248"/>
          </a:xfrm>
          <a:prstGeom prst="rect">
            <a:avLst/>
          </a:prstGeom>
          <a:noFill/>
          <a:ln>
            <a:noFill/>
          </a:ln>
          <a:effectLst>
            <a:outerShdw blurRad="149987" algn="ctr" dir="8460000" dist="250190">
              <a:srgbClr val="000000">
                <a:alpha val="27843"/>
              </a:srgbClr>
            </a:outerShdw>
          </a:effectLst>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FF0000"/>
              </a:buClr>
              <a:buFont typeface="Arial"/>
              <a:buNone/>
            </a:pPr>
            <a:r>
              <a:rPr b="1" i="0" lang="en-CA" sz="8000" u="none" cap="none" strike="noStrike">
                <a:solidFill>
                  <a:srgbClr val="FF0000"/>
                </a:solidFill>
                <a:latin typeface="Arial"/>
                <a:ea typeface="Arial"/>
                <a:cs typeface="Arial"/>
                <a:sym typeface="Arial"/>
              </a:rPr>
              <a:t>Reactions Involving Acids and Bases</a:t>
            </a:r>
            <a:endParaRPr b="0" i="0" sz="8000" u="none" cap="none" strike="noStrike">
              <a:solidFill>
                <a:srgbClr val="FF0000"/>
              </a:solidFill>
              <a:latin typeface="Arial"/>
              <a:ea typeface="Arial"/>
              <a:cs typeface="Arial"/>
              <a:sym typeface="Arial"/>
            </a:endParaRPr>
          </a:p>
        </p:txBody>
      </p:sp>
      <p:pic>
        <p:nvPicPr>
          <p:cNvPr descr="http://www.factmonster.com/images/ESCI032ACIDS006.jpg" id="88" name="Google Shape;88;p13"/>
          <p:cNvPicPr preferRelativeResize="0"/>
          <p:nvPr/>
        </p:nvPicPr>
        <p:blipFill rotWithShape="1">
          <a:blip r:embed="rId3">
            <a:alphaModFix/>
          </a:blip>
          <a:srcRect b="0" l="0" r="0" t="0"/>
          <a:stretch/>
        </p:blipFill>
        <p:spPr>
          <a:xfrm>
            <a:off x="7030516" y="3429000"/>
            <a:ext cx="2381250" cy="2152650"/>
          </a:xfrm>
          <a:prstGeom prst="rect">
            <a:avLst/>
          </a:prstGeom>
          <a:noFill/>
          <a:ln>
            <a:noFill/>
          </a:ln>
          <a:effectLst>
            <a:outerShdw blurRad="149987" algn="ctr" dir="8460000" dist="250190">
              <a:srgbClr val="000000">
                <a:alpha val="27843"/>
              </a:srgbClr>
            </a:outerShdw>
          </a:effectLst>
        </p:spPr>
      </p:pic>
      <p:pic>
        <p:nvPicPr>
          <p:cNvPr descr="http://image.tutorvista.com/cms/images/44/acids-and-bases.JPG" id="89" name="Google Shape;89;p13"/>
          <p:cNvPicPr preferRelativeResize="0"/>
          <p:nvPr/>
        </p:nvPicPr>
        <p:blipFill rotWithShape="1">
          <a:blip r:embed="rId4">
            <a:alphaModFix/>
          </a:blip>
          <a:srcRect b="0" l="0" r="0" t="0"/>
          <a:stretch/>
        </p:blipFill>
        <p:spPr>
          <a:xfrm>
            <a:off x="1856597" y="2780928"/>
            <a:ext cx="4248472" cy="3857809"/>
          </a:xfrm>
          <a:prstGeom prst="rect">
            <a:avLst/>
          </a:prstGeom>
          <a:noFill/>
          <a:ln>
            <a:noFill/>
          </a:ln>
          <a:effectLst>
            <a:outerShdw blurRad="149987" algn="ctr" dir="8460000" dist="250190">
              <a:srgbClr val="000000">
                <a:alpha val="27843"/>
              </a:srgbClr>
            </a:outerShdw>
          </a:effectLst>
        </p:spPr>
      </p:pic>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1522414" y="533400"/>
            <a:ext cx="96012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CA" sz="4800">
                <a:solidFill>
                  <a:srgbClr val="FF0000"/>
                </a:solidFill>
                <a:latin typeface="Arial"/>
                <a:ea typeface="Arial"/>
                <a:cs typeface="Arial"/>
                <a:sym typeface="Arial"/>
              </a:rPr>
              <a:t>Arrhenius Definition</a:t>
            </a:r>
            <a:endParaRPr/>
          </a:p>
        </p:txBody>
      </p:sp>
      <p:sp>
        <p:nvSpPr>
          <p:cNvPr id="96" name="Google Shape;96;p14"/>
          <p:cNvSpPr txBox="1"/>
          <p:nvPr>
            <p:ph idx="1" type="body"/>
          </p:nvPr>
        </p:nvSpPr>
        <p:spPr>
          <a:xfrm>
            <a:off x="1522414" y="1828800"/>
            <a:ext cx="9601200" cy="4191000"/>
          </a:xfrm>
          <a:prstGeom prst="rect">
            <a:avLst/>
          </a:prstGeom>
        </p:spPr>
        <p:txBody>
          <a:bodyPr anchorCtr="0" anchor="t" bIns="91425" lIns="91425" spcFirstLastPara="1" rIns="91425" wrap="square" tIns="91425">
            <a:noAutofit/>
          </a:bodyPr>
          <a:lstStyle/>
          <a:p>
            <a:pPr indent="-96838" lvl="0" marL="223838" rtl="0" algn="l">
              <a:spcBef>
                <a:spcPts val="1800"/>
              </a:spcBef>
              <a:spcAft>
                <a:spcPts val="0"/>
              </a:spcAft>
              <a:buNone/>
            </a:pPr>
            <a:r>
              <a:rPr b="1" lang="en-CA" sz="3600"/>
              <a:t>Acids: </a:t>
            </a:r>
            <a:r>
              <a:rPr lang="en-CA" sz="3600"/>
              <a:t>any substance that produces hydrogen ions in solution</a:t>
            </a:r>
            <a:endParaRPr sz="3600"/>
          </a:p>
          <a:p>
            <a:pPr indent="-96838" lvl="0" marL="223838" rtl="0" algn="l">
              <a:spcBef>
                <a:spcPts val="1800"/>
              </a:spcBef>
              <a:spcAft>
                <a:spcPts val="0"/>
              </a:spcAft>
              <a:buNone/>
            </a:pPr>
            <a:r>
              <a:rPr b="1" lang="en-CA" sz="3600"/>
              <a:t>Bases:</a:t>
            </a:r>
            <a:r>
              <a:rPr lang="en-CA" sz="3600"/>
              <a:t> any substance that produces hydroxide ions in solution</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1522414" y="533400"/>
            <a:ext cx="9601200" cy="114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CA"/>
              <a:t>As part of your homework:</a:t>
            </a:r>
            <a:endParaRPr/>
          </a:p>
        </p:txBody>
      </p:sp>
      <p:sp>
        <p:nvSpPr>
          <p:cNvPr id="103" name="Google Shape;103;p15"/>
          <p:cNvSpPr txBox="1"/>
          <p:nvPr>
            <p:ph idx="1" type="body"/>
          </p:nvPr>
        </p:nvSpPr>
        <p:spPr>
          <a:xfrm>
            <a:off x="1522414" y="1828800"/>
            <a:ext cx="9601200" cy="4191000"/>
          </a:xfrm>
          <a:prstGeom prst="rect">
            <a:avLst/>
          </a:prstGeom>
        </p:spPr>
        <p:txBody>
          <a:bodyPr anchorCtr="0" anchor="t" bIns="91425" lIns="91425" spcFirstLastPara="1" rIns="91425" wrap="square" tIns="91425">
            <a:noAutofit/>
          </a:bodyPr>
          <a:lstStyle/>
          <a:p>
            <a:pPr indent="-96838" lvl="0" marL="223838" rtl="0" algn="l">
              <a:spcBef>
                <a:spcPts val="1800"/>
              </a:spcBef>
              <a:spcAft>
                <a:spcPts val="0"/>
              </a:spcAft>
              <a:buNone/>
            </a:pPr>
            <a:r>
              <a:rPr lang="en-CA" sz="3600"/>
              <a:t>Review acids and bases in the text and be able to define strong vs weak acids and bases</a:t>
            </a:r>
            <a:endParaRPr sz="3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stretch>
            <a:fillRect b="0" l="0" r="0" t="0"/>
          </a:stretch>
        </a:blipFill>
      </p:bgPr>
    </p:bg>
    <p:spTree>
      <p:nvGrpSpPr>
        <p:cNvPr id="108" name="Shape 108"/>
        <p:cNvGrpSpPr/>
        <p:nvPr/>
      </p:nvGrpSpPr>
      <p:grpSpPr>
        <a:xfrm>
          <a:off x="0" y="0"/>
          <a:ext cx="0" cy="0"/>
          <a:chOff x="0" y="0"/>
          <a:chExt cx="0" cy="0"/>
        </a:xfrm>
      </p:grpSpPr>
      <p:sp>
        <p:nvSpPr>
          <p:cNvPr id="109" name="Google Shape;109;p16"/>
          <p:cNvSpPr txBox="1"/>
          <p:nvPr>
            <p:ph type="title"/>
          </p:nvPr>
        </p:nvSpPr>
        <p:spPr>
          <a:xfrm>
            <a:off x="879497" y="260650"/>
            <a:ext cx="8202600" cy="1143000"/>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0000"/>
              </a:buClr>
              <a:buFont typeface="Arial"/>
              <a:buNone/>
            </a:pPr>
            <a:r>
              <a:rPr b="1" lang="en-CA" sz="4800">
                <a:solidFill>
                  <a:srgbClr val="FF0000"/>
                </a:solidFill>
                <a:latin typeface="Arial"/>
                <a:ea typeface="Arial"/>
                <a:cs typeface="Arial"/>
                <a:sym typeface="Arial"/>
              </a:rPr>
              <a:t>Producing Acids &amp; Bases</a:t>
            </a:r>
            <a:endParaRPr b="0" i="0" sz="4800" u="none" cap="none" strike="noStrike">
              <a:solidFill>
                <a:schemeClr val="dk1"/>
              </a:solidFill>
              <a:latin typeface="Palatino Linotype"/>
              <a:ea typeface="Palatino Linotype"/>
              <a:cs typeface="Palatino Linotype"/>
              <a:sym typeface="Palatino Linotype"/>
            </a:endParaRPr>
          </a:p>
        </p:txBody>
      </p:sp>
      <p:sp>
        <p:nvSpPr>
          <p:cNvPr id="110" name="Google Shape;110;p16"/>
          <p:cNvSpPr txBox="1"/>
          <p:nvPr>
            <p:ph idx="1" type="body"/>
          </p:nvPr>
        </p:nvSpPr>
        <p:spPr>
          <a:xfrm>
            <a:off x="879511" y="1828800"/>
            <a:ext cx="10429802" cy="4768552"/>
          </a:xfrm>
          <a:prstGeom prst="rect">
            <a:avLst/>
          </a:prstGeom>
          <a:noFill/>
          <a:ln>
            <a:noFill/>
          </a:ln>
        </p:spPr>
        <p:txBody>
          <a:bodyPr anchorCtr="0" anchor="t" bIns="45700" lIns="91425" spcFirstLastPara="1" rIns="91425" wrap="square" tIns="45700">
            <a:noAutofit/>
          </a:bodyPr>
          <a:lstStyle/>
          <a:p>
            <a:pPr indent="-223838" lvl="0" marL="223838" marR="0" rtl="0" algn="l">
              <a:lnSpc>
                <a:spcPct val="90000"/>
              </a:lnSpc>
              <a:spcBef>
                <a:spcPts val="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need 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or OH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to be readily available</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and capable of interacting with other chemicals</a:t>
            </a:r>
            <a:endParaRPr/>
          </a:p>
          <a:p>
            <a:pPr indent="-223838" lvl="0" marL="223838" marR="0" rtl="0" algn="l">
              <a:lnSpc>
                <a:spcPct val="90000"/>
              </a:lnSpc>
              <a:spcBef>
                <a:spcPts val="1800"/>
              </a:spcBef>
              <a:spcAft>
                <a:spcPts val="0"/>
              </a:spcAft>
              <a:buClr>
                <a:schemeClr val="dk1"/>
              </a:buClr>
              <a:buSzPts val="3600"/>
              <a:buFont typeface="Arial"/>
              <a:buChar char="•"/>
            </a:pPr>
            <a:r>
              <a:rPr b="1" lang="en-CA" sz="3600"/>
              <a:t>Their reactivity often makes them difficult to store so we need methods of producing these</a:t>
            </a:r>
            <a:endParaRPr/>
          </a:p>
          <a:p>
            <a:pPr indent="0" lvl="0" marL="0" marR="0" rtl="0" algn="l">
              <a:lnSpc>
                <a:spcPct val="90000"/>
              </a:lnSpc>
              <a:spcBef>
                <a:spcPts val="1800"/>
              </a:spcBef>
              <a:spcAft>
                <a:spcPts val="0"/>
              </a:spcAft>
              <a:buNone/>
            </a:pPr>
            <a:r>
              <a:t/>
            </a:r>
            <a:endParaRPr b="1" i="0" sz="3600" u="none" cap="none" strike="noStrike">
              <a:solidFill>
                <a:schemeClr val="dk1"/>
              </a:solidFill>
              <a:latin typeface="Palatino Linotype"/>
              <a:ea typeface="Palatino Linotype"/>
              <a:cs typeface="Palatino Linotype"/>
              <a:sym typeface="Palatino Linotype"/>
            </a:endParaRPr>
          </a:p>
        </p:txBody>
      </p:sp>
      <p:sp>
        <p:nvSpPr>
          <p:cNvPr id="111" name="Google Shape;111;p16"/>
          <p:cNvSpPr txBox="1"/>
          <p:nvPr/>
        </p:nvSpPr>
        <p:spPr>
          <a:xfrm>
            <a:off x="10270876" y="4797152"/>
            <a:ext cx="1602433" cy="923330"/>
          </a:xfrm>
          <a:prstGeom prst="rect">
            <a:avLst/>
          </a:prstGeom>
          <a:solidFill>
            <a:srgbClr val="FFFF00"/>
          </a:solidFill>
          <a:ln>
            <a:noFill/>
          </a:ln>
          <a:effectLst>
            <a:outerShdw blurRad="149987" algn="ctr" dir="8460000" dist="250190">
              <a:srgbClr val="000000">
                <a:alpha val="2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b="1" i="0" lang="en-CA" sz="5400" u="none" cap="none" strike="noStrike">
                <a:solidFill>
                  <a:srgbClr val="002060"/>
                </a:solidFill>
                <a:latin typeface="Palatino Linotype"/>
                <a:ea typeface="Palatino Linotype"/>
                <a:cs typeface="Palatino Linotype"/>
                <a:sym typeface="Palatino Linotype"/>
              </a:rPr>
              <a:t>H</a:t>
            </a:r>
            <a:r>
              <a:rPr b="1" baseline="-25000" i="0" lang="en-CA" sz="5400" u="none" cap="none" strike="noStrike">
                <a:solidFill>
                  <a:srgbClr val="002060"/>
                </a:solidFill>
                <a:latin typeface="Palatino Linotype"/>
                <a:ea typeface="Palatino Linotype"/>
                <a:cs typeface="Palatino Linotype"/>
                <a:sym typeface="Palatino Linotype"/>
              </a:rPr>
              <a:t>2</a:t>
            </a:r>
            <a:r>
              <a:rPr b="1" i="0" lang="en-CA" sz="5400" u="none" cap="none" strike="noStrike">
                <a:solidFill>
                  <a:srgbClr val="002060"/>
                </a:solidFill>
                <a:latin typeface="Palatino Linotype"/>
                <a:ea typeface="Palatino Linotype"/>
                <a:cs typeface="Palatino Linotype"/>
                <a:sym typeface="Palatino Linotype"/>
              </a:rPr>
              <a:t>O</a:t>
            </a:r>
            <a:endParaRPr b="1" sz="6600">
              <a:solidFill>
                <a:srgbClr val="002060"/>
              </a:solidFill>
              <a:latin typeface="Palatino Linotype"/>
              <a:ea typeface="Palatino Linotype"/>
              <a:cs typeface="Palatino Linotype"/>
              <a:sym typeface="Palatino Linotype"/>
            </a:endParaRPr>
          </a:p>
        </p:txBody>
      </p:sp>
      <p:pic>
        <p:nvPicPr>
          <p:cNvPr descr="http://www.lenntech.com/images/pH-and2.gif" id="112" name="Google Shape;112;p16"/>
          <p:cNvPicPr preferRelativeResize="0"/>
          <p:nvPr/>
        </p:nvPicPr>
        <p:blipFill rotWithShape="1">
          <a:blip r:embed="rId4">
            <a:alphaModFix/>
          </a:blip>
          <a:srcRect b="0" l="0" r="0" t="0"/>
          <a:stretch/>
        </p:blipFill>
        <p:spPr>
          <a:xfrm>
            <a:off x="9583460" y="857595"/>
            <a:ext cx="2259157" cy="880492"/>
          </a:xfrm>
          <a:prstGeom prst="rect">
            <a:avLst/>
          </a:prstGeom>
          <a:solidFill>
            <a:schemeClr val="lt1"/>
          </a:solidFill>
          <a:ln>
            <a:noFill/>
          </a:ln>
          <a:effectLst>
            <a:outerShdw blurRad="149987" algn="ctr" dir="8460000" dist="250190">
              <a:srgbClr val="000000">
                <a:alpha val="27843"/>
              </a:srgbClr>
            </a:outerShdw>
          </a:effectLst>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 calcmode="lin" valueType="num">
                                      <p:cBhvr additive="base">
                                        <p:cTn dur="500"/>
                                        <p:tgtEl>
                                          <p:spTgt spid="1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 calcmode="lin" valueType="num">
                                      <p:cBhvr additive="base">
                                        <p:cTn dur="500"/>
                                        <p:tgtEl>
                                          <p:spTgt spid="1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 calcmode="lin" valueType="num">
                                      <p:cBhvr additive="base">
                                        <p:cTn dur="500"/>
                                        <p:tgtEl>
                                          <p:spTgt spid="1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 calcmode="lin" valueType="num">
                                      <p:cBhvr additive="base">
                                        <p:cTn dur="500"/>
                                        <p:tgtEl>
                                          <p:spTgt spid="1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stretch>
            <a:fillRect b="0" l="0" r="0" t="0"/>
          </a:stretch>
        </a:blipFill>
      </p:bgPr>
    </p:bg>
    <p:spTree>
      <p:nvGrpSpPr>
        <p:cNvPr id="117" name="Shape 117"/>
        <p:cNvGrpSpPr/>
        <p:nvPr/>
      </p:nvGrpSpPr>
      <p:grpSpPr>
        <a:xfrm>
          <a:off x="0" y="0"/>
          <a:ext cx="0" cy="0"/>
          <a:chOff x="0" y="0"/>
          <a:chExt cx="0" cy="0"/>
        </a:xfrm>
      </p:grpSpPr>
      <p:sp>
        <p:nvSpPr>
          <p:cNvPr id="118" name="Google Shape;118;p17"/>
          <p:cNvSpPr txBox="1"/>
          <p:nvPr>
            <p:ph type="title"/>
          </p:nvPr>
        </p:nvSpPr>
        <p:spPr>
          <a:xfrm>
            <a:off x="1044372" y="260650"/>
            <a:ext cx="8037900" cy="1143000"/>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0000"/>
              </a:buClr>
              <a:buFont typeface="Arial"/>
              <a:buNone/>
            </a:pPr>
            <a:r>
              <a:rPr b="1" lang="en-CA" sz="4800">
                <a:solidFill>
                  <a:srgbClr val="FF0000"/>
                </a:solidFill>
                <a:latin typeface="Arial"/>
                <a:ea typeface="Arial"/>
                <a:cs typeface="Arial"/>
                <a:sym typeface="Arial"/>
              </a:rPr>
              <a:t>Producing Acids &amp; Bases</a:t>
            </a:r>
            <a:endParaRPr b="0" i="0" sz="7200" u="none" cap="none" strike="noStrike">
              <a:solidFill>
                <a:schemeClr val="dk1"/>
              </a:solidFill>
              <a:latin typeface="Palatino Linotype"/>
              <a:ea typeface="Palatino Linotype"/>
              <a:cs typeface="Palatino Linotype"/>
              <a:sym typeface="Palatino Linotype"/>
            </a:endParaRPr>
          </a:p>
        </p:txBody>
      </p:sp>
      <p:sp>
        <p:nvSpPr>
          <p:cNvPr id="119" name="Google Shape;119;p17"/>
          <p:cNvSpPr txBox="1"/>
          <p:nvPr>
            <p:ph idx="1" type="body"/>
          </p:nvPr>
        </p:nvSpPr>
        <p:spPr>
          <a:xfrm>
            <a:off x="693812" y="1828800"/>
            <a:ext cx="10873208" cy="4696544"/>
          </a:xfrm>
          <a:prstGeom prst="rect">
            <a:avLst/>
          </a:prstGeom>
          <a:noFill/>
          <a:ln>
            <a:noFill/>
          </a:ln>
        </p:spPr>
        <p:txBody>
          <a:bodyPr anchorCtr="0" anchor="t" bIns="45700" lIns="91425" spcFirstLastPara="1" rIns="91425" wrap="square" tIns="45700">
            <a:noAutofit/>
          </a:bodyPr>
          <a:lstStyle/>
          <a:p>
            <a:pPr indent="-223838" lvl="0" marL="223838" marR="0" rtl="0" algn="l">
              <a:lnSpc>
                <a:spcPct val="90000"/>
              </a:lnSpc>
              <a:spcBef>
                <a:spcPts val="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need something strong enough to break</a:t>
            </a:r>
            <a:br>
              <a:rPr b="1" i="0" lang="en-CA" sz="3600" u="none" cap="none" strike="noStrike">
                <a:solidFill>
                  <a:schemeClr val="dk1"/>
                </a:solidFill>
                <a:latin typeface="Palatino Linotype"/>
                <a:ea typeface="Palatino Linotype"/>
                <a:cs typeface="Palatino Linotype"/>
                <a:sym typeface="Palatino Linotype"/>
              </a:rPr>
            </a:br>
            <a:r>
              <a:rPr b="1" i="0" lang="en-CA" sz="3600" u="none" cap="none" strike="noStrike">
                <a:solidFill>
                  <a:schemeClr val="dk1"/>
                </a:solidFill>
                <a:latin typeface="Palatino Linotype"/>
                <a:ea typeface="Palatino Linotype"/>
                <a:cs typeface="Palatino Linotype"/>
                <a:sym typeface="Palatino Linotype"/>
              </a:rPr>
              <a:t>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 or HOH into 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or OH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a:t>
            </a:r>
            <a:endParaRPr b="1" i="0" sz="3600" u="none" cap="none" strike="noStrike">
              <a:solidFill>
                <a:schemeClr val="dk1"/>
              </a:solidFill>
              <a:latin typeface="Palatino Linotype"/>
              <a:ea typeface="Palatino Linotype"/>
              <a:cs typeface="Palatino Linotype"/>
              <a:sym typeface="Palatino Linotype"/>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but it can’t be too reactive to ensure it persists </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and it can only allow either 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a:t>
            </a:r>
            <a:r>
              <a:rPr b="1" i="0" lang="en-CA" sz="3600" u="sng" cap="none" strike="noStrike">
                <a:solidFill>
                  <a:schemeClr val="dk1"/>
                </a:solidFill>
                <a:latin typeface="Palatino Linotype"/>
                <a:ea typeface="Palatino Linotype"/>
                <a:cs typeface="Palatino Linotype"/>
                <a:sym typeface="Palatino Linotype"/>
              </a:rPr>
              <a:t>or</a:t>
            </a:r>
            <a:r>
              <a:rPr b="1" i="0" lang="en-CA" sz="3600" u="none" cap="none" strike="noStrike">
                <a:solidFill>
                  <a:schemeClr val="dk1"/>
                </a:solidFill>
                <a:latin typeface="Palatino Linotype"/>
                <a:ea typeface="Palatino Linotype"/>
                <a:cs typeface="Palatino Linotype"/>
                <a:sym typeface="Palatino Linotype"/>
              </a:rPr>
              <a:t> OH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 (aq)</a:t>
            </a:r>
            <a:r>
              <a:rPr b="1" i="0" lang="en-CA" sz="3600" u="none" cap="none" strike="noStrike">
                <a:solidFill>
                  <a:schemeClr val="dk1"/>
                </a:solidFill>
                <a:latin typeface="Palatino Linotype"/>
                <a:ea typeface="Palatino Linotype"/>
                <a:cs typeface="Palatino Linotype"/>
                <a:sym typeface="Palatino Linotype"/>
              </a:rPr>
              <a:t> to continue to exist or the result is still neutral</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the answer = </a:t>
            </a:r>
            <a:r>
              <a:rPr b="1" i="0" lang="en-CA" sz="3600" u="none" cap="none" strike="noStrike">
                <a:solidFill>
                  <a:srgbClr val="FFFF00"/>
                </a:solidFill>
                <a:latin typeface="Palatino Linotype"/>
                <a:ea typeface="Palatino Linotype"/>
                <a:cs typeface="Palatino Linotype"/>
                <a:sym typeface="Palatino Linotype"/>
              </a:rPr>
              <a:t>OXIDES</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incredibly stable but contains reactive oxygen, O</a:t>
            </a:r>
            <a:r>
              <a:rPr b="1" baseline="30000" i="0" lang="en-CA" sz="3600" u="none" cap="none" strike="noStrike">
                <a:solidFill>
                  <a:schemeClr val="dk1"/>
                </a:solidFill>
                <a:latin typeface="Palatino Linotype"/>
                <a:ea typeface="Palatino Linotype"/>
                <a:cs typeface="Palatino Linotype"/>
                <a:sym typeface="Palatino Linotype"/>
              </a:rPr>
              <a:t>2-</a:t>
            </a:r>
            <a:endParaRPr b="1" i="0" sz="3600" u="none" cap="none" strike="noStrike">
              <a:solidFill>
                <a:schemeClr val="dk1"/>
              </a:solidFill>
              <a:latin typeface="Palatino Linotype"/>
              <a:ea typeface="Palatino Linotype"/>
              <a:cs typeface="Palatino Linotype"/>
              <a:sym typeface="Palatino Linotype"/>
            </a:endParaRPr>
          </a:p>
        </p:txBody>
      </p:sp>
      <p:pic>
        <p:nvPicPr>
          <p:cNvPr descr="http://upload.wikimedia.org/wikipedia/commons/f/f1/Electrolysis_of_Water.png" id="120" name="Google Shape;120;p17"/>
          <p:cNvPicPr preferRelativeResize="0"/>
          <p:nvPr/>
        </p:nvPicPr>
        <p:blipFill rotWithShape="1">
          <a:blip r:embed="rId4">
            <a:alphaModFix/>
          </a:blip>
          <a:srcRect b="0" l="0" r="0" t="0"/>
          <a:stretch/>
        </p:blipFill>
        <p:spPr>
          <a:xfrm>
            <a:off x="9375291" y="1412776"/>
            <a:ext cx="2782045" cy="1620419"/>
          </a:xfrm>
          <a:prstGeom prst="rect">
            <a:avLst/>
          </a:prstGeom>
          <a:noFill/>
          <a:ln>
            <a:noFill/>
          </a:ln>
          <a:effectLst>
            <a:outerShdw blurRad="149987" algn="ctr" dir="8460000" dist="250190">
              <a:srgbClr val="000000">
                <a:alpha val="27843"/>
              </a:srgbClr>
            </a:outerShdw>
          </a:effectLst>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 calcmode="lin" valueType="num">
                                      <p:cBhvr additive="base">
                                        <p:cTn dur="500"/>
                                        <p:tgtEl>
                                          <p:spTgt spid="11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 calcmode="lin" valueType="num">
                                      <p:cBhvr additive="base">
                                        <p:cTn dur="500"/>
                                        <p:tgtEl>
                                          <p:spTgt spid="11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 calcmode="lin" valueType="num">
                                      <p:cBhvr additive="base">
                                        <p:cTn dur="500"/>
                                        <p:tgtEl>
                                          <p:spTgt spid="11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 calcmode="lin" valueType="num">
                                      <p:cBhvr additive="base">
                                        <p:cTn dur="500"/>
                                        <p:tgtEl>
                                          <p:spTgt spid="11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 calcmode="lin" valueType="num">
                                      <p:cBhvr additive="base">
                                        <p:cTn dur="500"/>
                                        <p:tgtEl>
                                          <p:spTgt spid="11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stretch>
            <a:fillRect b="0" l="0" r="0" t="0"/>
          </a:stretch>
        </a:blipFill>
      </p:bgPr>
    </p:bg>
    <p:spTree>
      <p:nvGrpSpPr>
        <p:cNvPr id="125" name="Shape 125"/>
        <p:cNvGrpSpPr/>
        <p:nvPr/>
      </p:nvGrpSpPr>
      <p:grpSpPr>
        <a:xfrm>
          <a:off x="0" y="0"/>
          <a:ext cx="0" cy="0"/>
          <a:chOff x="0" y="0"/>
          <a:chExt cx="0" cy="0"/>
        </a:xfrm>
      </p:grpSpPr>
      <p:sp>
        <p:nvSpPr>
          <p:cNvPr id="126" name="Google Shape;126;p18"/>
          <p:cNvSpPr txBox="1"/>
          <p:nvPr>
            <p:ph type="title"/>
          </p:nvPr>
        </p:nvSpPr>
        <p:spPr>
          <a:xfrm>
            <a:off x="2025960" y="260648"/>
            <a:ext cx="8136904" cy="1143000"/>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0000"/>
              </a:buClr>
              <a:buFont typeface="Arial"/>
              <a:buNone/>
            </a:pPr>
            <a:r>
              <a:rPr b="1" i="0" lang="en-CA" sz="6480" u="none" cap="none" strike="noStrike">
                <a:solidFill>
                  <a:srgbClr val="FF0000"/>
                </a:solidFill>
                <a:latin typeface="Arial"/>
                <a:ea typeface="Arial"/>
                <a:cs typeface="Arial"/>
                <a:sym typeface="Arial"/>
              </a:rPr>
              <a:t>Non-metal Oxides</a:t>
            </a:r>
            <a:endParaRPr b="0" i="0" sz="6480" u="none" cap="none" strike="noStrike">
              <a:solidFill>
                <a:schemeClr val="dk1"/>
              </a:solidFill>
              <a:latin typeface="Palatino Linotype"/>
              <a:ea typeface="Palatino Linotype"/>
              <a:cs typeface="Palatino Linotype"/>
              <a:sym typeface="Palatino Linotype"/>
            </a:endParaRPr>
          </a:p>
        </p:txBody>
      </p:sp>
      <p:sp>
        <p:nvSpPr>
          <p:cNvPr id="127" name="Google Shape;127;p18"/>
          <p:cNvSpPr txBox="1"/>
          <p:nvPr>
            <p:ph idx="1" type="body"/>
          </p:nvPr>
        </p:nvSpPr>
        <p:spPr>
          <a:xfrm>
            <a:off x="879511" y="1828800"/>
            <a:ext cx="10429802" cy="4336504"/>
          </a:xfrm>
          <a:prstGeom prst="rect">
            <a:avLst/>
          </a:prstGeom>
          <a:noFill/>
          <a:ln>
            <a:noFill/>
          </a:ln>
        </p:spPr>
        <p:txBody>
          <a:bodyPr anchorCtr="0" anchor="t" bIns="45700" lIns="91425" spcFirstLastPara="1" rIns="91425" wrap="square" tIns="45700">
            <a:noAutofit/>
          </a:bodyPr>
          <a:lstStyle/>
          <a:p>
            <a:pPr indent="-223838" lvl="0" marL="223838" marR="0" rtl="0" algn="l">
              <a:lnSpc>
                <a:spcPct val="90000"/>
              </a:lnSpc>
              <a:spcBef>
                <a:spcPts val="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are covalent molecules such as SO</a:t>
            </a:r>
            <a:r>
              <a:rPr b="1" baseline="-25000" i="0" lang="en-CA" sz="3600" u="none" cap="none" strike="noStrike">
                <a:solidFill>
                  <a:schemeClr val="dk1"/>
                </a:solidFill>
                <a:latin typeface="Palatino Linotype"/>
                <a:ea typeface="Palatino Linotype"/>
                <a:cs typeface="Palatino Linotype"/>
                <a:sym typeface="Palatino Linotype"/>
              </a:rPr>
              <a:t>2(g)</a:t>
            </a:r>
            <a:r>
              <a:rPr b="1" i="0" lang="en-CA" sz="3600" u="none" cap="none" strike="noStrike">
                <a:solidFill>
                  <a:schemeClr val="dk1"/>
                </a:solidFill>
                <a:latin typeface="Palatino Linotype"/>
                <a:ea typeface="Palatino Linotype"/>
                <a:cs typeface="Palatino Linotype"/>
                <a:sym typeface="Palatino Linotype"/>
              </a:rPr>
              <a:t> or CO</a:t>
            </a:r>
            <a:r>
              <a:rPr b="1" baseline="-25000" i="0" lang="en-CA" sz="3600" u="none" cap="none" strike="noStrike">
                <a:solidFill>
                  <a:schemeClr val="dk1"/>
                </a:solidFill>
                <a:latin typeface="Palatino Linotype"/>
                <a:ea typeface="Palatino Linotype"/>
                <a:cs typeface="Palatino Linotype"/>
                <a:sym typeface="Palatino Linotype"/>
              </a:rPr>
              <a:t>2(g)</a:t>
            </a:r>
            <a:endParaRPr b="1" i="0" sz="3600" u="none" cap="none" strike="noStrike">
              <a:solidFill>
                <a:schemeClr val="dk1"/>
              </a:solidFill>
              <a:latin typeface="Palatino Linotype"/>
              <a:ea typeface="Palatino Linotype"/>
              <a:cs typeface="Palatino Linotype"/>
              <a:sym typeface="Palatino Linotype"/>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react directly with water as a synthesis reaction</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e.g. SO</a:t>
            </a:r>
            <a:r>
              <a:rPr b="1" baseline="-25000" i="0" lang="en-CA" sz="3600" u="none" cap="none" strike="noStrike">
                <a:solidFill>
                  <a:schemeClr val="dk1"/>
                </a:solidFill>
                <a:latin typeface="Palatino Linotype"/>
                <a:ea typeface="Palatino Linotype"/>
                <a:cs typeface="Palatino Linotype"/>
                <a:sym typeface="Palatino Linotype"/>
              </a:rPr>
              <a:t>2(g)</a:t>
            </a:r>
            <a:r>
              <a:rPr b="1" i="0" lang="en-CA" sz="3600" u="none" cap="none" strike="noStrike">
                <a:solidFill>
                  <a:schemeClr val="dk1"/>
                </a:solidFill>
                <a:latin typeface="Palatino Linotype"/>
                <a:ea typeface="Palatino Linotype"/>
                <a:cs typeface="Palatino Linotype"/>
                <a:sym typeface="Palatino Linotype"/>
              </a:rPr>
              <a:t> +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a:t>
            </a:r>
            <a:r>
              <a:rPr b="1" baseline="-25000" i="0" lang="en-CA" sz="3600" u="none" cap="none" strike="noStrike">
                <a:solidFill>
                  <a:schemeClr val="dk1"/>
                </a:solidFill>
                <a:latin typeface="Palatino Linotype"/>
                <a:ea typeface="Palatino Linotype"/>
                <a:cs typeface="Palatino Linotype"/>
                <a:sym typeface="Palatino Linotype"/>
              </a:rPr>
              <a:t>(l)</a:t>
            </a:r>
            <a:r>
              <a:rPr b="1" i="0" lang="en-CA" sz="3600" u="none" cap="none" strike="noStrike">
                <a:solidFill>
                  <a:schemeClr val="dk1"/>
                </a:solidFill>
                <a:latin typeface="Palatino Linotype"/>
                <a:ea typeface="Palatino Linotype"/>
                <a:cs typeface="Palatino Linotype"/>
                <a:sym typeface="Palatino Linotype"/>
              </a:rPr>
              <a:t>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SO</a:t>
            </a:r>
            <a:r>
              <a:rPr b="1" baseline="-25000" i="0" lang="en-CA" sz="3600" u="none" cap="none" strike="noStrike">
                <a:solidFill>
                  <a:schemeClr val="dk1"/>
                </a:solidFill>
                <a:latin typeface="Palatino Linotype"/>
                <a:ea typeface="Palatino Linotype"/>
                <a:cs typeface="Palatino Linotype"/>
                <a:sym typeface="Palatino Linotype"/>
              </a:rPr>
              <a:t>3(aq)</a:t>
            </a:r>
            <a:r>
              <a:rPr b="1" i="0" lang="en-CA" sz="3600" u="none" cap="none" strike="noStrike">
                <a:solidFill>
                  <a:schemeClr val="dk1"/>
                </a:solidFill>
                <a:latin typeface="Palatino Linotype"/>
                <a:ea typeface="Palatino Linotype"/>
                <a:cs typeface="Palatino Linotype"/>
                <a:sym typeface="Palatino Linotype"/>
              </a:rPr>
              <a:t> or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SO</a:t>
            </a:r>
            <a:r>
              <a:rPr b="1" baseline="-25000" i="0" lang="en-CA" sz="3600" u="none" cap="none" strike="noStrike">
                <a:solidFill>
                  <a:schemeClr val="dk1"/>
                </a:solidFill>
                <a:latin typeface="Palatino Linotype"/>
                <a:ea typeface="Palatino Linotype"/>
                <a:cs typeface="Palatino Linotype"/>
                <a:sym typeface="Palatino Linotype"/>
              </a:rPr>
              <a:t>2(aq)</a:t>
            </a:r>
            <a:r>
              <a:rPr b="1" i="0" lang="en-CA" sz="3600" u="none" cap="none" strike="noStrike">
                <a:solidFill>
                  <a:schemeClr val="dk1"/>
                </a:solidFill>
                <a:latin typeface="Palatino Linotype"/>
                <a:ea typeface="Palatino Linotype"/>
                <a:cs typeface="Palatino Linotype"/>
                <a:sym typeface="Palatino Linotype"/>
              </a:rPr>
              <a:t>, etc.</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non-metal oxides + water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a:t>
            </a:r>
            <a:r>
              <a:rPr b="1" i="0" lang="en-CA" sz="3600" u="none" cap="none" strike="noStrike">
                <a:solidFill>
                  <a:srgbClr val="FFFF00"/>
                </a:solidFill>
                <a:latin typeface="Palatino Linotype"/>
                <a:ea typeface="Palatino Linotype"/>
                <a:cs typeface="Palatino Linotype"/>
                <a:sym typeface="Palatino Linotype"/>
              </a:rPr>
              <a:t>ACIDS</a:t>
            </a:r>
            <a:endParaRPr b="1" i="0" sz="3600" u="none" cap="none" strike="noStrike">
              <a:solidFill>
                <a:srgbClr val="FFFF00"/>
              </a:solidFill>
              <a:latin typeface="Palatino Linotype"/>
              <a:ea typeface="Palatino Linotype"/>
              <a:cs typeface="Palatino Linotype"/>
              <a:sym typeface="Palatino Linotype"/>
            </a:endParaRPr>
          </a:p>
          <a:p>
            <a:pPr indent="0" lvl="0" marL="0" marR="0" rtl="0" algn="l">
              <a:lnSpc>
                <a:spcPct val="90000"/>
              </a:lnSpc>
              <a:spcBef>
                <a:spcPts val="1800"/>
              </a:spcBef>
              <a:spcAft>
                <a:spcPts val="0"/>
              </a:spcAft>
              <a:buNone/>
            </a:pPr>
            <a:r>
              <a:t/>
            </a:r>
            <a:endParaRPr/>
          </a:p>
        </p:txBody>
      </p:sp>
      <p:pic>
        <p:nvPicPr>
          <p:cNvPr descr="http://upload.wikimedia.org/wikipedia/commons/thumb/9/93/Sulfur-dioxide-3D-vdW.png/140px-Sulfur-dioxide-3D-vdW.png" id="128" name="Google Shape;128;p18"/>
          <p:cNvPicPr preferRelativeResize="0"/>
          <p:nvPr/>
        </p:nvPicPr>
        <p:blipFill rotWithShape="1">
          <a:blip r:embed="rId4">
            <a:alphaModFix/>
          </a:blip>
          <a:srcRect b="0" l="0" r="0" t="0"/>
          <a:stretch/>
        </p:blipFill>
        <p:spPr>
          <a:xfrm>
            <a:off x="212761" y="336847"/>
            <a:ext cx="1524930" cy="1219945"/>
          </a:xfrm>
          <a:prstGeom prst="rect">
            <a:avLst/>
          </a:prstGeom>
          <a:noFill/>
          <a:ln>
            <a:noFill/>
          </a:ln>
          <a:effectLst>
            <a:outerShdw blurRad="149987" algn="ctr" dir="8460000" dist="250190">
              <a:srgbClr val="000000">
                <a:alpha val="27843"/>
              </a:srgbClr>
            </a:outerShdw>
          </a:effectLst>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 calcmode="lin" valueType="num">
                                      <p:cBhvr additive="base">
                                        <p:cTn dur="500"/>
                                        <p:tgtEl>
                                          <p:spTgt spid="12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 calcmode="lin" valueType="num">
                                      <p:cBhvr additive="base">
                                        <p:cTn dur="500"/>
                                        <p:tgtEl>
                                          <p:spTgt spid="12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anim calcmode="lin" valueType="num">
                                      <p:cBhvr additive="base">
                                        <p:cTn dur="500"/>
                                        <p:tgtEl>
                                          <p:spTgt spid="12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anim calcmode="lin" valueType="num">
                                      <p:cBhvr additive="base">
                                        <p:cTn dur="500"/>
                                        <p:tgtEl>
                                          <p:spTgt spid="12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anim calcmode="lin" valueType="num">
                                      <p:cBhvr additive="base">
                                        <p:cTn dur="500"/>
                                        <p:tgtEl>
                                          <p:spTgt spid="12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stretch>
            <a:fillRect b="0" l="0" r="0" t="0"/>
          </a:stretch>
        </a:blipFill>
      </p:bgPr>
    </p:bg>
    <p:spTree>
      <p:nvGrpSpPr>
        <p:cNvPr id="133" name="Shape 133"/>
        <p:cNvGrpSpPr/>
        <p:nvPr/>
      </p:nvGrpSpPr>
      <p:grpSpPr>
        <a:xfrm>
          <a:off x="0" y="0"/>
          <a:ext cx="0" cy="0"/>
          <a:chOff x="0" y="0"/>
          <a:chExt cx="0" cy="0"/>
        </a:xfrm>
      </p:grpSpPr>
      <p:sp>
        <p:nvSpPr>
          <p:cNvPr id="134" name="Google Shape;134;p19"/>
          <p:cNvSpPr txBox="1"/>
          <p:nvPr>
            <p:ph type="title"/>
          </p:nvPr>
        </p:nvSpPr>
        <p:spPr>
          <a:xfrm>
            <a:off x="3052074" y="260648"/>
            <a:ext cx="6084676" cy="1143000"/>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0000"/>
              </a:buClr>
              <a:buFont typeface="Arial"/>
              <a:buNone/>
            </a:pPr>
            <a:r>
              <a:rPr b="1" i="0" lang="en-CA" sz="7200" u="none" cap="none" strike="noStrike">
                <a:solidFill>
                  <a:srgbClr val="FF0000"/>
                </a:solidFill>
                <a:latin typeface="Arial"/>
                <a:ea typeface="Arial"/>
                <a:cs typeface="Arial"/>
                <a:sym typeface="Arial"/>
              </a:rPr>
              <a:t>Metal Oxides</a:t>
            </a:r>
            <a:endParaRPr b="0" i="0" sz="7200" u="none" cap="none" strike="noStrike">
              <a:solidFill>
                <a:schemeClr val="dk1"/>
              </a:solidFill>
              <a:latin typeface="Palatino Linotype"/>
              <a:ea typeface="Palatino Linotype"/>
              <a:cs typeface="Palatino Linotype"/>
              <a:sym typeface="Palatino Linotype"/>
            </a:endParaRPr>
          </a:p>
        </p:txBody>
      </p:sp>
      <p:sp>
        <p:nvSpPr>
          <p:cNvPr id="135" name="Google Shape;135;p19"/>
          <p:cNvSpPr txBox="1"/>
          <p:nvPr>
            <p:ph idx="1" type="body"/>
          </p:nvPr>
        </p:nvSpPr>
        <p:spPr>
          <a:xfrm>
            <a:off x="765820" y="2507650"/>
            <a:ext cx="10657200" cy="4912500"/>
          </a:xfrm>
          <a:prstGeom prst="rect">
            <a:avLst/>
          </a:prstGeom>
          <a:noFill/>
          <a:ln>
            <a:noFill/>
          </a:ln>
        </p:spPr>
        <p:txBody>
          <a:bodyPr anchorCtr="0" anchor="t" bIns="45700" lIns="91425" spcFirstLastPara="1" rIns="91425" wrap="square" tIns="45700">
            <a:noAutofit/>
          </a:bodyPr>
          <a:lstStyle/>
          <a:p>
            <a:pPr indent="-223838" lvl="0" marL="223838" marR="0" rtl="0" algn="l">
              <a:lnSpc>
                <a:spcPct val="90000"/>
              </a:lnSpc>
              <a:spcBef>
                <a:spcPts val="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mostly ionic, e.g. MgO</a:t>
            </a:r>
            <a:r>
              <a:rPr b="1" baseline="-25000" i="0" lang="en-CA" sz="3600" u="none" cap="none" strike="noStrike">
                <a:solidFill>
                  <a:schemeClr val="dk1"/>
                </a:solidFill>
                <a:latin typeface="Palatino Linotype"/>
                <a:ea typeface="Palatino Linotype"/>
                <a:cs typeface="Palatino Linotype"/>
                <a:sym typeface="Palatino Linotype"/>
              </a:rPr>
              <a:t>(g) </a:t>
            </a:r>
            <a:r>
              <a:rPr b="1" i="0" lang="en-CA" sz="3600" u="none" cap="none" strike="noStrike">
                <a:solidFill>
                  <a:schemeClr val="dk1"/>
                </a:solidFill>
                <a:latin typeface="Palatino Linotype"/>
                <a:ea typeface="Palatino Linotype"/>
                <a:cs typeface="Palatino Linotype"/>
                <a:sym typeface="Palatino Linotype"/>
              </a:rPr>
              <a:t>which dissolve in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a:t>
            </a:r>
            <a:r>
              <a:rPr b="1" baseline="-25000" i="0" lang="en-CA" sz="3600" u="none" cap="none" strike="noStrike">
                <a:solidFill>
                  <a:schemeClr val="dk1"/>
                </a:solidFill>
                <a:latin typeface="Palatino Linotype"/>
                <a:ea typeface="Palatino Linotype"/>
                <a:cs typeface="Palatino Linotype"/>
                <a:sym typeface="Palatino Linotype"/>
              </a:rPr>
              <a:t>(l)</a:t>
            </a:r>
            <a:r>
              <a:rPr b="1" i="0" lang="en-CA" sz="3600" u="none" cap="none" strike="noStrike">
                <a:solidFill>
                  <a:schemeClr val="dk1"/>
                </a:solidFill>
                <a:latin typeface="Palatino Linotype"/>
                <a:ea typeface="Palatino Linotype"/>
                <a:cs typeface="Palatino Linotype"/>
                <a:sym typeface="Palatino Linotype"/>
              </a:rPr>
              <a:t> </a:t>
            </a:r>
            <a:endParaRPr b="1" i="0" sz="3600" u="none" cap="none" strike="noStrike">
              <a:solidFill>
                <a:schemeClr val="dk1"/>
              </a:solidFill>
              <a:latin typeface="Palatino Linotype"/>
              <a:ea typeface="Palatino Linotype"/>
              <a:cs typeface="Palatino Linotype"/>
              <a:sym typeface="Palatino Linotype"/>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so overall:  MgO</a:t>
            </a:r>
            <a:r>
              <a:rPr b="1" baseline="-25000" i="0" lang="en-CA" sz="3600" u="none" cap="none" strike="noStrike">
                <a:solidFill>
                  <a:schemeClr val="dk1"/>
                </a:solidFill>
                <a:latin typeface="Palatino Linotype"/>
                <a:ea typeface="Palatino Linotype"/>
                <a:cs typeface="Palatino Linotype"/>
                <a:sym typeface="Palatino Linotype"/>
              </a:rPr>
              <a:t>(g)</a:t>
            </a:r>
            <a:r>
              <a:rPr b="1" i="0" lang="en-CA" sz="3600" u="none" cap="none" strike="noStrike">
                <a:solidFill>
                  <a:schemeClr val="dk1"/>
                </a:solidFill>
                <a:latin typeface="Palatino Linotype"/>
                <a:ea typeface="Palatino Linotype"/>
                <a:cs typeface="Palatino Linotype"/>
                <a:sym typeface="Palatino Linotype"/>
              </a:rPr>
              <a:t> +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a:t>
            </a:r>
            <a:r>
              <a:rPr b="1" baseline="-25000" i="0" lang="en-CA" sz="3600" u="none" cap="none" strike="noStrike">
                <a:solidFill>
                  <a:schemeClr val="dk1"/>
                </a:solidFill>
                <a:latin typeface="Palatino Linotype"/>
                <a:ea typeface="Palatino Linotype"/>
                <a:cs typeface="Palatino Linotype"/>
                <a:sym typeface="Palatino Linotype"/>
              </a:rPr>
              <a:t>(l)</a:t>
            </a:r>
            <a:r>
              <a:rPr b="1" i="0" lang="en-CA" sz="3600" u="none" cap="none" strike="noStrike">
                <a:solidFill>
                  <a:schemeClr val="dk1"/>
                </a:solidFill>
                <a:latin typeface="Palatino Linotype"/>
                <a:ea typeface="Palatino Linotype"/>
                <a:cs typeface="Palatino Linotype"/>
                <a:sym typeface="Palatino Linotype"/>
              </a:rPr>
              <a:t>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Mg</a:t>
            </a:r>
            <a:r>
              <a:rPr b="1" baseline="30000" i="0" lang="en-CA" sz="3600" u="none" cap="none" strike="noStrike">
                <a:solidFill>
                  <a:schemeClr val="dk1"/>
                </a:solidFill>
                <a:latin typeface="Palatino Linotype"/>
                <a:ea typeface="Palatino Linotype"/>
                <a:cs typeface="Palatino Linotype"/>
                <a:sym typeface="Palatino Linotype"/>
              </a:rPr>
              <a:t>2+</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+ 2 OH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metal oxides + water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a:t>
            </a:r>
            <a:r>
              <a:rPr b="1" i="0" lang="en-CA" sz="3600" u="none" cap="none" strike="noStrike">
                <a:solidFill>
                  <a:srgbClr val="FFFF00"/>
                </a:solidFill>
                <a:latin typeface="Palatino Linotype"/>
                <a:ea typeface="Palatino Linotype"/>
                <a:cs typeface="Palatino Linotype"/>
                <a:sym typeface="Palatino Linotype"/>
              </a:rPr>
              <a:t>BASES</a:t>
            </a:r>
            <a:endParaRPr b="1" i="0" sz="3600" u="none" cap="none" strike="noStrike">
              <a:solidFill>
                <a:srgbClr val="FFFF00"/>
              </a:solidFill>
              <a:latin typeface="Palatino Linotype"/>
              <a:ea typeface="Palatino Linotype"/>
              <a:cs typeface="Palatino Linotype"/>
              <a:sym typeface="Palatino Linotype"/>
            </a:endParaRPr>
          </a:p>
          <a:p>
            <a:pPr indent="0" lvl="0" marL="0" marR="0" rtl="0" algn="l">
              <a:lnSpc>
                <a:spcPct val="90000"/>
              </a:lnSpc>
              <a:spcBef>
                <a:spcPts val="1800"/>
              </a:spcBef>
              <a:spcAft>
                <a:spcPts val="0"/>
              </a:spcAft>
              <a:buNone/>
            </a:pPr>
            <a:r>
              <a:t/>
            </a:r>
            <a:endParaRPr b="1" i="0" sz="3600" u="none" cap="none" strike="noStrike">
              <a:solidFill>
                <a:schemeClr val="dk1"/>
              </a:solidFill>
              <a:latin typeface="Palatino Linotype"/>
              <a:ea typeface="Palatino Linotype"/>
              <a:cs typeface="Palatino Linotype"/>
              <a:sym typeface="Palatino Linotype"/>
            </a:endParaRPr>
          </a:p>
          <a:p>
            <a:pPr indent="0" lvl="0" marL="0" marR="0" rtl="0" algn="l">
              <a:lnSpc>
                <a:spcPct val="90000"/>
              </a:lnSpc>
              <a:spcBef>
                <a:spcPts val="1800"/>
              </a:spcBef>
              <a:spcAft>
                <a:spcPts val="0"/>
              </a:spcAft>
              <a:buClr>
                <a:schemeClr val="dk1"/>
              </a:buClr>
              <a:buFont typeface="Arial"/>
              <a:buNone/>
            </a:pPr>
            <a:r>
              <a:t/>
            </a:r>
            <a:endParaRPr b="1" i="0" sz="3600" u="none" cap="none" strike="noStrike">
              <a:solidFill>
                <a:schemeClr val="dk1"/>
              </a:solidFill>
              <a:latin typeface="Palatino Linotype"/>
              <a:ea typeface="Palatino Linotype"/>
              <a:cs typeface="Palatino Linotype"/>
              <a:sym typeface="Palatino Linotype"/>
            </a:endParaRPr>
          </a:p>
        </p:txBody>
      </p:sp>
      <p:pic>
        <p:nvPicPr>
          <p:cNvPr descr="http://www.madhuchemicals.net/images/products/MagnesiumOxidePowder.jpg" id="136" name="Google Shape;136;p19"/>
          <p:cNvPicPr preferRelativeResize="0"/>
          <p:nvPr/>
        </p:nvPicPr>
        <p:blipFill rotWithShape="1">
          <a:blip r:embed="rId4">
            <a:alphaModFix/>
          </a:blip>
          <a:srcRect b="0" l="0" r="0" t="0"/>
          <a:stretch/>
        </p:blipFill>
        <p:spPr>
          <a:xfrm>
            <a:off x="458691" y="171884"/>
            <a:ext cx="1656915" cy="1656916"/>
          </a:xfrm>
          <a:prstGeom prst="rect">
            <a:avLst/>
          </a:prstGeom>
          <a:noFill/>
          <a:ln>
            <a:noFill/>
          </a:ln>
          <a:effectLst>
            <a:outerShdw blurRad="149987" algn="ctr" dir="8460000" dist="250190">
              <a:srgbClr val="000000">
                <a:alpha val="27843"/>
              </a:srgbClr>
            </a:outerShdw>
          </a:effectLst>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 calcmode="lin" valueType="num">
                                      <p:cBhvr additive="base">
                                        <p:cTn dur="500"/>
                                        <p:tgtEl>
                                          <p:spTgt spid="13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anim calcmode="lin" valueType="num">
                                      <p:cBhvr additive="base">
                                        <p:cTn dur="500"/>
                                        <p:tgtEl>
                                          <p:spTgt spid="13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anim calcmode="lin" valueType="num">
                                      <p:cBhvr additive="base">
                                        <p:cTn dur="500"/>
                                        <p:tgtEl>
                                          <p:spTgt spid="13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anim calcmode="lin" valueType="num">
                                      <p:cBhvr additive="base">
                                        <p:cTn dur="500"/>
                                        <p:tgtEl>
                                          <p:spTgt spid="13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anim calcmode="lin" valueType="num">
                                      <p:cBhvr additive="base">
                                        <p:cTn dur="500"/>
                                        <p:tgtEl>
                                          <p:spTgt spid="13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stretch>
            <a:fillRect b="0" l="0" r="0" t="0"/>
          </a:stretch>
        </a:blipFill>
      </p:bgPr>
    </p:bg>
    <p:spTree>
      <p:nvGrpSpPr>
        <p:cNvPr id="141" name="Shape 141"/>
        <p:cNvGrpSpPr/>
        <p:nvPr/>
      </p:nvGrpSpPr>
      <p:grpSpPr>
        <a:xfrm>
          <a:off x="0" y="0"/>
          <a:ext cx="0" cy="0"/>
          <a:chOff x="0" y="0"/>
          <a:chExt cx="0" cy="0"/>
        </a:xfrm>
      </p:grpSpPr>
      <p:sp>
        <p:nvSpPr>
          <p:cNvPr id="142" name="Google Shape;142;p20"/>
          <p:cNvSpPr txBox="1"/>
          <p:nvPr>
            <p:ph type="title"/>
          </p:nvPr>
        </p:nvSpPr>
        <p:spPr>
          <a:xfrm>
            <a:off x="400444" y="299098"/>
            <a:ext cx="9333900" cy="1143000"/>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0000"/>
              </a:buClr>
              <a:buFont typeface="Arial"/>
              <a:buNone/>
            </a:pPr>
            <a:r>
              <a:rPr b="1" i="0" lang="en-CA" sz="7200" u="none" cap="none" strike="noStrike">
                <a:solidFill>
                  <a:srgbClr val="FF0000"/>
                </a:solidFill>
                <a:latin typeface="Arial"/>
                <a:ea typeface="Arial"/>
                <a:cs typeface="Arial"/>
                <a:sym typeface="Arial"/>
              </a:rPr>
              <a:t>Neutralization</a:t>
            </a:r>
            <a:endParaRPr b="0" i="0" sz="7200" u="none" cap="none" strike="noStrike">
              <a:solidFill>
                <a:schemeClr val="dk1"/>
              </a:solidFill>
              <a:latin typeface="Palatino Linotype"/>
              <a:ea typeface="Palatino Linotype"/>
              <a:cs typeface="Palatino Linotype"/>
              <a:sym typeface="Palatino Linotype"/>
            </a:endParaRPr>
          </a:p>
        </p:txBody>
      </p:sp>
      <p:sp>
        <p:nvSpPr>
          <p:cNvPr id="143" name="Google Shape;143;p20"/>
          <p:cNvSpPr txBox="1"/>
          <p:nvPr>
            <p:ph idx="1" type="body"/>
          </p:nvPr>
        </p:nvSpPr>
        <p:spPr>
          <a:xfrm>
            <a:off x="675810" y="1828800"/>
            <a:ext cx="10891210" cy="4624536"/>
          </a:xfrm>
          <a:prstGeom prst="rect">
            <a:avLst/>
          </a:prstGeom>
          <a:noFill/>
          <a:ln>
            <a:noFill/>
          </a:ln>
        </p:spPr>
        <p:txBody>
          <a:bodyPr anchorCtr="0" anchor="t" bIns="45700" lIns="91425" spcFirstLastPara="1" rIns="91425" wrap="square" tIns="45700">
            <a:noAutofit/>
          </a:bodyPr>
          <a:lstStyle/>
          <a:p>
            <a:pPr indent="-223838" lvl="0" marL="223838" marR="0" rtl="0" algn="l">
              <a:lnSpc>
                <a:spcPct val="90000"/>
              </a:lnSpc>
              <a:spcBef>
                <a:spcPts val="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is a double displace reaction </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in which the acidic and basic properties cancel each other</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e.g. HCl</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 NaOH</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NaCl</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a:t>
            </a:r>
            <a:r>
              <a:rPr b="1" baseline="-25000" i="0" lang="en-CA" sz="3600" u="none" cap="none" strike="noStrike">
                <a:solidFill>
                  <a:schemeClr val="dk1"/>
                </a:solidFill>
                <a:latin typeface="Palatino Linotype"/>
                <a:ea typeface="Palatino Linotype"/>
                <a:cs typeface="Palatino Linotype"/>
                <a:sym typeface="Palatino Linotype"/>
              </a:rPr>
              <a:t>(l)</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recall, the net ionic equation clearly indicated the neutralization reaction</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 OH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a:t>
            </a:r>
            <a:r>
              <a:rPr b="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 </a:t>
            </a:r>
            <a:r>
              <a:rPr b="1" i="0" lang="en-CA" sz="3600" u="none" cap="none" strike="noStrike">
                <a:solidFill>
                  <a:schemeClr val="dk1"/>
                </a:solidFill>
                <a:latin typeface="Palatino Linotype"/>
                <a:ea typeface="Palatino Linotype"/>
                <a:cs typeface="Palatino Linotype"/>
                <a:sym typeface="Palatino Linotype"/>
              </a:rPr>
              <a:t>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a:t>
            </a:r>
            <a:r>
              <a:rPr b="1" baseline="-25000" i="0" lang="en-CA" sz="3600" u="none" cap="none" strike="noStrike">
                <a:solidFill>
                  <a:schemeClr val="dk1"/>
                </a:solidFill>
                <a:latin typeface="Palatino Linotype"/>
                <a:ea typeface="Palatino Linotype"/>
                <a:cs typeface="Palatino Linotype"/>
                <a:sym typeface="Palatino Linotype"/>
              </a:rPr>
              <a:t>(l)</a:t>
            </a:r>
            <a:endParaRPr b="1" i="0" sz="3600" u="none" cap="none" strike="noStrike">
              <a:solidFill>
                <a:schemeClr val="dk1"/>
              </a:solidFill>
              <a:latin typeface="Palatino Linotype"/>
              <a:ea typeface="Palatino Linotype"/>
              <a:cs typeface="Palatino Linotype"/>
              <a:sym typeface="Palatino Linotype"/>
            </a:endParaRPr>
          </a:p>
        </p:txBody>
      </p:sp>
      <p:pic>
        <p:nvPicPr>
          <p:cNvPr descr="http://dl.clackamas.edu/ch105/lesson%206%20images/titra02.jpg" id="144" name="Google Shape;144;p20"/>
          <p:cNvPicPr preferRelativeResize="0"/>
          <p:nvPr/>
        </p:nvPicPr>
        <p:blipFill rotWithShape="1">
          <a:blip r:embed="rId4">
            <a:alphaModFix/>
          </a:blip>
          <a:srcRect b="0" l="0" r="1996" t="0"/>
          <a:stretch/>
        </p:blipFill>
        <p:spPr>
          <a:xfrm>
            <a:off x="8737850" y="299100"/>
            <a:ext cx="3219900" cy="1950600"/>
          </a:xfrm>
          <a:prstGeom prst="rect">
            <a:avLst/>
          </a:prstGeom>
          <a:noFill/>
          <a:ln>
            <a:noFill/>
          </a:ln>
          <a:effectLst>
            <a:outerShdw blurRad="149987" algn="ctr" dir="8460000" dist="250190">
              <a:srgbClr val="000000">
                <a:alpha val="27843"/>
              </a:srgbClr>
            </a:outerShdw>
          </a:effectLst>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 calcmode="lin" valueType="num">
                                      <p:cBhvr additive="base">
                                        <p:cTn dur="500"/>
                                        <p:tgtEl>
                                          <p:spTgt spid="14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anim calcmode="lin" valueType="num">
                                      <p:cBhvr additive="base">
                                        <p:cTn dur="500"/>
                                        <p:tgtEl>
                                          <p:spTgt spid="14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anim calcmode="lin" valueType="num">
                                      <p:cBhvr additive="base">
                                        <p:cTn dur="500"/>
                                        <p:tgtEl>
                                          <p:spTgt spid="14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anim calcmode="lin" valueType="num">
                                      <p:cBhvr additive="base">
                                        <p:cTn dur="500"/>
                                        <p:tgtEl>
                                          <p:spTgt spid="14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anim calcmode="lin" valueType="num">
                                      <p:cBhvr additive="base">
                                        <p:cTn dur="500"/>
                                        <p:tgtEl>
                                          <p:spTgt spid="14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stretch>
            <a:fillRect b="0" l="0" r="0" t="0"/>
          </a:stretch>
        </a:blipFill>
      </p:bgPr>
    </p:bg>
    <p:spTree>
      <p:nvGrpSpPr>
        <p:cNvPr id="149" name="Shape 149"/>
        <p:cNvGrpSpPr/>
        <p:nvPr/>
      </p:nvGrpSpPr>
      <p:grpSpPr>
        <a:xfrm>
          <a:off x="0" y="0"/>
          <a:ext cx="0" cy="0"/>
          <a:chOff x="0" y="0"/>
          <a:chExt cx="0" cy="0"/>
        </a:xfrm>
      </p:grpSpPr>
      <p:sp>
        <p:nvSpPr>
          <p:cNvPr id="150" name="Google Shape;150;p21"/>
          <p:cNvSpPr txBox="1"/>
          <p:nvPr>
            <p:ph type="title"/>
          </p:nvPr>
        </p:nvSpPr>
        <p:spPr>
          <a:xfrm>
            <a:off x="454918" y="260648"/>
            <a:ext cx="11278988" cy="1143000"/>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0000"/>
              </a:buClr>
              <a:buFont typeface="Arial"/>
              <a:buNone/>
            </a:pPr>
            <a:r>
              <a:rPr b="1" i="0" lang="en-CA" sz="7200" u="none" cap="none" strike="noStrike">
                <a:solidFill>
                  <a:srgbClr val="FF0000"/>
                </a:solidFill>
                <a:latin typeface="Arial"/>
                <a:ea typeface="Arial"/>
                <a:cs typeface="Arial"/>
                <a:sym typeface="Arial"/>
              </a:rPr>
              <a:t>Carbonate Neutralization</a:t>
            </a:r>
            <a:endParaRPr b="0" i="0" sz="7200" u="none" cap="none" strike="noStrike">
              <a:solidFill>
                <a:schemeClr val="dk1"/>
              </a:solidFill>
              <a:latin typeface="Palatino Linotype"/>
              <a:ea typeface="Palatino Linotype"/>
              <a:cs typeface="Palatino Linotype"/>
              <a:sym typeface="Palatino Linotype"/>
            </a:endParaRPr>
          </a:p>
        </p:txBody>
      </p:sp>
      <p:sp>
        <p:nvSpPr>
          <p:cNvPr id="151" name="Google Shape;151;p21"/>
          <p:cNvSpPr txBox="1"/>
          <p:nvPr>
            <p:ph idx="1" type="body"/>
          </p:nvPr>
        </p:nvSpPr>
        <p:spPr>
          <a:xfrm>
            <a:off x="675810" y="1828800"/>
            <a:ext cx="10891210" cy="4624536"/>
          </a:xfrm>
          <a:prstGeom prst="rect">
            <a:avLst/>
          </a:prstGeom>
          <a:noFill/>
          <a:ln>
            <a:noFill/>
          </a:ln>
        </p:spPr>
        <p:txBody>
          <a:bodyPr anchorCtr="0" anchor="t" bIns="45700" lIns="91425" spcFirstLastPara="1" rIns="91425" wrap="square" tIns="45700">
            <a:noAutofit/>
          </a:bodyPr>
          <a:lstStyle/>
          <a:p>
            <a:pPr indent="-223838" lvl="0" marL="223838" marR="0" rtl="0" algn="l">
              <a:lnSpc>
                <a:spcPct val="90000"/>
              </a:lnSpc>
              <a:spcBef>
                <a:spcPts val="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carbonates react with acids producing carbonic acid and a salt</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e.g. 2 HNO</a:t>
            </a:r>
            <a:r>
              <a:rPr b="1" baseline="-25000" i="0" lang="en-CA" sz="3600" u="none" cap="none" strike="noStrike">
                <a:solidFill>
                  <a:schemeClr val="dk1"/>
                </a:solidFill>
                <a:latin typeface="Palatino Linotype"/>
                <a:ea typeface="Palatino Linotype"/>
                <a:cs typeface="Palatino Linotype"/>
                <a:sym typeface="Palatino Linotype"/>
              </a:rPr>
              <a:t>3(aq)</a:t>
            </a:r>
            <a:r>
              <a:rPr b="1" i="0" lang="en-CA" sz="3600" u="none" cap="none" strike="noStrike">
                <a:solidFill>
                  <a:schemeClr val="dk1"/>
                </a:solidFill>
                <a:latin typeface="Palatino Linotype"/>
                <a:ea typeface="Palatino Linotype"/>
                <a:cs typeface="Palatino Linotype"/>
                <a:sym typeface="Palatino Linotype"/>
              </a:rPr>
              <a:t> + Na</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CO</a:t>
            </a:r>
            <a:r>
              <a:rPr b="1" baseline="-25000" i="0" lang="en-CA" sz="3600" u="none" cap="none" strike="noStrike">
                <a:solidFill>
                  <a:schemeClr val="dk1"/>
                </a:solidFill>
                <a:latin typeface="Palatino Linotype"/>
                <a:ea typeface="Palatino Linotype"/>
                <a:cs typeface="Palatino Linotype"/>
                <a:sym typeface="Palatino Linotype"/>
              </a:rPr>
              <a:t>3(aq)</a:t>
            </a:r>
            <a:r>
              <a:rPr b="1" i="0" lang="en-CA" sz="3600" u="none" cap="none" strike="noStrike">
                <a:solidFill>
                  <a:schemeClr val="dk1"/>
                </a:solidFill>
                <a:latin typeface="Palatino Linotype"/>
                <a:ea typeface="Palatino Linotype"/>
                <a:cs typeface="Palatino Linotype"/>
                <a:sym typeface="Palatino Linotype"/>
              </a:rPr>
              <a:t>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CO</a:t>
            </a:r>
            <a:r>
              <a:rPr b="1" baseline="-25000" i="0" lang="en-CA" sz="3600" u="none" cap="none" strike="noStrike">
                <a:solidFill>
                  <a:schemeClr val="dk1"/>
                </a:solidFill>
                <a:latin typeface="Palatino Linotype"/>
                <a:ea typeface="Palatino Linotype"/>
                <a:cs typeface="Palatino Linotype"/>
                <a:sym typeface="Palatino Linotype"/>
              </a:rPr>
              <a:t>3(aq)</a:t>
            </a:r>
            <a:r>
              <a:rPr b="1" i="0" lang="en-CA" sz="3600" u="none" cap="none" strike="noStrike">
                <a:solidFill>
                  <a:schemeClr val="dk1"/>
                </a:solidFill>
                <a:latin typeface="Palatino Linotype"/>
                <a:ea typeface="Palatino Linotype"/>
                <a:cs typeface="Palatino Linotype"/>
                <a:sym typeface="Palatino Linotype"/>
              </a:rPr>
              <a:t> + NaCl</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but carbonic acid is not stable in water so it immediately decomposes </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so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CO</a:t>
            </a:r>
            <a:r>
              <a:rPr b="1" baseline="-25000" i="0" lang="en-CA" sz="3600" u="none" cap="none" strike="noStrike">
                <a:solidFill>
                  <a:schemeClr val="dk1"/>
                </a:solidFill>
                <a:latin typeface="Palatino Linotype"/>
                <a:ea typeface="Palatino Linotype"/>
                <a:cs typeface="Palatino Linotype"/>
                <a:sym typeface="Palatino Linotype"/>
              </a:rPr>
              <a:t>3(aq)</a:t>
            </a:r>
            <a:r>
              <a:rPr b="1" i="0" lang="en-CA" sz="3600" u="none" cap="none" strike="noStrike">
                <a:solidFill>
                  <a:schemeClr val="dk1"/>
                </a:solidFill>
                <a:latin typeface="Palatino Linotype"/>
                <a:ea typeface="Palatino Linotype"/>
                <a:cs typeface="Palatino Linotype"/>
                <a:sym typeface="Palatino Linotype"/>
              </a:rPr>
              <a:t>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CO</a:t>
            </a:r>
            <a:r>
              <a:rPr b="1" baseline="-25000" i="0" lang="en-CA" sz="3600" u="none" cap="none" strike="noStrike">
                <a:solidFill>
                  <a:schemeClr val="dk1"/>
                </a:solidFill>
                <a:latin typeface="Palatino Linotype"/>
                <a:ea typeface="Palatino Linotype"/>
                <a:cs typeface="Palatino Linotype"/>
                <a:sym typeface="Palatino Linotype"/>
              </a:rPr>
              <a:t>2(g)</a:t>
            </a:r>
            <a:r>
              <a:rPr b="1" i="0" lang="en-CA" sz="3600" u="none" cap="none" strike="noStrike">
                <a:solidFill>
                  <a:schemeClr val="dk1"/>
                </a:solidFill>
                <a:latin typeface="Palatino Linotype"/>
                <a:ea typeface="Palatino Linotype"/>
                <a:cs typeface="Palatino Linotype"/>
                <a:sym typeface="Palatino Linotype"/>
              </a:rPr>
              <a:t> +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a:t>
            </a:r>
            <a:r>
              <a:rPr b="1" baseline="-25000" i="0" lang="en-CA" sz="3600" u="none" cap="none" strike="noStrike">
                <a:solidFill>
                  <a:schemeClr val="dk1"/>
                </a:solidFill>
                <a:latin typeface="Palatino Linotype"/>
                <a:ea typeface="Palatino Linotype"/>
                <a:cs typeface="Palatino Linotype"/>
                <a:sym typeface="Palatino Linotype"/>
              </a:rPr>
              <a:t>(l)</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2 HNO</a:t>
            </a:r>
            <a:r>
              <a:rPr b="1" baseline="-25000" i="0" lang="en-CA" sz="3600" u="none" cap="none" strike="noStrike">
                <a:solidFill>
                  <a:schemeClr val="dk1"/>
                </a:solidFill>
                <a:latin typeface="Palatino Linotype"/>
                <a:ea typeface="Palatino Linotype"/>
                <a:cs typeface="Palatino Linotype"/>
                <a:sym typeface="Palatino Linotype"/>
              </a:rPr>
              <a:t>3(aq)</a:t>
            </a:r>
            <a:r>
              <a:rPr b="1" i="0" lang="en-CA" sz="3600" u="none" cap="none" strike="noStrike">
                <a:solidFill>
                  <a:schemeClr val="dk1"/>
                </a:solidFill>
                <a:latin typeface="Palatino Linotype"/>
                <a:ea typeface="Palatino Linotype"/>
                <a:cs typeface="Palatino Linotype"/>
                <a:sym typeface="Palatino Linotype"/>
              </a:rPr>
              <a:t> + Na</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CO</a:t>
            </a:r>
            <a:r>
              <a:rPr b="1" baseline="-25000" i="0" lang="en-CA" sz="3600" u="none" cap="none" strike="noStrike">
                <a:solidFill>
                  <a:schemeClr val="dk1"/>
                </a:solidFill>
                <a:latin typeface="Palatino Linotype"/>
                <a:ea typeface="Palatino Linotype"/>
                <a:cs typeface="Palatino Linotype"/>
                <a:sym typeface="Palatino Linotype"/>
              </a:rPr>
              <a:t>3(aq)</a:t>
            </a:r>
            <a:r>
              <a:rPr b="1" i="0" lang="en-CA" sz="3600" u="none" cap="none" strike="noStrike">
                <a:solidFill>
                  <a:schemeClr val="dk1"/>
                </a:solidFill>
                <a:latin typeface="Palatino Linotype"/>
                <a:ea typeface="Palatino Linotype"/>
                <a:cs typeface="Palatino Linotype"/>
                <a:sym typeface="Palatino Linotype"/>
              </a:rPr>
              <a:t>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CO</a:t>
            </a:r>
            <a:r>
              <a:rPr b="1" baseline="-25000" i="0" lang="en-CA" sz="3600" u="none" cap="none" strike="noStrike">
                <a:solidFill>
                  <a:schemeClr val="dk1"/>
                </a:solidFill>
                <a:latin typeface="Palatino Linotype"/>
                <a:ea typeface="Palatino Linotype"/>
                <a:cs typeface="Palatino Linotype"/>
                <a:sym typeface="Palatino Linotype"/>
              </a:rPr>
              <a:t>2(g)</a:t>
            </a:r>
            <a:r>
              <a:rPr b="1" i="0" lang="en-CA" sz="3600" u="none" cap="none" strike="noStrike">
                <a:solidFill>
                  <a:schemeClr val="dk1"/>
                </a:solidFill>
                <a:latin typeface="Palatino Linotype"/>
                <a:ea typeface="Palatino Linotype"/>
                <a:cs typeface="Palatino Linotype"/>
                <a:sym typeface="Palatino Linotype"/>
              </a:rPr>
              <a:t> +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a:t>
            </a:r>
            <a:r>
              <a:rPr b="1" baseline="-25000" i="0" lang="en-CA" sz="3600" u="none" cap="none" strike="noStrike">
                <a:solidFill>
                  <a:schemeClr val="dk1"/>
                </a:solidFill>
                <a:latin typeface="Palatino Linotype"/>
                <a:ea typeface="Palatino Linotype"/>
                <a:cs typeface="Palatino Linotype"/>
                <a:sym typeface="Palatino Linotype"/>
              </a:rPr>
              <a:t>(l) </a:t>
            </a:r>
            <a:r>
              <a:rPr b="1" i="0" lang="en-CA" sz="3600" u="none" cap="none" strike="noStrike">
                <a:solidFill>
                  <a:schemeClr val="dk1"/>
                </a:solidFill>
                <a:latin typeface="Palatino Linotype"/>
                <a:ea typeface="Palatino Linotype"/>
                <a:cs typeface="Palatino Linotype"/>
                <a:sym typeface="Palatino Linotype"/>
              </a:rPr>
              <a:t>+ NaCl</a:t>
            </a:r>
            <a:r>
              <a:rPr b="1" baseline="-25000" i="0" lang="en-CA" sz="3600" u="none" cap="none" strike="noStrike">
                <a:solidFill>
                  <a:schemeClr val="dk1"/>
                </a:solidFill>
                <a:latin typeface="Palatino Linotype"/>
                <a:ea typeface="Palatino Linotype"/>
                <a:cs typeface="Palatino Linotype"/>
                <a:sym typeface="Palatino Linotype"/>
              </a:rPr>
              <a:t>(aq)</a:t>
            </a:r>
            <a:endParaRPr b="1" baseline="-25000" i="0" sz="3600" u="none" cap="none" strike="noStrike">
              <a:solidFill>
                <a:schemeClr val="dk1"/>
              </a:solidFill>
              <a:latin typeface="Palatino Linotype"/>
              <a:ea typeface="Palatino Linotype"/>
              <a:cs typeface="Palatino Linotype"/>
              <a:sym typeface="Palatino Linotype"/>
            </a:endParaRPr>
          </a:p>
          <a:p>
            <a:pPr indent="0" lvl="0" marL="0" marR="0" rtl="0" algn="l">
              <a:lnSpc>
                <a:spcPct val="90000"/>
              </a:lnSpc>
              <a:spcBef>
                <a:spcPts val="1800"/>
              </a:spcBef>
              <a:spcAft>
                <a:spcPts val="0"/>
              </a:spcAft>
              <a:buClr>
                <a:schemeClr val="dk1"/>
              </a:buClr>
              <a:buFont typeface="Arial"/>
              <a:buNone/>
            </a:pPr>
            <a:r>
              <a:t/>
            </a:r>
            <a:endParaRPr b="1" i="0" sz="3600" u="none" cap="none" strike="noStrike">
              <a:solidFill>
                <a:schemeClr val="dk1"/>
              </a:solidFill>
              <a:latin typeface="Palatino Linotype"/>
              <a:ea typeface="Palatino Linotype"/>
              <a:cs typeface="Palatino Linotype"/>
              <a:sym typeface="Palatino Linotype"/>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 calcmode="lin" valueType="num">
                                      <p:cBhvr additive="base">
                                        <p:cTn dur="500"/>
                                        <p:tgtEl>
                                          <p:spTgt spid="15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 calcmode="lin" valueType="num">
                                      <p:cBhvr additive="base">
                                        <p:cTn dur="500"/>
                                        <p:tgtEl>
                                          <p:spTgt spid="15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 calcmode="lin" valueType="num">
                                      <p:cBhvr additive="base">
                                        <p:cTn dur="500"/>
                                        <p:tgtEl>
                                          <p:spTgt spid="15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 calcmode="lin" valueType="num">
                                      <p:cBhvr additive="base">
                                        <p:cTn dur="500"/>
                                        <p:tgtEl>
                                          <p:spTgt spid="15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 calcmode="lin" valueType="num">
                                      <p:cBhvr additive="base">
                                        <p:cTn dur="500"/>
                                        <p:tgtEl>
                                          <p:spTgt spid="15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 calcmode="lin" valueType="num">
                                      <p:cBhvr additive="base">
                                        <p:cTn dur="500"/>
                                        <p:tgtEl>
                                          <p:spTgt spid="15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ctrTitle"/>
          </p:nvPr>
        </p:nvSpPr>
        <p:spPr>
          <a:xfrm>
            <a:off x="1522413" y="1371600"/>
            <a:ext cx="9144000" cy="350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2"/>
          <p:cNvSpPr txBox="1"/>
          <p:nvPr>
            <p:ph idx="1" type="subTitle"/>
          </p:nvPr>
        </p:nvSpPr>
        <p:spPr>
          <a:xfrm>
            <a:off x="1522413" y="4953000"/>
            <a:ext cx="8229600" cy="106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descr="The sulfuric acid spill that closed I-25 last week prompted a number of chemistry teachers to use the news event to illustrate the properties of this powerful acid. Steve Spangler is in the 9News backyard equipped with safety glasses, gloves and a small amount of this extreme acid. &#10; &#10;About Steve Spangler Science... &#10; &#10;Steve Spangler is a celebrity teacher, science toy designer, speaker, author and an Emmy award-winning television personality. Spangler is probably best known for his Mentos and Diet Coke geyser experiment that went viral in 2005 and prompted more than 1,000 related YouTube videos. Spangler is the founder of www.SteveSpanglerScience.com, a Denver-based company specializing in the creation of science toys, classroom science demonstrations, teacher resources and home for Spangler's popular science experiment archive and video collection. Spangler is a frequent guest on the Ellen DeGeneres Show where he takes classroom science experiments to the extreme. Check out his pool filled with 2,500 boxes of cornstarch! &#10; &#10;Cool Science Toys - http://www.SteveSpanglerScience.com &#10;Sign up for the Experiment of the Week - http://www.stevespanglerscience.com/e... &#10;Watch Spangler's Science Videos - http://www.stevespanglerscience.com/v... &#10;Attend a Spangler Hands-on Science Workshop for Teachers - http://www.stevespanglerscience.com/t... &#10;Visit Spangler's YouTube Channel - http://www.youtube.com/stevespanglers... &#10; &#10;Join the conversation on Steve Spangler's blog - http://www.SteveSpangler.com &#10; &#10;Additional Information: &#10; &#10;On the education side, Spangler started his career as a science teacher in the Cherry Creek School district for 12 years. Today, Steve travels extensively training teachers in ways to make learning more engaging and fun. His hands-on science boot camps and summer institutes for teachers inspire and teach teachers how to prepare a new generation for an ever-changing work force. Over the last 15 years, he has also made more than 500 television appearances as an authority on hands-on science and inquiry-based learning.  &#10; &#10;On the business side, Spangler is the founder and CEO of Steve Spangler Science, a Denver-based company specializing in the creation of educational toys and kits and hands-on science training services for teachers. The companys unique business strategies and viral creations have been featured in the Wall Street Journal, Inc. Magazine, Wired and TIME Magazine where online readers voted Steve Spangler #18 in the Top 100 Most Influential People of the Year for 2006 (what were they thinking?). You'll find more than 140 Spangler created products available online at SteveSpanglerScience.com and distributed to toy stores and mass-market retailers worldwide. &#10; &#10;Spangler joined NBC affiliate 9News in 2001 as the science education specialist. His weekly experiments and science segments are designed to teach viewers creative ways to make learning fun. His now famous Mentos Geyser experiment, turning 2-liter bottles of soda into erupting fountains, became an Internet sensation in September 2005 when thousands of people started posting their own Mentos explosions on YouTube.com. &#10; &#10;As founder of SteveSpanglerScience.com, Spangler and his design team have developed more than 140 educational toys and science-related products featured by mass-market retailers like Target, Wal-Mart, Toys R' Us, Discovery Channel Stores and over 1,400 independent specialty toy stores. His educational science catalog and on-line business offers more than a thousand science toys and unique learning resources. Recently, Spangler has been featured in the Wall Street Journal, Inc. Magazine, WIRED, the History Channel, Food Network and TIME Magazine where on-line readers voted Steve Spangler #18 in the Top 100 Most Influential People of the Year for 2006. &#10; &#10;His recent appearances on the Ellen DeGeneres Show have taught viewers how to blow up their food, shock their friends, create mountains of foam, play on a bed of nails, vanish in a cloud of smoke and how to turn 2,500 boxes of cornstarch and a garden hose into a swimming pool of fun." id="159" name="Google Shape;159;p22" title="The Power of Sulfuric Acid - Cool Science Demo">
            <a:hlinkClick r:id="rId3"/>
          </p:cNvPr>
          <p:cNvPicPr preferRelativeResize="0"/>
          <p:nvPr/>
        </p:nvPicPr>
        <p:blipFill>
          <a:blip r:embed="rId4">
            <a:alphaModFix/>
          </a:blip>
          <a:stretch>
            <a:fillRect/>
          </a:stretch>
        </p:blipFill>
        <p:spPr>
          <a:xfrm>
            <a:off x="1522423" y="0"/>
            <a:ext cx="9033524" cy="6775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1522414" y="533400"/>
            <a:ext cx="9601200" cy="11430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Font typeface="Palatino Linotype"/>
              <a:buNone/>
            </a:pPr>
            <a:r>
              <a:rPr lang="en-CA"/>
              <a:t>THE END</a:t>
            </a:r>
            <a:endParaRPr b="0" i="0" sz="3200" u="none" cap="none" strike="noStrike">
              <a:solidFill>
                <a:schemeClr val="dk1"/>
              </a:solidFill>
              <a:latin typeface="Palatino Linotype"/>
              <a:ea typeface="Palatino Linotype"/>
              <a:cs typeface="Palatino Linotype"/>
              <a:sym typeface="Palatino Linotype"/>
            </a:endParaRPr>
          </a:p>
        </p:txBody>
      </p:sp>
      <p:sp>
        <p:nvSpPr>
          <p:cNvPr id="166" name="Google Shape;166;p23"/>
          <p:cNvSpPr txBox="1"/>
          <p:nvPr>
            <p:ph idx="1" type="body"/>
          </p:nvPr>
        </p:nvSpPr>
        <p:spPr>
          <a:xfrm>
            <a:off x="1522414" y="1828800"/>
            <a:ext cx="9601200" cy="4191000"/>
          </a:xfrm>
          <a:prstGeom prst="rect">
            <a:avLst/>
          </a:prstGeom>
          <a:noFill/>
          <a:ln>
            <a:noFill/>
          </a:ln>
        </p:spPr>
        <p:txBody>
          <a:bodyPr anchorCtr="0" anchor="t" bIns="45700" lIns="91425" spcFirstLastPara="1" rIns="91425" wrap="square" tIns="45700">
            <a:noAutofit/>
          </a:bodyPr>
          <a:lstStyle/>
          <a:p>
            <a:pPr indent="-96838" lvl="0" marL="223838" marR="0" rtl="0" algn="l">
              <a:lnSpc>
                <a:spcPct val="90000"/>
              </a:lnSpc>
              <a:spcBef>
                <a:spcPts val="0"/>
              </a:spcBef>
              <a:spcAft>
                <a:spcPts val="0"/>
              </a:spcAft>
              <a:buClr>
                <a:schemeClr val="dk1"/>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stretch>
            <a:fillRect b="0" l="0" r="0" t="0"/>
          </a:stretch>
        </a:blipFill>
      </p:bgPr>
    </p:bg>
    <p:spTree>
      <p:nvGrpSpPr>
        <p:cNvPr id="171" name="Shape 171"/>
        <p:cNvGrpSpPr/>
        <p:nvPr/>
      </p:nvGrpSpPr>
      <p:grpSpPr>
        <a:xfrm>
          <a:off x="0" y="0"/>
          <a:ext cx="0" cy="0"/>
          <a:chOff x="0" y="0"/>
          <a:chExt cx="0" cy="0"/>
        </a:xfrm>
      </p:grpSpPr>
      <p:sp>
        <p:nvSpPr>
          <p:cNvPr id="172" name="Google Shape;172;p24"/>
          <p:cNvSpPr txBox="1"/>
          <p:nvPr>
            <p:ph type="title"/>
          </p:nvPr>
        </p:nvSpPr>
        <p:spPr>
          <a:xfrm>
            <a:off x="2593023" y="260648"/>
            <a:ext cx="7002778" cy="1143000"/>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0000"/>
              </a:buClr>
              <a:buFont typeface="Arial"/>
              <a:buNone/>
            </a:pPr>
            <a:r>
              <a:rPr b="1" i="0" lang="en-CA" sz="7200" u="none" cap="none" strike="noStrike">
                <a:solidFill>
                  <a:srgbClr val="FF0000"/>
                </a:solidFill>
                <a:latin typeface="Arial"/>
                <a:ea typeface="Arial"/>
                <a:cs typeface="Arial"/>
                <a:sym typeface="Arial"/>
              </a:rPr>
              <a:t>Reactive Metals</a:t>
            </a:r>
            <a:endParaRPr b="0" i="0" sz="7200" u="none" cap="none" strike="noStrike">
              <a:solidFill>
                <a:schemeClr val="dk1"/>
              </a:solidFill>
              <a:latin typeface="Palatino Linotype"/>
              <a:ea typeface="Palatino Linotype"/>
              <a:cs typeface="Palatino Linotype"/>
              <a:sym typeface="Palatino Linotype"/>
            </a:endParaRPr>
          </a:p>
        </p:txBody>
      </p:sp>
      <p:sp>
        <p:nvSpPr>
          <p:cNvPr id="173" name="Google Shape;173;p24"/>
          <p:cNvSpPr txBox="1"/>
          <p:nvPr>
            <p:ph idx="1" type="body"/>
          </p:nvPr>
        </p:nvSpPr>
        <p:spPr>
          <a:xfrm>
            <a:off x="675810" y="1828800"/>
            <a:ext cx="10837204" cy="3472408"/>
          </a:xfrm>
          <a:prstGeom prst="rect">
            <a:avLst/>
          </a:prstGeom>
          <a:noFill/>
          <a:ln>
            <a:noFill/>
          </a:ln>
        </p:spPr>
        <p:txBody>
          <a:bodyPr anchorCtr="0" anchor="t" bIns="45700" lIns="91425" spcFirstLastPara="1" rIns="91425" wrap="square" tIns="45700">
            <a:noAutofit/>
          </a:bodyPr>
          <a:lstStyle/>
          <a:p>
            <a:pPr indent="-223838" lvl="0" marL="223838" marR="0" rtl="0" algn="l">
              <a:lnSpc>
                <a:spcPct val="90000"/>
              </a:lnSpc>
              <a:spcBef>
                <a:spcPts val="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a single displacement reaction</a:t>
            </a:r>
            <a:endParaRPr b="1" i="0" sz="3600" u="none" cap="none" strike="noStrike">
              <a:solidFill>
                <a:schemeClr val="dk1"/>
              </a:solidFill>
              <a:latin typeface="Palatino Linotype"/>
              <a:ea typeface="Palatino Linotype"/>
              <a:cs typeface="Palatino Linotype"/>
              <a:sym typeface="Palatino Linotype"/>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a metal more reactive than hydrogen </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displaces one H in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a:t>
            </a:r>
            <a:r>
              <a:rPr b="1" baseline="-25000" i="0" lang="en-CA" sz="3600" u="none" cap="none" strike="noStrike">
                <a:solidFill>
                  <a:schemeClr val="dk1"/>
                </a:solidFill>
                <a:latin typeface="Palatino Linotype"/>
                <a:ea typeface="Palatino Linotype"/>
                <a:cs typeface="Palatino Linotype"/>
                <a:sym typeface="Palatino Linotype"/>
              </a:rPr>
              <a:t>(l)</a:t>
            </a:r>
            <a:r>
              <a:rPr b="1" i="0" lang="en-CA" sz="3600" u="none" cap="none" strike="noStrike">
                <a:solidFill>
                  <a:schemeClr val="dk1"/>
                </a:solidFill>
                <a:latin typeface="Palatino Linotype"/>
                <a:ea typeface="Palatino Linotype"/>
                <a:cs typeface="Palatino Linotype"/>
                <a:sym typeface="Palatino Linotype"/>
              </a:rPr>
              <a:t> </a:t>
            </a:r>
            <a:endParaRPr b="1" i="0" sz="3600" u="none" cap="none" strike="noStrike">
              <a:solidFill>
                <a:schemeClr val="dk1"/>
              </a:solidFill>
              <a:latin typeface="Palatino Linotype"/>
              <a:ea typeface="Palatino Linotype"/>
              <a:cs typeface="Palatino Linotype"/>
              <a:sym typeface="Palatino Linotype"/>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to directly create a </a:t>
            </a:r>
            <a:r>
              <a:rPr b="1" i="0" lang="en-CA" sz="3600" u="none" cap="none" strike="noStrike">
                <a:solidFill>
                  <a:srgbClr val="FFFF00"/>
                </a:solidFill>
                <a:latin typeface="Palatino Linotype"/>
                <a:ea typeface="Palatino Linotype"/>
                <a:cs typeface="Palatino Linotype"/>
                <a:sym typeface="Palatino Linotype"/>
              </a:rPr>
              <a:t>BASE </a:t>
            </a:r>
            <a:r>
              <a:rPr b="1" i="0" lang="en-CA" sz="3600" u="none" cap="none" strike="noStrike">
                <a:solidFill>
                  <a:schemeClr val="dk1"/>
                </a:solidFill>
                <a:latin typeface="Palatino Linotype"/>
                <a:ea typeface="Palatino Linotype"/>
                <a:cs typeface="Palatino Linotype"/>
                <a:sym typeface="Palatino Linotype"/>
              </a:rPr>
              <a:t>and </a:t>
            </a:r>
            <a:br>
              <a:rPr b="1" i="0" lang="en-CA" sz="3600" u="none" cap="none" strike="noStrike">
                <a:solidFill>
                  <a:schemeClr val="dk1"/>
                </a:solidFill>
                <a:latin typeface="Palatino Linotype"/>
                <a:ea typeface="Palatino Linotype"/>
                <a:cs typeface="Palatino Linotype"/>
                <a:sym typeface="Palatino Linotype"/>
              </a:rPr>
            </a:br>
            <a:r>
              <a:rPr b="1" i="0" lang="en-CA" sz="3600" u="none" cap="none" strike="noStrike">
                <a:solidFill>
                  <a:schemeClr val="dk1"/>
                </a:solidFill>
                <a:latin typeface="Palatino Linotype"/>
                <a:ea typeface="Palatino Linotype"/>
                <a:cs typeface="Palatino Linotype"/>
                <a:sym typeface="Palatino Linotype"/>
              </a:rPr>
              <a:t>hydrogen gas</a:t>
            </a:r>
            <a:endParaRPr b="1" i="0" sz="3600" u="none" cap="none" strike="noStrike">
              <a:solidFill>
                <a:schemeClr val="dk1"/>
              </a:solidFill>
              <a:latin typeface="Palatino Linotype"/>
              <a:ea typeface="Palatino Linotype"/>
              <a:cs typeface="Palatino Linotype"/>
              <a:sym typeface="Palatino Linotype"/>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e.g. 2 Na</a:t>
            </a:r>
            <a:r>
              <a:rPr b="1" baseline="-25000" i="0" lang="en-CA" sz="3600" u="none" cap="none" strike="noStrike">
                <a:solidFill>
                  <a:schemeClr val="dk1"/>
                </a:solidFill>
                <a:latin typeface="Palatino Linotype"/>
                <a:ea typeface="Palatino Linotype"/>
                <a:cs typeface="Palatino Linotype"/>
                <a:sym typeface="Palatino Linotype"/>
              </a:rPr>
              <a:t>(s)</a:t>
            </a:r>
            <a:r>
              <a:rPr b="1" i="0" lang="en-CA" sz="3600" u="none" cap="none" strike="noStrike">
                <a:solidFill>
                  <a:schemeClr val="dk1"/>
                </a:solidFill>
                <a:latin typeface="Palatino Linotype"/>
                <a:ea typeface="Palatino Linotype"/>
                <a:cs typeface="Palatino Linotype"/>
                <a:sym typeface="Palatino Linotype"/>
              </a:rPr>
              <a:t> + 2 H</a:t>
            </a:r>
            <a:r>
              <a:rPr b="1" baseline="-25000" i="0" lang="en-CA" sz="3600" u="none" cap="none" strike="noStrike">
                <a:solidFill>
                  <a:schemeClr val="dk1"/>
                </a:solidFill>
                <a:latin typeface="Palatino Linotype"/>
                <a:ea typeface="Palatino Linotype"/>
                <a:cs typeface="Palatino Linotype"/>
                <a:sym typeface="Palatino Linotype"/>
              </a:rPr>
              <a:t>2</a:t>
            </a:r>
            <a:r>
              <a:rPr b="1" i="0" lang="en-CA" sz="3600" u="none" cap="none" strike="noStrike">
                <a:solidFill>
                  <a:schemeClr val="dk1"/>
                </a:solidFill>
                <a:latin typeface="Palatino Linotype"/>
                <a:ea typeface="Palatino Linotype"/>
                <a:cs typeface="Palatino Linotype"/>
                <a:sym typeface="Palatino Linotype"/>
              </a:rPr>
              <a:t>O</a:t>
            </a:r>
            <a:r>
              <a:rPr b="1" baseline="-25000" i="0" lang="en-CA" sz="3600" u="none" cap="none" strike="noStrike">
                <a:solidFill>
                  <a:schemeClr val="dk1"/>
                </a:solidFill>
                <a:latin typeface="Palatino Linotype"/>
                <a:ea typeface="Palatino Linotype"/>
                <a:cs typeface="Palatino Linotype"/>
                <a:sym typeface="Palatino Linotype"/>
              </a:rPr>
              <a:t>(l)</a:t>
            </a:r>
            <a:r>
              <a:rPr b="1" i="0" lang="en-CA" sz="3600" u="none" cap="none" strike="noStrike">
                <a:solidFill>
                  <a:schemeClr val="dk1"/>
                </a:solidFill>
                <a:latin typeface="Palatino Linotype"/>
                <a:ea typeface="Palatino Linotype"/>
                <a:cs typeface="Palatino Linotype"/>
                <a:sym typeface="Palatino Linotype"/>
              </a:rPr>
              <a:t>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2 NaOH</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 H</a:t>
            </a:r>
            <a:r>
              <a:rPr b="1" baseline="-25000" i="0" lang="en-CA" sz="3600" u="none" cap="none" strike="noStrike">
                <a:solidFill>
                  <a:schemeClr val="dk1"/>
                </a:solidFill>
                <a:latin typeface="Palatino Linotype"/>
                <a:ea typeface="Palatino Linotype"/>
                <a:cs typeface="Palatino Linotype"/>
                <a:sym typeface="Palatino Linotype"/>
              </a:rPr>
              <a:t>2(g)</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note that 2 NaOH</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is really 2 Na</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+ 2 OH</a:t>
            </a:r>
            <a:r>
              <a:rPr b="1" baseline="30000"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(aq)</a:t>
            </a:r>
            <a:endParaRPr b="1" i="0" sz="3600" u="none" cap="none" strike="noStrike">
              <a:solidFill>
                <a:schemeClr val="dk1"/>
              </a:solidFill>
              <a:latin typeface="Palatino Linotype"/>
              <a:ea typeface="Palatino Linotype"/>
              <a:cs typeface="Palatino Linotype"/>
              <a:sym typeface="Palatino Linotype"/>
            </a:endParaRPr>
          </a:p>
        </p:txBody>
      </p:sp>
      <p:pic>
        <p:nvPicPr>
          <p:cNvPr descr="http://yeahchemistry.com/sites/default/files/activityseries_0.png" id="174" name="Google Shape;174;p24"/>
          <p:cNvPicPr preferRelativeResize="0"/>
          <p:nvPr/>
        </p:nvPicPr>
        <p:blipFill rotWithShape="1">
          <a:blip r:embed="rId4">
            <a:alphaModFix/>
          </a:blip>
          <a:srcRect b="0" l="8516" r="41707" t="23079"/>
          <a:stretch/>
        </p:blipFill>
        <p:spPr>
          <a:xfrm>
            <a:off x="9262764" y="1828800"/>
            <a:ext cx="2760777" cy="3318187"/>
          </a:xfrm>
          <a:prstGeom prst="rect">
            <a:avLst/>
          </a:prstGeom>
          <a:noFill/>
          <a:ln>
            <a:noFill/>
          </a:ln>
          <a:effectLst>
            <a:outerShdw blurRad="149987" algn="ctr" dir="8460000" dist="250190">
              <a:srgbClr val="000000">
                <a:alpha val="27843"/>
              </a:srgbClr>
            </a:outerShdw>
          </a:effectLst>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anim calcmode="lin" valueType="num">
                                      <p:cBhvr additive="base">
                                        <p:cTn dur="500"/>
                                        <p:tgtEl>
                                          <p:spTgt spid="17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anim calcmode="lin" valueType="num">
                                      <p:cBhvr additive="base">
                                        <p:cTn dur="500"/>
                                        <p:tgtEl>
                                          <p:spTgt spid="17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anim calcmode="lin" valueType="num">
                                      <p:cBhvr additive="base">
                                        <p:cTn dur="500"/>
                                        <p:tgtEl>
                                          <p:spTgt spid="17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anim calcmode="lin" valueType="num">
                                      <p:cBhvr additive="base">
                                        <p:cTn dur="500"/>
                                        <p:tgtEl>
                                          <p:spTgt spid="17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3">
                                            <p:txEl>
                                              <p:pRg end="4" st="4"/>
                                            </p:txEl>
                                          </p:spTgt>
                                        </p:tgtEl>
                                        <p:attrNameLst>
                                          <p:attrName>style.visibility</p:attrName>
                                        </p:attrNameLst>
                                      </p:cBhvr>
                                      <p:to>
                                        <p:strVal val="visible"/>
                                      </p:to>
                                    </p:set>
                                    <p:anim calcmode="lin" valueType="num">
                                      <p:cBhvr additive="base">
                                        <p:cTn dur="500"/>
                                        <p:tgtEl>
                                          <p:spTgt spid="17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3">
                                            <p:txEl>
                                              <p:pRg end="5" st="5"/>
                                            </p:txEl>
                                          </p:spTgt>
                                        </p:tgtEl>
                                        <p:attrNameLst>
                                          <p:attrName>style.visibility</p:attrName>
                                        </p:attrNameLst>
                                      </p:cBhvr>
                                      <p:to>
                                        <p:strVal val="visible"/>
                                      </p:to>
                                    </p:set>
                                    <p:anim calcmode="lin" valueType="num">
                                      <p:cBhvr additive="base">
                                        <p:cTn dur="500"/>
                                        <p:tgtEl>
                                          <p:spTgt spid="17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stretch>
            <a:fillRect b="0" l="0" r="0" t="0"/>
          </a:stretch>
        </a:blipFill>
      </p:bgPr>
    </p:bg>
    <p:spTree>
      <p:nvGrpSpPr>
        <p:cNvPr id="179" name="Shape 179"/>
        <p:cNvGrpSpPr/>
        <p:nvPr/>
      </p:nvGrpSpPr>
      <p:grpSpPr>
        <a:xfrm>
          <a:off x="0" y="0"/>
          <a:ext cx="0" cy="0"/>
          <a:chOff x="0" y="0"/>
          <a:chExt cx="0" cy="0"/>
        </a:xfrm>
      </p:grpSpPr>
      <p:sp>
        <p:nvSpPr>
          <p:cNvPr id="180" name="Google Shape;180;p25"/>
          <p:cNvSpPr txBox="1"/>
          <p:nvPr>
            <p:ph type="title"/>
          </p:nvPr>
        </p:nvSpPr>
        <p:spPr>
          <a:xfrm>
            <a:off x="1427394" y="260648"/>
            <a:ext cx="9334037" cy="1143000"/>
          </a:xfrm>
          <a:prstGeom prst="rect">
            <a:avLst/>
          </a:prstGeom>
          <a:no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0000"/>
              </a:buClr>
              <a:buFont typeface="Arial"/>
              <a:buNone/>
            </a:pPr>
            <a:r>
              <a:rPr b="1" i="0" lang="en-CA" sz="6000" u="none" cap="none" strike="noStrike">
                <a:solidFill>
                  <a:srgbClr val="FF0000"/>
                </a:solidFill>
                <a:latin typeface="Arial"/>
                <a:ea typeface="Arial"/>
                <a:cs typeface="Arial"/>
                <a:sym typeface="Arial"/>
              </a:rPr>
              <a:t>Double Displacement</a:t>
            </a:r>
            <a:endParaRPr b="0" i="0" sz="6000" u="none" cap="none" strike="noStrike">
              <a:solidFill>
                <a:schemeClr val="dk1"/>
              </a:solidFill>
              <a:latin typeface="Palatino Linotype"/>
              <a:ea typeface="Palatino Linotype"/>
              <a:cs typeface="Palatino Linotype"/>
              <a:sym typeface="Palatino Linotype"/>
            </a:endParaRPr>
          </a:p>
        </p:txBody>
      </p:sp>
      <p:sp>
        <p:nvSpPr>
          <p:cNvPr id="181" name="Google Shape;181;p25"/>
          <p:cNvSpPr txBox="1"/>
          <p:nvPr>
            <p:ph idx="1" type="body"/>
          </p:nvPr>
        </p:nvSpPr>
        <p:spPr>
          <a:xfrm>
            <a:off x="675810" y="1828800"/>
            <a:ext cx="10837204" cy="2968352"/>
          </a:xfrm>
          <a:prstGeom prst="rect">
            <a:avLst/>
          </a:prstGeom>
          <a:noFill/>
          <a:ln>
            <a:noFill/>
          </a:ln>
        </p:spPr>
        <p:txBody>
          <a:bodyPr anchorCtr="0" anchor="t" bIns="45700" lIns="91425" spcFirstLastPara="1" rIns="91425" wrap="square" tIns="45700">
            <a:noAutofit/>
          </a:bodyPr>
          <a:lstStyle/>
          <a:p>
            <a:pPr indent="-223838" lvl="0" marL="223838" marR="0" rtl="0" algn="l">
              <a:lnSpc>
                <a:spcPct val="90000"/>
              </a:lnSpc>
              <a:spcBef>
                <a:spcPts val="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a double displace reaction</a:t>
            </a:r>
            <a:endParaRPr b="1" i="0" sz="3600" u="none" cap="none" strike="noStrike">
              <a:solidFill>
                <a:schemeClr val="dk1"/>
              </a:solidFill>
              <a:latin typeface="Palatino Linotype"/>
              <a:ea typeface="Palatino Linotype"/>
              <a:cs typeface="Palatino Linotype"/>
              <a:sym typeface="Palatino Linotype"/>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can be used to generate stronger acids</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as long as unwanted ions are locked in</a:t>
            </a:r>
            <a:endParaRPr/>
          </a:p>
          <a:p>
            <a:pPr indent="-223838" lvl="0" marL="223838" marR="0" rtl="0" algn="l">
              <a:lnSpc>
                <a:spcPct val="90000"/>
              </a:lnSpc>
              <a:spcBef>
                <a:spcPts val="1800"/>
              </a:spcBef>
              <a:spcAft>
                <a:spcPts val="0"/>
              </a:spcAft>
              <a:buClr>
                <a:schemeClr val="dk1"/>
              </a:buClr>
              <a:buSzPts val="3600"/>
              <a:buFont typeface="Arial"/>
              <a:buChar char="•"/>
            </a:pPr>
            <a:r>
              <a:rPr b="1" i="0" lang="en-CA" sz="3600" u="none" cap="none" strike="noStrike">
                <a:solidFill>
                  <a:schemeClr val="dk1"/>
                </a:solidFill>
                <a:latin typeface="Palatino Linotype"/>
                <a:ea typeface="Palatino Linotype"/>
                <a:cs typeface="Palatino Linotype"/>
                <a:sym typeface="Palatino Linotype"/>
              </a:rPr>
              <a:t>e.g. 2 HI</a:t>
            </a:r>
            <a:r>
              <a:rPr b="1" baseline="-25000" i="0" lang="en-CA" sz="3600" u="none" cap="none" strike="noStrike">
                <a:solidFill>
                  <a:schemeClr val="dk1"/>
                </a:solidFill>
                <a:latin typeface="Palatino Linotype"/>
                <a:ea typeface="Palatino Linotype"/>
                <a:cs typeface="Palatino Linotype"/>
                <a:sym typeface="Palatino Linotype"/>
              </a:rPr>
              <a:t>(aq)</a:t>
            </a:r>
            <a:r>
              <a:rPr b="1" i="0" lang="en-CA" sz="3600" u="none" cap="none" strike="noStrike">
                <a:solidFill>
                  <a:schemeClr val="dk1"/>
                </a:solidFill>
                <a:latin typeface="Palatino Linotype"/>
                <a:ea typeface="Palatino Linotype"/>
                <a:cs typeface="Palatino Linotype"/>
                <a:sym typeface="Palatino Linotype"/>
              </a:rPr>
              <a:t> + Pb(NO</a:t>
            </a:r>
            <a:r>
              <a:rPr b="1" baseline="-25000" i="0" lang="en-CA" sz="3600" u="none" cap="none" strike="noStrike">
                <a:solidFill>
                  <a:schemeClr val="dk1"/>
                </a:solidFill>
                <a:latin typeface="Palatino Linotype"/>
                <a:ea typeface="Palatino Linotype"/>
                <a:cs typeface="Palatino Linotype"/>
                <a:sym typeface="Palatino Linotype"/>
              </a:rPr>
              <a:t>3</a:t>
            </a:r>
            <a:r>
              <a:rPr b="1" i="0" lang="en-CA" sz="3600" u="none" cap="none" strike="noStrike">
                <a:solidFill>
                  <a:schemeClr val="dk1"/>
                </a:solidFill>
                <a:latin typeface="Palatino Linotype"/>
                <a:ea typeface="Palatino Linotype"/>
                <a:cs typeface="Palatino Linotype"/>
                <a:sym typeface="Palatino Linotype"/>
              </a:rPr>
              <a:t>)</a:t>
            </a:r>
            <a:r>
              <a:rPr b="1" baseline="-25000" i="0" lang="en-CA" sz="3600" u="none" cap="none" strike="noStrike">
                <a:solidFill>
                  <a:schemeClr val="dk1"/>
                </a:solidFill>
                <a:latin typeface="Palatino Linotype"/>
                <a:ea typeface="Palatino Linotype"/>
                <a:cs typeface="Palatino Linotype"/>
                <a:sym typeface="Palatino Linotype"/>
              </a:rPr>
              <a:t>2(aq)</a:t>
            </a:r>
            <a:r>
              <a:rPr b="1" i="0" lang="en-CA" sz="3600" u="none" cap="none" strike="noStrike">
                <a:solidFill>
                  <a:schemeClr val="dk1"/>
                </a:solidFill>
                <a:latin typeface="Palatino Linotype"/>
                <a:ea typeface="Palatino Linotype"/>
                <a:cs typeface="Palatino Linotype"/>
                <a:sym typeface="Palatino Linotype"/>
              </a:rPr>
              <a:t> </a:t>
            </a:r>
            <a:r>
              <a:rPr b="0" i="0" lang="en-CA" sz="3600" u="none" cap="none" strike="noStrike">
                <a:solidFill>
                  <a:schemeClr val="dk1"/>
                </a:solidFill>
                <a:latin typeface="Palatino Linotype"/>
                <a:ea typeface="Palatino Linotype"/>
                <a:cs typeface="Palatino Linotype"/>
                <a:sym typeface="Palatino Linotype"/>
              </a:rPr>
              <a:t>➔</a:t>
            </a:r>
            <a:r>
              <a:rPr b="1" i="0" lang="en-CA" sz="3600" u="none" cap="none" strike="noStrike">
                <a:solidFill>
                  <a:schemeClr val="dk1"/>
                </a:solidFill>
                <a:latin typeface="Palatino Linotype"/>
                <a:ea typeface="Palatino Linotype"/>
                <a:cs typeface="Palatino Linotype"/>
                <a:sym typeface="Palatino Linotype"/>
              </a:rPr>
              <a:t> 2 HNO</a:t>
            </a:r>
            <a:r>
              <a:rPr b="1" baseline="-25000" i="0" lang="en-CA" sz="3600" u="none" cap="none" strike="noStrike">
                <a:solidFill>
                  <a:schemeClr val="dk1"/>
                </a:solidFill>
                <a:latin typeface="Palatino Linotype"/>
                <a:ea typeface="Palatino Linotype"/>
                <a:cs typeface="Palatino Linotype"/>
                <a:sym typeface="Palatino Linotype"/>
              </a:rPr>
              <a:t>3(aq)</a:t>
            </a:r>
            <a:r>
              <a:rPr b="1" i="0" lang="en-CA" sz="3600" u="none" cap="none" strike="noStrike">
                <a:solidFill>
                  <a:schemeClr val="dk1"/>
                </a:solidFill>
                <a:latin typeface="Palatino Linotype"/>
                <a:ea typeface="Palatino Linotype"/>
                <a:cs typeface="Palatino Linotype"/>
                <a:sym typeface="Palatino Linotype"/>
              </a:rPr>
              <a:t> + PbI</a:t>
            </a:r>
            <a:r>
              <a:rPr b="1" baseline="-25000" i="0" lang="en-CA" sz="3600" u="none" cap="none" strike="noStrike">
                <a:solidFill>
                  <a:schemeClr val="dk1"/>
                </a:solidFill>
                <a:latin typeface="Palatino Linotype"/>
                <a:ea typeface="Palatino Linotype"/>
                <a:cs typeface="Palatino Linotype"/>
                <a:sym typeface="Palatino Linotype"/>
              </a:rPr>
              <a:t>2(s)</a:t>
            </a:r>
            <a:endParaRPr/>
          </a:p>
        </p:txBody>
      </p:sp>
      <p:pic>
        <p:nvPicPr>
          <p:cNvPr descr="http://thescienceclassroom.org/wp-content/uploads/2013/02/double-displacement2.png" id="182" name="Google Shape;182;p25"/>
          <p:cNvPicPr preferRelativeResize="0"/>
          <p:nvPr/>
        </p:nvPicPr>
        <p:blipFill rotWithShape="1">
          <a:blip r:embed="rId4">
            <a:alphaModFix/>
          </a:blip>
          <a:srcRect b="0" l="0" r="0" t="0"/>
          <a:stretch/>
        </p:blipFill>
        <p:spPr>
          <a:xfrm>
            <a:off x="4086739" y="4797152"/>
            <a:ext cx="4015345" cy="1847436"/>
          </a:xfrm>
          <a:prstGeom prst="rect">
            <a:avLst/>
          </a:prstGeom>
          <a:noFill/>
          <a:ln>
            <a:noFill/>
          </a:ln>
          <a:effectLst>
            <a:outerShdw blurRad="149987" algn="ctr" dir="8460000" dist="250190">
              <a:srgbClr val="000000">
                <a:alpha val="27843"/>
              </a:srgbClr>
            </a:outerShdw>
          </a:effectLst>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anim calcmode="lin" valueType="num">
                                      <p:cBhvr additive="base">
                                        <p:cTn dur="500"/>
                                        <p:tgtEl>
                                          <p:spTgt spid="18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anim calcmode="lin" valueType="num">
                                      <p:cBhvr additive="base">
                                        <p:cTn dur="500"/>
                                        <p:tgtEl>
                                          <p:spTgt spid="18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anim calcmode="lin" valueType="num">
                                      <p:cBhvr additive="base">
                                        <p:cTn dur="500"/>
                                        <p:tgtEl>
                                          <p:spTgt spid="18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anim calcmode="lin" valueType="num">
                                      <p:cBhvr additive="base">
                                        <p:cTn dur="500"/>
                                        <p:tgtEl>
                                          <p:spTgt spid="18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atercolor_16x9">
  <a:themeElements>
    <a:clrScheme name="Watercolor_16x9">
      <a:dk1>
        <a:srgbClr val="000000"/>
      </a:dk1>
      <a:lt1>
        <a:srgbClr val="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