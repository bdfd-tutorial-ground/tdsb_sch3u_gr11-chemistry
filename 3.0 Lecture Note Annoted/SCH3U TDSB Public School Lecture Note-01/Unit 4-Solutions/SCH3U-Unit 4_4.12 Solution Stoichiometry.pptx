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themeOverride+xml" PartName="/ppt/theme/themeOverride2.xml"/>
  <Override ContentType="application/vnd.openxmlformats-officedocument.themeOverride+xml" PartName="/ppt/theme/themeOverride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3"/>
    <p:sldMasterId id="214748367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Cabin"/>
      <p:regular r:id="rId25"/>
      <p:bold r:id="rId26"/>
      <p:italic r:id="rId27"/>
      <p:boldItalic r:id="rId28"/>
    </p:embeddedFont>
    <p:embeddedFont>
      <p:font typeface="Corbel"/>
      <p:regular r:id="rId29"/>
      <p:bold r:id="rId30"/>
      <p:italic r:id="rId31"/>
      <p:boldItalic r:id="rId32"/>
    </p:embeddedFont>
    <p:embeddedFont>
      <p:font typeface="Questrial"/>
      <p:regular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Cabin-bold.fntdata"/><Relationship Id="rId25" Type="http://schemas.openxmlformats.org/officeDocument/2006/relationships/font" Target="fonts/Cabin-regular.fntdata"/><Relationship Id="rId28" Type="http://schemas.openxmlformats.org/officeDocument/2006/relationships/font" Target="fonts/Cabin-boldItalic.fntdata"/><Relationship Id="rId27" Type="http://schemas.openxmlformats.org/officeDocument/2006/relationships/font" Target="fonts/Cabin-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orbel-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orbel-italic.fntdata"/><Relationship Id="rId30" Type="http://schemas.openxmlformats.org/officeDocument/2006/relationships/font" Target="fonts/Corbel-bold.fntdata"/><Relationship Id="rId11" Type="http://schemas.openxmlformats.org/officeDocument/2006/relationships/slide" Target="slides/slide6.xml"/><Relationship Id="rId33" Type="http://schemas.openxmlformats.org/officeDocument/2006/relationships/font" Target="fonts/Questrial-regular.fntdata"/><Relationship Id="rId10" Type="http://schemas.openxmlformats.org/officeDocument/2006/relationships/slide" Target="slides/slide5.xml"/><Relationship Id="rId32" Type="http://schemas.openxmlformats.org/officeDocument/2006/relationships/font" Target="fonts/Corbel-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6f9c74333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6f9c74333e_0_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429005721e_0_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429005721e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429005721e_0_20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429005721e_0_1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429005721e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429005721e_0_19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429005721e_0_2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429005721e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429005721e_0_23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429005721e_0_2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429005721e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429005721e_0_23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429005721e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429005721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429005721e_0_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429005721e_0_1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429005721e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429005721e_0_15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429005721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42900572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g429005721e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429005721e_0_1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429005721e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429005721e_0_16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6072f04052_0_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6072f04052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g26072f04052_0_9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a6eaff456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a6eaff45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g2a6eaff4566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6372b8c73f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6372b8c73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g26372b8c73f_0_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6072f04052_0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6072f04052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26072f04052_0_8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6372b8c73f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6372b8c73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g26372b8c73f_0_2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6372b8c73f_0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6372b8c73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g26372b8c73f_0_3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6372b8c73f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6372b8c73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g26372b8c73f_0_3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a6eaff4566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a6eaff456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2a6eaff4566_0_1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429005721e_0_1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429005721e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g429005721e_0_16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6072f04052_0_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6072f04052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g26072f04052_0_7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
          <p:cNvSpPr txBox="1"/>
          <p:nvPr>
            <p:ph type="title"/>
          </p:nvPr>
        </p:nvSpPr>
        <p:spPr>
          <a:xfrm>
            <a:off x="457200" y="116586"/>
            <a:ext cx="8229600" cy="9396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19" name="Google Shape;19;p2"/>
          <p:cNvSpPr txBox="1"/>
          <p:nvPr>
            <p:ph idx="1" type="body"/>
          </p:nvPr>
        </p:nvSpPr>
        <p:spPr>
          <a:xfrm>
            <a:off x="456480" y="1331780"/>
            <a:ext cx="8231100" cy="34692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20" name="Google Shape;20;p2"/>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1" name="Google Shape;21;p2"/>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2" name="Google Shape;22;p2"/>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3"/>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25" name="Google Shape;25;p3"/>
          <p:cNvSpPr txBox="1"/>
          <p:nvPr>
            <p:ph idx="1" type="body"/>
          </p:nvPr>
        </p:nvSpPr>
        <p:spPr>
          <a:xfrm>
            <a:off x="457200" y="1330453"/>
            <a:ext cx="4038600" cy="3468000"/>
          </a:xfrm>
          <a:prstGeom prst="rect">
            <a:avLst/>
          </a:prstGeom>
          <a:noFill/>
          <a:ln>
            <a:noFill/>
          </a:ln>
        </p:spPr>
        <p:txBody>
          <a:bodyPr anchorCtr="0" anchor="t" bIns="91425" lIns="91425" spcFirstLastPara="1" rIns="91425" wrap="square" tIns="91425">
            <a:noAutofit/>
          </a:bodyPr>
          <a:lstStyle>
            <a:lvl1pPr indent="-370840" lvl="0" marL="457200" marR="0" rtl="0" algn="l">
              <a:spcBef>
                <a:spcPts val="0"/>
              </a:spcBef>
              <a:spcAft>
                <a:spcPts val="0"/>
              </a:spcAft>
              <a:buClr>
                <a:schemeClr val="accent1"/>
              </a:buClr>
              <a:buSzPts val="2240"/>
              <a:buFont typeface="Noto Sans Symbols"/>
              <a:buChar char="◼"/>
              <a:defRPr b="0" i="0" sz="2800" u="none" cap="none" strike="noStrike">
                <a:solidFill>
                  <a:schemeClr val="dk1"/>
                </a:solidFill>
                <a:latin typeface="Corbel"/>
                <a:ea typeface="Corbel"/>
                <a:cs typeface="Corbel"/>
                <a:sym typeface="Corbel"/>
              </a:defRPr>
            </a:lvl1pPr>
            <a:lvl2pPr indent="-365760" lvl="1" marL="914400" marR="0" rtl="0" algn="l">
              <a:spcBef>
                <a:spcPts val="480"/>
              </a:spcBef>
              <a:spcAft>
                <a:spcPts val="0"/>
              </a:spcAft>
              <a:buClr>
                <a:schemeClr val="accent2"/>
              </a:buClr>
              <a:buSzPts val="2160"/>
              <a:buFont typeface="Noto Sans Symbols"/>
              <a:buChar char="▪"/>
              <a:defRPr b="0" i="0" sz="2400" u="none" cap="none" strike="noStrike">
                <a:solidFill>
                  <a:schemeClr val="dk1"/>
                </a:solidFill>
                <a:latin typeface="Corbel"/>
                <a:ea typeface="Corbel"/>
                <a:cs typeface="Corbel"/>
                <a:sym typeface="Corbel"/>
              </a:defRPr>
            </a:lvl2pPr>
            <a:lvl3pPr indent="-355600" lvl="2" marL="1371600" marR="0" rtl="0" algn="l">
              <a:spcBef>
                <a:spcPts val="400"/>
              </a:spcBef>
              <a:spcAft>
                <a:spcPts val="0"/>
              </a:spcAft>
              <a:buClr>
                <a:srgbClr val="E66C7D"/>
              </a:buClr>
              <a:buSzPts val="2000"/>
              <a:buFont typeface="Arial"/>
              <a:buChar char="▪"/>
              <a:defRPr b="0" i="0" sz="2000" u="none" cap="none" strike="noStrike">
                <a:solidFill>
                  <a:schemeClr val="dk1"/>
                </a:solidFill>
                <a:latin typeface="Corbel"/>
                <a:ea typeface="Corbel"/>
                <a:cs typeface="Corbel"/>
                <a:sym typeface="Corbel"/>
              </a:defRPr>
            </a:lvl3pPr>
            <a:lvl4pPr indent="-342900" lvl="3" marL="1828800" marR="0" rtl="0" algn="l">
              <a:spcBef>
                <a:spcPts val="360"/>
              </a:spcBef>
              <a:spcAft>
                <a:spcPts val="0"/>
              </a:spcAft>
              <a:buClr>
                <a:srgbClr val="6BB76D"/>
              </a:buClr>
              <a:buSzPts val="1800"/>
              <a:buFont typeface="Arial"/>
              <a:buChar char="▪"/>
              <a:defRPr b="0" i="0" sz="1800" u="none" cap="none" strike="noStrike">
                <a:solidFill>
                  <a:schemeClr val="dk1"/>
                </a:solidFill>
                <a:latin typeface="Corbel"/>
                <a:ea typeface="Corbel"/>
                <a:cs typeface="Corbel"/>
                <a:sym typeface="Corbel"/>
              </a:defRPr>
            </a:lvl4pPr>
            <a:lvl5pPr indent="-342900" lvl="4" marL="2286000" marR="0" rtl="0" algn="l">
              <a:spcBef>
                <a:spcPts val="360"/>
              </a:spcBef>
              <a:spcAft>
                <a:spcPts val="0"/>
              </a:spcAft>
              <a:buClr>
                <a:srgbClr val="E88651"/>
              </a:buClr>
              <a:buSzPts val="1800"/>
              <a:buFont typeface="Noto Sans Symbols"/>
              <a:buChar char="•"/>
              <a:defRPr b="0" i="0" sz="1800" u="none" cap="none" strike="noStrike">
                <a:solidFill>
                  <a:schemeClr val="dk1"/>
                </a:solidFill>
                <a:latin typeface="Corbel"/>
                <a:ea typeface="Corbel"/>
                <a:cs typeface="Corbel"/>
                <a:sym typeface="Corbel"/>
              </a:defRPr>
            </a:lvl5pPr>
            <a:lvl6pPr indent="-342900" lvl="5" marL="2743200" marR="0" rtl="0" algn="l">
              <a:spcBef>
                <a:spcPts val="360"/>
              </a:spcBef>
              <a:spcAft>
                <a:spcPts val="0"/>
              </a:spcAft>
              <a:buClr>
                <a:schemeClr val="accent6"/>
              </a:buClr>
              <a:buSzPts val="1800"/>
              <a:buFont typeface="Noto Sans Symbols"/>
              <a:buChar char="⚫"/>
              <a:defRPr b="0" i="0" sz="18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26" name="Google Shape;26;p3"/>
          <p:cNvSpPr txBox="1"/>
          <p:nvPr>
            <p:ph idx="2" type="body"/>
          </p:nvPr>
        </p:nvSpPr>
        <p:spPr>
          <a:xfrm>
            <a:off x="4648200" y="1330453"/>
            <a:ext cx="4038600" cy="3468000"/>
          </a:xfrm>
          <a:prstGeom prst="rect">
            <a:avLst/>
          </a:prstGeom>
          <a:noFill/>
          <a:ln>
            <a:noFill/>
          </a:ln>
        </p:spPr>
        <p:txBody>
          <a:bodyPr anchorCtr="0" anchor="t" bIns="91425" lIns="91425" spcFirstLastPara="1" rIns="91425" wrap="square" tIns="91425">
            <a:noAutofit/>
          </a:bodyPr>
          <a:lstStyle>
            <a:lvl1pPr indent="-370840" lvl="0" marL="457200" marR="0" rtl="0" algn="l">
              <a:spcBef>
                <a:spcPts val="0"/>
              </a:spcBef>
              <a:spcAft>
                <a:spcPts val="0"/>
              </a:spcAft>
              <a:buClr>
                <a:schemeClr val="accent1"/>
              </a:buClr>
              <a:buSzPts val="2240"/>
              <a:buFont typeface="Noto Sans Symbols"/>
              <a:buChar char="◼"/>
              <a:defRPr b="0" i="0" sz="2800" u="none" cap="none" strike="noStrike">
                <a:solidFill>
                  <a:schemeClr val="dk1"/>
                </a:solidFill>
                <a:latin typeface="Corbel"/>
                <a:ea typeface="Corbel"/>
                <a:cs typeface="Corbel"/>
                <a:sym typeface="Corbel"/>
              </a:defRPr>
            </a:lvl1pPr>
            <a:lvl2pPr indent="-365760" lvl="1" marL="914400" marR="0" rtl="0" algn="l">
              <a:spcBef>
                <a:spcPts val="480"/>
              </a:spcBef>
              <a:spcAft>
                <a:spcPts val="0"/>
              </a:spcAft>
              <a:buClr>
                <a:schemeClr val="accent2"/>
              </a:buClr>
              <a:buSzPts val="2160"/>
              <a:buFont typeface="Noto Sans Symbols"/>
              <a:buChar char="▪"/>
              <a:defRPr b="0" i="0" sz="2400" u="none" cap="none" strike="noStrike">
                <a:solidFill>
                  <a:schemeClr val="dk1"/>
                </a:solidFill>
                <a:latin typeface="Corbel"/>
                <a:ea typeface="Corbel"/>
                <a:cs typeface="Corbel"/>
                <a:sym typeface="Corbel"/>
              </a:defRPr>
            </a:lvl2pPr>
            <a:lvl3pPr indent="-355600" lvl="2" marL="1371600" marR="0" rtl="0" algn="l">
              <a:spcBef>
                <a:spcPts val="400"/>
              </a:spcBef>
              <a:spcAft>
                <a:spcPts val="0"/>
              </a:spcAft>
              <a:buClr>
                <a:srgbClr val="E66C7D"/>
              </a:buClr>
              <a:buSzPts val="2000"/>
              <a:buFont typeface="Arial"/>
              <a:buChar char="▪"/>
              <a:defRPr b="0" i="0" sz="2000" u="none" cap="none" strike="noStrike">
                <a:solidFill>
                  <a:schemeClr val="dk1"/>
                </a:solidFill>
                <a:latin typeface="Corbel"/>
                <a:ea typeface="Corbel"/>
                <a:cs typeface="Corbel"/>
                <a:sym typeface="Corbel"/>
              </a:defRPr>
            </a:lvl3pPr>
            <a:lvl4pPr indent="-342900" lvl="3" marL="1828800" marR="0" rtl="0" algn="l">
              <a:spcBef>
                <a:spcPts val="360"/>
              </a:spcBef>
              <a:spcAft>
                <a:spcPts val="0"/>
              </a:spcAft>
              <a:buClr>
                <a:srgbClr val="6BB76D"/>
              </a:buClr>
              <a:buSzPts val="1800"/>
              <a:buFont typeface="Arial"/>
              <a:buChar char="▪"/>
              <a:defRPr b="0" i="0" sz="1800" u="none" cap="none" strike="noStrike">
                <a:solidFill>
                  <a:schemeClr val="dk1"/>
                </a:solidFill>
                <a:latin typeface="Corbel"/>
                <a:ea typeface="Corbel"/>
                <a:cs typeface="Corbel"/>
                <a:sym typeface="Corbel"/>
              </a:defRPr>
            </a:lvl4pPr>
            <a:lvl5pPr indent="-342900" lvl="4" marL="2286000" marR="0" rtl="0" algn="l">
              <a:spcBef>
                <a:spcPts val="360"/>
              </a:spcBef>
              <a:spcAft>
                <a:spcPts val="0"/>
              </a:spcAft>
              <a:buClr>
                <a:srgbClr val="E88651"/>
              </a:buClr>
              <a:buSzPts val="1800"/>
              <a:buFont typeface="Noto Sans Symbols"/>
              <a:buChar char="•"/>
              <a:defRPr b="0" i="0" sz="1800" u="none" cap="none" strike="noStrike">
                <a:solidFill>
                  <a:schemeClr val="dk1"/>
                </a:solidFill>
                <a:latin typeface="Corbel"/>
                <a:ea typeface="Corbel"/>
                <a:cs typeface="Corbel"/>
                <a:sym typeface="Corbel"/>
              </a:defRPr>
            </a:lvl5pPr>
            <a:lvl6pPr indent="-342900" lvl="5" marL="2743200" marR="0" rtl="0" algn="l">
              <a:spcBef>
                <a:spcPts val="360"/>
              </a:spcBef>
              <a:spcAft>
                <a:spcPts val="0"/>
              </a:spcAft>
              <a:buClr>
                <a:schemeClr val="accent6"/>
              </a:buClr>
              <a:buSzPts val="1800"/>
              <a:buFont typeface="Noto Sans Symbols"/>
              <a:buChar char="⚫"/>
              <a:defRPr b="0" i="0" sz="18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27" name="Google Shape;27;p3"/>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8" name="Google Shape;28;p3"/>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9" name="Google Shape;29;p3"/>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blip>
          <a:stretch>
            <a:fillRect b="0" l="0" r="0" t="0"/>
          </a:stretch>
        </a:blipFill>
      </p:bgPr>
    </p:bg>
    <p:spTree>
      <p:nvGrpSpPr>
        <p:cNvPr id="30" name="Shape 30"/>
        <p:cNvGrpSpPr/>
        <p:nvPr/>
      </p:nvGrpSpPr>
      <p:grpSpPr>
        <a:xfrm>
          <a:off x="0" y="0"/>
          <a:ext cx="0" cy="0"/>
          <a:chOff x="0" y="0"/>
          <a:chExt cx="0" cy="0"/>
        </a:xfrm>
      </p:grpSpPr>
      <p:sp>
        <p:nvSpPr>
          <p:cNvPr id="31" name="Google Shape;31;p4"/>
          <p:cNvSpPr/>
          <p:nvPr/>
        </p:nvSpPr>
        <p:spPr>
          <a:xfrm>
            <a:off x="0" y="1"/>
            <a:ext cx="9144000" cy="3851700"/>
          </a:xfrm>
          <a:prstGeom prst="rect">
            <a:avLst/>
          </a:prstGeom>
          <a:solidFill>
            <a:srgbClr val="38761D"/>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32" name="Google Shape;32;p4"/>
          <p:cNvSpPr/>
          <p:nvPr/>
        </p:nvSpPr>
        <p:spPr>
          <a:xfrm>
            <a:off x="0" y="3846284"/>
            <a:ext cx="9144000" cy="3450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33" name="Google Shape;33;p4"/>
          <p:cNvSpPr txBox="1"/>
          <p:nvPr>
            <p:ph type="ctrTitle"/>
          </p:nvPr>
        </p:nvSpPr>
        <p:spPr>
          <a:xfrm>
            <a:off x="685800" y="2516887"/>
            <a:ext cx="8077200" cy="1254900"/>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b="1" i="0" sz="47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34" name="Google Shape;34;p4"/>
          <p:cNvSpPr txBox="1"/>
          <p:nvPr>
            <p:ph idx="1" type="subTitle"/>
          </p:nvPr>
        </p:nvSpPr>
        <p:spPr>
          <a:xfrm>
            <a:off x="685800" y="1371600"/>
            <a:ext cx="8077200" cy="11247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accent1"/>
              </a:buClr>
              <a:buSzPts val="2560"/>
              <a:buFont typeface="Noto Sans Symbols"/>
              <a:buNone/>
              <a:defRPr b="0" i="0" sz="2000" u="none" cap="none" strike="noStrike">
                <a:solidFill>
                  <a:srgbClr val="FFFFFF"/>
                </a:solidFill>
                <a:latin typeface="Corbel"/>
                <a:ea typeface="Corbel"/>
                <a:cs typeface="Corbel"/>
                <a:sym typeface="Corbel"/>
              </a:defRPr>
            </a:lvl1pPr>
            <a:lvl2pPr indent="-12653" lvl="1" marL="457153" marR="0" rtl="0" algn="ctr">
              <a:spcBef>
                <a:spcPts val="560"/>
              </a:spcBef>
              <a:spcAft>
                <a:spcPts val="0"/>
              </a:spcAft>
              <a:buClr>
                <a:schemeClr val="accent2"/>
              </a:buClr>
              <a:buSzPts val="2520"/>
              <a:buFont typeface="Noto Sans Symbols"/>
              <a:buNone/>
              <a:defRPr b="0" i="0" sz="2800" u="none" cap="none" strike="noStrike">
                <a:solidFill>
                  <a:schemeClr val="lt1"/>
                </a:solidFill>
                <a:latin typeface="Corbel"/>
                <a:ea typeface="Corbel"/>
                <a:cs typeface="Corbel"/>
                <a:sym typeface="Corbel"/>
              </a:defRPr>
            </a:lvl2pPr>
            <a:lvl3pPr indent="-12605" lvl="2" marL="914305" marR="0" rtl="0" algn="ctr">
              <a:spcBef>
                <a:spcPts val="480"/>
              </a:spcBef>
              <a:spcAft>
                <a:spcPts val="0"/>
              </a:spcAft>
              <a:buClr>
                <a:srgbClr val="E66C7D"/>
              </a:buClr>
              <a:buSzPts val="2400"/>
              <a:buFont typeface="Arial"/>
              <a:buNone/>
              <a:defRPr b="0" i="0" sz="2400" u="none" cap="none" strike="noStrike">
                <a:solidFill>
                  <a:schemeClr val="lt1"/>
                </a:solidFill>
                <a:latin typeface="Corbel"/>
                <a:ea typeface="Corbel"/>
                <a:cs typeface="Corbel"/>
                <a:sym typeface="Corbel"/>
              </a:defRPr>
            </a:lvl3pPr>
            <a:lvl4pPr indent="-12557" lvl="3" marL="1371458" marR="0" rtl="0" algn="ctr">
              <a:spcBef>
                <a:spcPts val="400"/>
              </a:spcBef>
              <a:spcAft>
                <a:spcPts val="0"/>
              </a:spcAft>
              <a:buClr>
                <a:srgbClr val="6BB76D"/>
              </a:buClr>
              <a:buSzPts val="2000"/>
              <a:buFont typeface="Arial"/>
              <a:buNone/>
              <a:defRPr b="0" i="0" sz="2000" u="none" cap="none" strike="noStrike">
                <a:solidFill>
                  <a:schemeClr val="lt1"/>
                </a:solidFill>
                <a:latin typeface="Corbel"/>
                <a:ea typeface="Corbel"/>
                <a:cs typeface="Corbel"/>
                <a:sym typeface="Corbel"/>
              </a:defRPr>
            </a:lvl4pPr>
            <a:lvl5pPr indent="-12510" lvl="4" marL="1828610" marR="0" rtl="0" algn="ctr">
              <a:spcBef>
                <a:spcPts val="400"/>
              </a:spcBef>
              <a:spcAft>
                <a:spcPts val="0"/>
              </a:spcAft>
              <a:buClr>
                <a:srgbClr val="E88651"/>
              </a:buClr>
              <a:buSzPts val="2000"/>
              <a:buFont typeface="Noto Sans Symbols"/>
              <a:buNone/>
              <a:defRPr b="0" i="0" sz="2000" u="none" cap="none" strike="noStrike">
                <a:solidFill>
                  <a:schemeClr val="lt1"/>
                </a:solidFill>
                <a:latin typeface="Corbel"/>
                <a:ea typeface="Corbel"/>
                <a:cs typeface="Corbel"/>
                <a:sym typeface="Corbel"/>
              </a:defRPr>
            </a:lvl5pPr>
            <a:lvl6pPr indent="-12462" lvl="5" marL="2285763" marR="0" rtl="0" algn="ctr">
              <a:spcBef>
                <a:spcPts val="400"/>
              </a:spcBef>
              <a:spcAft>
                <a:spcPts val="0"/>
              </a:spcAft>
              <a:buClr>
                <a:schemeClr val="accent6"/>
              </a:buClr>
              <a:buSzPts val="2000"/>
              <a:buFont typeface="Noto Sans Symbols"/>
              <a:buNone/>
              <a:defRPr b="0" i="0" sz="2000" u="none" cap="none" strike="noStrike">
                <a:solidFill>
                  <a:schemeClr val="lt1"/>
                </a:solidFill>
                <a:latin typeface="Corbel"/>
                <a:ea typeface="Corbel"/>
                <a:cs typeface="Corbel"/>
                <a:sym typeface="Corbel"/>
              </a:defRPr>
            </a:lvl6pPr>
            <a:lvl7pPr indent="-12414" lvl="6" marL="2742915" marR="0" rtl="0" algn="ctr">
              <a:spcBef>
                <a:spcPts val="360"/>
              </a:spcBef>
              <a:spcAft>
                <a:spcPts val="0"/>
              </a:spcAft>
              <a:buClr>
                <a:schemeClr val="accent1"/>
              </a:buClr>
              <a:buSzPts val="1800"/>
              <a:buFont typeface="Noto Sans Symbols"/>
              <a:buNone/>
              <a:defRPr b="0" i="0" sz="1800" u="none" cap="none" strike="noStrike">
                <a:solidFill>
                  <a:schemeClr val="lt1"/>
                </a:solidFill>
                <a:latin typeface="Corbel"/>
                <a:ea typeface="Corbel"/>
                <a:cs typeface="Corbel"/>
                <a:sym typeface="Corbel"/>
              </a:defRPr>
            </a:lvl7pPr>
            <a:lvl8pPr indent="-12368" lvl="7" marL="3200068" marR="0" rtl="0" algn="ctr">
              <a:spcBef>
                <a:spcPts val="360"/>
              </a:spcBef>
              <a:spcAft>
                <a:spcPts val="0"/>
              </a:spcAft>
              <a:buClr>
                <a:schemeClr val="accent2"/>
              </a:buClr>
              <a:buSzPts val="1800"/>
              <a:buFont typeface="Noto Sans Symbols"/>
              <a:buNone/>
              <a:defRPr b="0" i="0" sz="1800" u="none" cap="none" strike="noStrike">
                <a:solidFill>
                  <a:schemeClr val="lt1"/>
                </a:solidFill>
                <a:latin typeface="Corbel"/>
                <a:ea typeface="Corbel"/>
                <a:cs typeface="Corbel"/>
                <a:sym typeface="Corbel"/>
              </a:defRPr>
            </a:lvl8pPr>
            <a:lvl9pPr indent="-12320" lvl="8" marL="3657220" marR="0" rtl="0" algn="ctr">
              <a:spcBef>
                <a:spcPts val="360"/>
              </a:spcBef>
              <a:spcAft>
                <a:spcPts val="0"/>
              </a:spcAft>
              <a:buClr>
                <a:schemeClr val="accent3"/>
              </a:buClr>
              <a:buSzPts val="1800"/>
              <a:buFont typeface="Noto Sans Symbols"/>
              <a:buNone/>
              <a:defRPr b="0" i="0" sz="1800" u="none" cap="none" strike="noStrike">
                <a:solidFill>
                  <a:schemeClr val="lt1"/>
                </a:solidFill>
                <a:latin typeface="Corbel"/>
                <a:ea typeface="Corbel"/>
                <a:cs typeface="Corbel"/>
                <a:sym typeface="Corbel"/>
              </a:defRPr>
            </a:lvl9pPr>
          </a:lstStyle>
          <a:p/>
        </p:txBody>
      </p:sp>
      <p:sp>
        <p:nvSpPr>
          <p:cNvPr id="35" name="Google Shape;35;p4"/>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36" name="Google Shape;36;p4"/>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37" name="Google Shape;37;p4"/>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FFFFFF"/>
                </a:solidFill>
                <a:latin typeface="Corbel"/>
                <a:ea typeface="Corbel"/>
                <a:cs typeface="Corbel"/>
                <a:sym typeface="Corbel"/>
              </a:defRPr>
            </a:lvl1pPr>
            <a:lvl2pPr indent="0" lvl="1" marL="0" marR="0" rtl="0" algn="r">
              <a:spcBef>
                <a:spcPts val="0"/>
              </a:spcBef>
              <a:buNone/>
              <a:defRPr b="0" i="0" sz="1200" u="none" cap="none" strike="noStrike">
                <a:solidFill>
                  <a:srgbClr val="FFFFFF"/>
                </a:solidFill>
                <a:latin typeface="Corbel"/>
                <a:ea typeface="Corbel"/>
                <a:cs typeface="Corbel"/>
                <a:sym typeface="Corbel"/>
              </a:defRPr>
            </a:lvl2pPr>
            <a:lvl3pPr indent="0" lvl="2" marL="0" marR="0" rtl="0" algn="r">
              <a:spcBef>
                <a:spcPts val="0"/>
              </a:spcBef>
              <a:buNone/>
              <a:defRPr b="0" i="0" sz="1200" u="none" cap="none" strike="noStrike">
                <a:solidFill>
                  <a:srgbClr val="FFFFFF"/>
                </a:solidFill>
                <a:latin typeface="Corbel"/>
                <a:ea typeface="Corbel"/>
                <a:cs typeface="Corbel"/>
                <a:sym typeface="Corbel"/>
              </a:defRPr>
            </a:lvl3pPr>
            <a:lvl4pPr indent="0" lvl="3" marL="0" marR="0" rtl="0" algn="r">
              <a:spcBef>
                <a:spcPts val="0"/>
              </a:spcBef>
              <a:buNone/>
              <a:defRPr b="0" i="0" sz="1200" u="none" cap="none" strike="noStrike">
                <a:solidFill>
                  <a:srgbClr val="FFFFFF"/>
                </a:solidFill>
                <a:latin typeface="Corbel"/>
                <a:ea typeface="Corbel"/>
                <a:cs typeface="Corbel"/>
                <a:sym typeface="Corbel"/>
              </a:defRPr>
            </a:lvl4pPr>
            <a:lvl5pPr indent="0" lvl="4" marL="0" marR="0" rtl="0" algn="r">
              <a:spcBef>
                <a:spcPts val="0"/>
              </a:spcBef>
              <a:buNone/>
              <a:defRPr b="0" i="0" sz="1200" u="none" cap="none" strike="noStrike">
                <a:solidFill>
                  <a:srgbClr val="FFFFFF"/>
                </a:solidFill>
                <a:latin typeface="Corbel"/>
                <a:ea typeface="Corbel"/>
                <a:cs typeface="Corbel"/>
                <a:sym typeface="Corbel"/>
              </a:defRPr>
            </a:lvl5pPr>
            <a:lvl6pPr indent="0" lvl="5" marL="0" marR="0" rtl="0" algn="r">
              <a:spcBef>
                <a:spcPts val="0"/>
              </a:spcBef>
              <a:buNone/>
              <a:defRPr b="0" i="0" sz="1200" u="none" cap="none" strike="noStrike">
                <a:solidFill>
                  <a:srgbClr val="FFFFFF"/>
                </a:solidFill>
                <a:latin typeface="Corbel"/>
                <a:ea typeface="Corbel"/>
                <a:cs typeface="Corbel"/>
                <a:sym typeface="Corbel"/>
              </a:defRPr>
            </a:lvl6pPr>
            <a:lvl7pPr indent="0" lvl="6" marL="0" marR="0" rtl="0" algn="r">
              <a:spcBef>
                <a:spcPts val="0"/>
              </a:spcBef>
              <a:buNone/>
              <a:defRPr b="0" i="0" sz="1200" u="none" cap="none" strike="noStrike">
                <a:solidFill>
                  <a:srgbClr val="FFFFFF"/>
                </a:solidFill>
                <a:latin typeface="Corbel"/>
                <a:ea typeface="Corbel"/>
                <a:cs typeface="Corbel"/>
                <a:sym typeface="Corbel"/>
              </a:defRPr>
            </a:lvl7pPr>
            <a:lvl8pPr indent="0" lvl="7" marL="0" marR="0" rtl="0" algn="r">
              <a:spcBef>
                <a:spcPts val="0"/>
              </a:spcBef>
              <a:buNone/>
              <a:defRPr b="0" i="0" sz="1200" u="none" cap="none" strike="noStrike">
                <a:solidFill>
                  <a:srgbClr val="FFFFFF"/>
                </a:solidFill>
                <a:latin typeface="Corbel"/>
                <a:ea typeface="Corbel"/>
                <a:cs typeface="Corbel"/>
                <a:sym typeface="Corbel"/>
              </a:defRPr>
            </a:lvl8pPr>
            <a:lvl9pPr indent="0" lvl="8" marL="0" marR="0" rtl="0" algn="r">
              <a:spcBef>
                <a:spcPts val="0"/>
              </a:spcBef>
              <a:buNone/>
              <a:defRPr b="0" i="0" sz="1200" u="none" cap="none" strike="noStrike">
                <a:solidFill>
                  <a:srgbClr val="FFFFFF"/>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stretch>
            <a:fillRect b="0" l="0" r="0" t="0"/>
          </a:stretch>
        </a:blipFill>
      </p:bgPr>
    </p:bg>
    <p:spTree>
      <p:nvGrpSpPr>
        <p:cNvPr id="38" name="Shape 38"/>
        <p:cNvGrpSpPr/>
        <p:nvPr/>
      </p:nvGrpSpPr>
      <p:grpSpPr>
        <a:xfrm>
          <a:off x="0" y="0"/>
          <a:ext cx="0" cy="0"/>
          <a:chOff x="0" y="0"/>
          <a:chExt cx="0" cy="0"/>
        </a:xfrm>
      </p:grpSpPr>
      <p:sp>
        <p:nvSpPr>
          <p:cNvPr id="39" name="Google Shape;39;p5"/>
          <p:cNvSpPr/>
          <p:nvPr/>
        </p:nvSpPr>
        <p:spPr>
          <a:xfrm>
            <a:off x="0" y="0"/>
            <a:ext cx="9144000" cy="1951800"/>
          </a:xfrm>
          <a:prstGeom prst="rect">
            <a:avLst/>
          </a:prstGeom>
          <a:solidFill>
            <a:srgbClr val="38761D"/>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40" name="Google Shape;40;p5"/>
          <p:cNvSpPr/>
          <p:nvPr/>
        </p:nvSpPr>
        <p:spPr>
          <a:xfrm>
            <a:off x="0" y="1951765"/>
            <a:ext cx="9144000" cy="3450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41" name="Google Shape;41;p5"/>
          <p:cNvSpPr txBox="1"/>
          <p:nvPr>
            <p:ph type="title"/>
          </p:nvPr>
        </p:nvSpPr>
        <p:spPr>
          <a:xfrm>
            <a:off x="749808" y="89154"/>
            <a:ext cx="8013300" cy="12276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1" i="0" sz="47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42" name="Google Shape;42;p5"/>
          <p:cNvSpPr txBox="1"/>
          <p:nvPr>
            <p:ph idx="1" type="body"/>
          </p:nvPr>
        </p:nvSpPr>
        <p:spPr>
          <a:xfrm>
            <a:off x="740664" y="1371600"/>
            <a:ext cx="8022300" cy="5142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0" i="0" sz="2000" u="none" cap="none" strike="noStrike">
                <a:solidFill>
                  <a:srgbClr val="FFFFFF"/>
                </a:solidFill>
                <a:latin typeface="Corbel"/>
                <a:ea typeface="Corbel"/>
                <a:cs typeface="Corbel"/>
                <a:sym typeface="Corbel"/>
              </a:defRPr>
            </a:lvl1pPr>
            <a:lvl2pPr indent="-228600" lvl="1" marL="914400" marR="0" rtl="0" algn="l">
              <a:spcBef>
                <a:spcPts val="360"/>
              </a:spcBef>
              <a:spcAft>
                <a:spcPts val="0"/>
              </a:spcAft>
              <a:buClr>
                <a:schemeClr val="accent2"/>
              </a:buClr>
              <a:buSzPts val="2520"/>
              <a:buFont typeface="Noto Sans Symbols"/>
              <a:buNone/>
              <a:defRPr b="0" i="0" sz="1800" u="none" cap="none" strike="noStrike">
                <a:solidFill>
                  <a:schemeClr val="lt1"/>
                </a:solidFill>
                <a:latin typeface="Corbel"/>
                <a:ea typeface="Corbel"/>
                <a:cs typeface="Corbel"/>
                <a:sym typeface="Corbel"/>
              </a:defRPr>
            </a:lvl2pPr>
            <a:lvl3pPr indent="-228600" lvl="2" marL="1371600" marR="0" rtl="0" algn="l">
              <a:spcBef>
                <a:spcPts val="320"/>
              </a:spcBef>
              <a:spcAft>
                <a:spcPts val="0"/>
              </a:spcAft>
              <a:buClr>
                <a:srgbClr val="E66C7D"/>
              </a:buClr>
              <a:buSzPts val="2400"/>
              <a:buFont typeface="Arial"/>
              <a:buNone/>
              <a:defRPr b="0" i="0" sz="1600" u="none" cap="none" strike="noStrike">
                <a:solidFill>
                  <a:schemeClr val="lt1"/>
                </a:solidFill>
                <a:latin typeface="Corbel"/>
                <a:ea typeface="Corbel"/>
                <a:cs typeface="Corbel"/>
                <a:sym typeface="Corbel"/>
              </a:defRPr>
            </a:lvl3pPr>
            <a:lvl4pPr indent="-228600" lvl="3" marL="1828800" marR="0" rtl="0" algn="l">
              <a:spcBef>
                <a:spcPts val="280"/>
              </a:spcBef>
              <a:spcAft>
                <a:spcPts val="0"/>
              </a:spcAft>
              <a:buClr>
                <a:srgbClr val="6BB76D"/>
              </a:buClr>
              <a:buSzPts val="2000"/>
              <a:buFont typeface="Arial"/>
              <a:buNone/>
              <a:defRPr b="0" i="0" sz="1400" u="none" cap="none" strike="noStrike">
                <a:solidFill>
                  <a:schemeClr val="lt1"/>
                </a:solidFill>
                <a:latin typeface="Corbel"/>
                <a:ea typeface="Corbel"/>
                <a:cs typeface="Corbel"/>
                <a:sym typeface="Corbel"/>
              </a:defRPr>
            </a:lvl4pPr>
            <a:lvl5pPr indent="-228600" lvl="4" marL="2286000" marR="0" rtl="0" algn="l">
              <a:spcBef>
                <a:spcPts val="280"/>
              </a:spcBef>
              <a:spcAft>
                <a:spcPts val="0"/>
              </a:spcAft>
              <a:buClr>
                <a:srgbClr val="E88651"/>
              </a:buClr>
              <a:buSzPts val="2000"/>
              <a:buFont typeface="Noto Sans Symbols"/>
              <a:buNone/>
              <a:defRPr b="0" i="0" sz="1400" u="none" cap="none" strike="noStrike">
                <a:solidFill>
                  <a:schemeClr val="lt1"/>
                </a:solidFill>
                <a:latin typeface="Corbel"/>
                <a:ea typeface="Corbel"/>
                <a:cs typeface="Corbel"/>
                <a:sym typeface="Corbel"/>
              </a:defRPr>
            </a:lvl5pPr>
            <a:lvl6pPr indent="-228600" lvl="5" marL="2743200" marR="0" rtl="0" algn="l">
              <a:spcBef>
                <a:spcPts val="280"/>
              </a:spcBef>
              <a:spcAft>
                <a:spcPts val="0"/>
              </a:spcAft>
              <a:buClr>
                <a:schemeClr val="accent6"/>
              </a:buClr>
              <a:buSzPts val="2000"/>
              <a:buFont typeface="Noto Sans Symbols"/>
              <a:buNone/>
              <a:defRPr b="0" i="0" sz="1400" u="none" cap="none" strike="noStrike">
                <a:solidFill>
                  <a:schemeClr val="lt1"/>
                </a:solidFill>
                <a:latin typeface="Corbel"/>
                <a:ea typeface="Corbel"/>
                <a:cs typeface="Corbel"/>
                <a:sym typeface="Corbel"/>
              </a:defRPr>
            </a:lvl6pPr>
            <a:lvl7pPr indent="-228600" lvl="6" marL="3200400" marR="0" rtl="0" algn="l">
              <a:spcBef>
                <a:spcPts val="280"/>
              </a:spcBef>
              <a:spcAft>
                <a:spcPts val="0"/>
              </a:spcAft>
              <a:buClr>
                <a:schemeClr val="accent1"/>
              </a:buClr>
              <a:buSzPts val="1800"/>
              <a:buFont typeface="Noto Sans Symbols"/>
              <a:buNone/>
              <a:defRPr b="0" i="0" sz="1400" u="none" cap="none" strike="noStrike">
                <a:solidFill>
                  <a:schemeClr val="lt1"/>
                </a:solidFill>
                <a:latin typeface="Corbel"/>
                <a:ea typeface="Corbel"/>
                <a:cs typeface="Corbel"/>
                <a:sym typeface="Corbel"/>
              </a:defRPr>
            </a:lvl7pPr>
            <a:lvl8pPr indent="-228600" lvl="7" marL="3657600" marR="0" rtl="0" algn="l">
              <a:spcBef>
                <a:spcPts val="280"/>
              </a:spcBef>
              <a:spcAft>
                <a:spcPts val="0"/>
              </a:spcAft>
              <a:buClr>
                <a:schemeClr val="accent2"/>
              </a:buClr>
              <a:buSzPts val="1800"/>
              <a:buFont typeface="Noto Sans Symbols"/>
              <a:buNone/>
              <a:defRPr b="0" i="0" sz="1400" u="none" cap="none" strike="noStrike">
                <a:solidFill>
                  <a:schemeClr val="lt1"/>
                </a:solidFill>
                <a:latin typeface="Corbel"/>
                <a:ea typeface="Corbel"/>
                <a:cs typeface="Corbel"/>
                <a:sym typeface="Corbel"/>
              </a:defRPr>
            </a:lvl8pPr>
            <a:lvl9pPr indent="-228600" lvl="8" marL="4114800" marR="0" rtl="0" algn="l">
              <a:spcBef>
                <a:spcPts val="280"/>
              </a:spcBef>
              <a:spcAft>
                <a:spcPts val="0"/>
              </a:spcAft>
              <a:buClr>
                <a:schemeClr val="accent3"/>
              </a:buClr>
              <a:buSzPts val="1800"/>
              <a:buFont typeface="Noto Sans Symbols"/>
              <a:buNone/>
              <a:defRPr b="0" i="0" sz="1400" u="none" cap="none" strike="noStrike">
                <a:solidFill>
                  <a:schemeClr val="lt1"/>
                </a:solidFill>
                <a:latin typeface="Corbel"/>
                <a:ea typeface="Corbel"/>
                <a:cs typeface="Corbel"/>
                <a:sym typeface="Corbel"/>
              </a:defRPr>
            </a:lvl9pPr>
          </a:lstStyle>
          <a:p/>
        </p:txBody>
      </p:sp>
      <p:sp>
        <p:nvSpPr>
          <p:cNvPr id="43" name="Google Shape;43;p5"/>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44" name="Google Shape;44;p5"/>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45" name="Google Shape;45;p5"/>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FFFFFF"/>
                </a:solidFill>
                <a:latin typeface="Corbel"/>
                <a:ea typeface="Corbel"/>
                <a:cs typeface="Corbel"/>
                <a:sym typeface="Corbel"/>
              </a:defRPr>
            </a:lvl1pPr>
            <a:lvl2pPr indent="0" lvl="1" marL="0" marR="0" rtl="0" algn="r">
              <a:spcBef>
                <a:spcPts val="0"/>
              </a:spcBef>
              <a:buNone/>
              <a:defRPr b="0" i="0" sz="1200" u="none" cap="none" strike="noStrike">
                <a:solidFill>
                  <a:srgbClr val="FFFFFF"/>
                </a:solidFill>
                <a:latin typeface="Corbel"/>
                <a:ea typeface="Corbel"/>
                <a:cs typeface="Corbel"/>
                <a:sym typeface="Corbel"/>
              </a:defRPr>
            </a:lvl2pPr>
            <a:lvl3pPr indent="0" lvl="2" marL="0" marR="0" rtl="0" algn="r">
              <a:spcBef>
                <a:spcPts val="0"/>
              </a:spcBef>
              <a:buNone/>
              <a:defRPr b="0" i="0" sz="1200" u="none" cap="none" strike="noStrike">
                <a:solidFill>
                  <a:srgbClr val="FFFFFF"/>
                </a:solidFill>
                <a:latin typeface="Corbel"/>
                <a:ea typeface="Corbel"/>
                <a:cs typeface="Corbel"/>
                <a:sym typeface="Corbel"/>
              </a:defRPr>
            </a:lvl3pPr>
            <a:lvl4pPr indent="0" lvl="3" marL="0" marR="0" rtl="0" algn="r">
              <a:spcBef>
                <a:spcPts val="0"/>
              </a:spcBef>
              <a:buNone/>
              <a:defRPr b="0" i="0" sz="1200" u="none" cap="none" strike="noStrike">
                <a:solidFill>
                  <a:srgbClr val="FFFFFF"/>
                </a:solidFill>
                <a:latin typeface="Corbel"/>
                <a:ea typeface="Corbel"/>
                <a:cs typeface="Corbel"/>
                <a:sym typeface="Corbel"/>
              </a:defRPr>
            </a:lvl4pPr>
            <a:lvl5pPr indent="0" lvl="4" marL="0" marR="0" rtl="0" algn="r">
              <a:spcBef>
                <a:spcPts val="0"/>
              </a:spcBef>
              <a:buNone/>
              <a:defRPr b="0" i="0" sz="1200" u="none" cap="none" strike="noStrike">
                <a:solidFill>
                  <a:srgbClr val="FFFFFF"/>
                </a:solidFill>
                <a:latin typeface="Corbel"/>
                <a:ea typeface="Corbel"/>
                <a:cs typeface="Corbel"/>
                <a:sym typeface="Corbel"/>
              </a:defRPr>
            </a:lvl5pPr>
            <a:lvl6pPr indent="0" lvl="5" marL="0" marR="0" rtl="0" algn="r">
              <a:spcBef>
                <a:spcPts val="0"/>
              </a:spcBef>
              <a:buNone/>
              <a:defRPr b="0" i="0" sz="1200" u="none" cap="none" strike="noStrike">
                <a:solidFill>
                  <a:srgbClr val="FFFFFF"/>
                </a:solidFill>
                <a:latin typeface="Corbel"/>
                <a:ea typeface="Corbel"/>
                <a:cs typeface="Corbel"/>
                <a:sym typeface="Corbel"/>
              </a:defRPr>
            </a:lvl6pPr>
            <a:lvl7pPr indent="0" lvl="6" marL="0" marR="0" rtl="0" algn="r">
              <a:spcBef>
                <a:spcPts val="0"/>
              </a:spcBef>
              <a:buNone/>
              <a:defRPr b="0" i="0" sz="1200" u="none" cap="none" strike="noStrike">
                <a:solidFill>
                  <a:srgbClr val="FFFFFF"/>
                </a:solidFill>
                <a:latin typeface="Corbel"/>
                <a:ea typeface="Corbel"/>
                <a:cs typeface="Corbel"/>
                <a:sym typeface="Corbel"/>
              </a:defRPr>
            </a:lvl7pPr>
            <a:lvl8pPr indent="0" lvl="7" marL="0" marR="0" rtl="0" algn="r">
              <a:spcBef>
                <a:spcPts val="0"/>
              </a:spcBef>
              <a:buNone/>
              <a:defRPr b="0" i="0" sz="1200" u="none" cap="none" strike="noStrike">
                <a:solidFill>
                  <a:srgbClr val="FFFFFF"/>
                </a:solidFill>
                <a:latin typeface="Corbel"/>
                <a:ea typeface="Corbel"/>
                <a:cs typeface="Corbel"/>
                <a:sym typeface="Corbel"/>
              </a:defRPr>
            </a:lvl8pPr>
            <a:lvl9pPr indent="0" lvl="8" marL="0" marR="0" rtl="0" algn="r">
              <a:spcBef>
                <a:spcPts val="0"/>
              </a:spcBef>
              <a:buNone/>
              <a:defRPr b="0" i="0" sz="1200" u="none" cap="none" strike="noStrike">
                <a:solidFill>
                  <a:srgbClr val="FFFFFF"/>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6"/>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48" name="Google Shape;48;p6"/>
          <p:cNvSpPr txBox="1"/>
          <p:nvPr>
            <p:ph idx="1" type="body"/>
          </p:nvPr>
        </p:nvSpPr>
        <p:spPr>
          <a:xfrm>
            <a:off x="457200" y="1274240"/>
            <a:ext cx="4040100" cy="536400"/>
          </a:xfrm>
          <a:prstGeom prst="rect">
            <a:avLst/>
          </a:prstGeom>
          <a:noFill/>
          <a:ln>
            <a:noFill/>
          </a:ln>
        </p:spPr>
        <p:txBody>
          <a:bodyPr anchorCtr="0" anchor="ctr"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1" i="0" sz="2300" u="none" cap="none" strike="noStrike">
                <a:solidFill>
                  <a:schemeClr val="dk1"/>
                </a:solidFill>
                <a:latin typeface="Corbel"/>
                <a:ea typeface="Corbel"/>
                <a:cs typeface="Corbel"/>
                <a:sym typeface="Corbel"/>
              </a:defRPr>
            </a:lvl1pPr>
            <a:lvl2pPr indent="-228600" lvl="1" marL="914400" marR="0" rtl="0" algn="l">
              <a:spcBef>
                <a:spcPts val="400"/>
              </a:spcBef>
              <a:spcAft>
                <a:spcPts val="0"/>
              </a:spcAft>
              <a:buClr>
                <a:schemeClr val="accent2"/>
              </a:buClr>
              <a:buSzPts val="2520"/>
              <a:buFont typeface="Noto Sans Symbols"/>
              <a:buNone/>
              <a:defRPr b="1" i="0" sz="2000" u="none" cap="none" strike="noStrike">
                <a:solidFill>
                  <a:schemeClr val="dk1"/>
                </a:solidFill>
                <a:latin typeface="Corbel"/>
                <a:ea typeface="Corbel"/>
                <a:cs typeface="Corbel"/>
                <a:sym typeface="Corbel"/>
              </a:defRPr>
            </a:lvl2pPr>
            <a:lvl3pPr indent="-228600" lvl="2" marL="1371600" marR="0" rtl="0" algn="l">
              <a:spcBef>
                <a:spcPts val="360"/>
              </a:spcBef>
              <a:spcAft>
                <a:spcPts val="0"/>
              </a:spcAft>
              <a:buClr>
                <a:srgbClr val="E66C7D"/>
              </a:buClr>
              <a:buSzPts val="2400"/>
              <a:buFont typeface="Arial"/>
              <a:buNone/>
              <a:defRPr b="1" i="0" sz="1800" u="none" cap="none" strike="noStrike">
                <a:solidFill>
                  <a:schemeClr val="dk1"/>
                </a:solidFill>
                <a:latin typeface="Corbel"/>
                <a:ea typeface="Corbel"/>
                <a:cs typeface="Corbel"/>
                <a:sym typeface="Corbel"/>
              </a:defRPr>
            </a:lvl3pPr>
            <a:lvl4pPr indent="-228600" lvl="3" marL="1828800" marR="0" rtl="0" algn="l">
              <a:spcBef>
                <a:spcPts val="320"/>
              </a:spcBef>
              <a:spcAft>
                <a:spcPts val="0"/>
              </a:spcAft>
              <a:buClr>
                <a:srgbClr val="6BB76D"/>
              </a:buClr>
              <a:buSzPts val="2000"/>
              <a:buFont typeface="Arial"/>
              <a:buNone/>
              <a:defRPr b="1" i="0" sz="1600" u="none" cap="none" strike="noStrike">
                <a:solidFill>
                  <a:schemeClr val="dk1"/>
                </a:solidFill>
                <a:latin typeface="Corbel"/>
                <a:ea typeface="Corbel"/>
                <a:cs typeface="Corbel"/>
                <a:sym typeface="Corbel"/>
              </a:defRPr>
            </a:lvl4pPr>
            <a:lvl5pPr indent="-228600" lvl="4" marL="2286000" marR="0" rtl="0" algn="l">
              <a:spcBef>
                <a:spcPts val="320"/>
              </a:spcBef>
              <a:spcAft>
                <a:spcPts val="0"/>
              </a:spcAft>
              <a:buClr>
                <a:srgbClr val="E88651"/>
              </a:buClr>
              <a:buSzPts val="2000"/>
              <a:buFont typeface="Noto Sans Symbols"/>
              <a:buNone/>
              <a:defRPr b="1" i="0" sz="1600" u="none" cap="none" strike="noStrike">
                <a:solidFill>
                  <a:schemeClr val="dk1"/>
                </a:solidFill>
                <a:latin typeface="Corbel"/>
                <a:ea typeface="Corbel"/>
                <a:cs typeface="Corbel"/>
                <a:sym typeface="Corbel"/>
              </a:defRPr>
            </a:lvl5pPr>
            <a:lvl6pPr indent="-228600" lvl="5" marL="2743200" marR="0" rtl="0" algn="l">
              <a:spcBef>
                <a:spcPts val="320"/>
              </a:spcBef>
              <a:spcAft>
                <a:spcPts val="0"/>
              </a:spcAft>
              <a:buClr>
                <a:schemeClr val="accent6"/>
              </a:buClr>
              <a:buSzPts val="2000"/>
              <a:buFont typeface="Noto Sans Symbols"/>
              <a:buNone/>
              <a:defRPr b="1" i="0" sz="1600" u="none" cap="none" strike="noStrike">
                <a:solidFill>
                  <a:schemeClr val="dk1"/>
                </a:solidFill>
                <a:latin typeface="Corbel"/>
                <a:ea typeface="Corbel"/>
                <a:cs typeface="Corbel"/>
                <a:sym typeface="Corbel"/>
              </a:defRPr>
            </a:lvl6pPr>
            <a:lvl7pPr indent="-228600" lvl="6" marL="3200400" marR="0" rtl="0" algn="l">
              <a:spcBef>
                <a:spcPts val="320"/>
              </a:spcBef>
              <a:spcAft>
                <a:spcPts val="0"/>
              </a:spcAft>
              <a:buClr>
                <a:schemeClr val="accent1"/>
              </a:buClr>
              <a:buSzPts val="1800"/>
              <a:buFont typeface="Noto Sans Symbols"/>
              <a:buNone/>
              <a:defRPr b="1" i="0" sz="1600" u="none" cap="none" strike="noStrike">
                <a:solidFill>
                  <a:schemeClr val="dk1"/>
                </a:solidFill>
                <a:latin typeface="Corbel"/>
                <a:ea typeface="Corbel"/>
                <a:cs typeface="Corbel"/>
                <a:sym typeface="Corbel"/>
              </a:defRPr>
            </a:lvl7pPr>
            <a:lvl8pPr indent="-228600" lvl="7" marL="3657600" marR="0" rtl="0" algn="l">
              <a:spcBef>
                <a:spcPts val="320"/>
              </a:spcBef>
              <a:spcAft>
                <a:spcPts val="0"/>
              </a:spcAft>
              <a:buClr>
                <a:schemeClr val="accent2"/>
              </a:buClr>
              <a:buSzPts val="1800"/>
              <a:buFont typeface="Noto Sans Symbols"/>
              <a:buNone/>
              <a:defRPr b="1" i="0" sz="1600" u="none" cap="none" strike="noStrike">
                <a:solidFill>
                  <a:schemeClr val="dk1"/>
                </a:solidFill>
                <a:latin typeface="Corbel"/>
                <a:ea typeface="Corbel"/>
                <a:cs typeface="Corbel"/>
                <a:sym typeface="Corbel"/>
              </a:defRPr>
            </a:lvl8pPr>
            <a:lvl9pPr indent="-228600" lvl="8" marL="4114800" marR="0" rtl="0" algn="l">
              <a:spcBef>
                <a:spcPts val="320"/>
              </a:spcBef>
              <a:spcAft>
                <a:spcPts val="0"/>
              </a:spcAft>
              <a:buClr>
                <a:schemeClr val="accent3"/>
              </a:buClr>
              <a:buSzPts val="1800"/>
              <a:buFont typeface="Noto Sans Symbols"/>
              <a:buNone/>
              <a:defRPr b="1" i="0" sz="1600" u="none" cap="none" strike="noStrike">
                <a:solidFill>
                  <a:schemeClr val="dk1"/>
                </a:solidFill>
                <a:latin typeface="Corbel"/>
                <a:ea typeface="Corbel"/>
                <a:cs typeface="Corbel"/>
                <a:sym typeface="Corbel"/>
              </a:defRPr>
            </a:lvl9pPr>
          </a:lstStyle>
          <a:p/>
        </p:txBody>
      </p:sp>
      <p:sp>
        <p:nvSpPr>
          <p:cNvPr id="49" name="Google Shape;49;p6"/>
          <p:cNvSpPr txBox="1"/>
          <p:nvPr>
            <p:ph idx="2" type="body"/>
          </p:nvPr>
        </p:nvSpPr>
        <p:spPr>
          <a:xfrm>
            <a:off x="457200" y="1837135"/>
            <a:ext cx="4040100" cy="2963400"/>
          </a:xfrm>
          <a:prstGeom prst="rect">
            <a:avLst/>
          </a:prstGeom>
          <a:noFill/>
          <a:ln>
            <a:noFill/>
          </a:ln>
        </p:spPr>
        <p:txBody>
          <a:bodyPr anchorCtr="0" anchor="t" bIns="91425" lIns="91425" spcFirstLastPara="1" rIns="91425" wrap="square" tIns="91425">
            <a:noAutofit/>
          </a:bodyPr>
          <a:lstStyle>
            <a:lvl1pPr indent="-350520" lvl="0" marL="457200" marR="0" rtl="0" algn="l">
              <a:spcBef>
                <a:spcPts val="0"/>
              </a:spcBef>
              <a:spcAft>
                <a:spcPts val="0"/>
              </a:spcAft>
              <a:buClr>
                <a:schemeClr val="accent1"/>
              </a:buClr>
              <a:buSzPts val="1920"/>
              <a:buFont typeface="Noto Sans Symbols"/>
              <a:buChar char="◼"/>
              <a:defRPr b="0" i="0" sz="2400" u="none" cap="none" strike="noStrike">
                <a:solidFill>
                  <a:schemeClr val="dk1"/>
                </a:solidFill>
                <a:latin typeface="Corbel"/>
                <a:ea typeface="Corbel"/>
                <a:cs typeface="Corbel"/>
                <a:sym typeface="Corbel"/>
              </a:defRPr>
            </a:lvl1pPr>
            <a:lvl2pPr indent="-342900" lvl="1" marL="914400" marR="0" rtl="0" algn="l">
              <a:spcBef>
                <a:spcPts val="400"/>
              </a:spcBef>
              <a:spcAft>
                <a:spcPts val="0"/>
              </a:spcAft>
              <a:buClr>
                <a:schemeClr val="accent2"/>
              </a:buClr>
              <a:buSzPts val="1800"/>
              <a:buFont typeface="Noto Sans Symbols"/>
              <a:buChar char="▪"/>
              <a:defRPr b="0" i="0" sz="2000" u="none" cap="none" strike="noStrike">
                <a:solidFill>
                  <a:schemeClr val="dk1"/>
                </a:solidFill>
                <a:latin typeface="Corbel"/>
                <a:ea typeface="Corbel"/>
                <a:cs typeface="Corbel"/>
                <a:sym typeface="Corbel"/>
              </a:defRPr>
            </a:lvl2pPr>
            <a:lvl3pPr indent="-342900" lvl="2" marL="1371600" marR="0" rtl="0" algn="l">
              <a:spcBef>
                <a:spcPts val="360"/>
              </a:spcBef>
              <a:spcAft>
                <a:spcPts val="0"/>
              </a:spcAft>
              <a:buClr>
                <a:srgbClr val="E66C7D"/>
              </a:buClr>
              <a:buSzPts val="1800"/>
              <a:buFont typeface="Arial"/>
              <a:buChar char="▪"/>
              <a:defRPr b="0" i="0" sz="1800" u="none" cap="none" strike="noStrike">
                <a:solidFill>
                  <a:schemeClr val="dk1"/>
                </a:solidFill>
                <a:latin typeface="Corbel"/>
                <a:ea typeface="Corbel"/>
                <a:cs typeface="Corbel"/>
                <a:sym typeface="Corbel"/>
              </a:defRPr>
            </a:lvl3pPr>
            <a:lvl4pPr indent="-330200" lvl="3" marL="1828800" marR="0" rtl="0" algn="l">
              <a:spcBef>
                <a:spcPts val="320"/>
              </a:spcBef>
              <a:spcAft>
                <a:spcPts val="0"/>
              </a:spcAft>
              <a:buClr>
                <a:srgbClr val="6BB76D"/>
              </a:buClr>
              <a:buSzPts val="1600"/>
              <a:buFont typeface="Arial"/>
              <a:buChar char="▪"/>
              <a:defRPr b="0" i="0" sz="1600" u="none" cap="none" strike="noStrike">
                <a:solidFill>
                  <a:schemeClr val="dk1"/>
                </a:solidFill>
                <a:latin typeface="Corbel"/>
                <a:ea typeface="Corbel"/>
                <a:cs typeface="Corbel"/>
                <a:sym typeface="Corbel"/>
              </a:defRPr>
            </a:lvl4pPr>
            <a:lvl5pPr indent="-330200" lvl="4" marL="2286000" marR="0" rtl="0" algn="l">
              <a:spcBef>
                <a:spcPts val="320"/>
              </a:spcBef>
              <a:spcAft>
                <a:spcPts val="0"/>
              </a:spcAft>
              <a:buClr>
                <a:srgbClr val="E88651"/>
              </a:buClr>
              <a:buSzPts val="1600"/>
              <a:buFont typeface="Noto Sans Symbols"/>
              <a:buChar char="•"/>
              <a:defRPr b="0" i="0" sz="1600" u="none" cap="none" strike="noStrike">
                <a:solidFill>
                  <a:schemeClr val="dk1"/>
                </a:solidFill>
                <a:latin typeface="Corbel"/>
                <a:ea typeface="Corbel"/>
                <a:cs typeface="Corbel"/>
                <a:sym typeface="Corbel"/>
              </a:defRPr>
            </a:lvl5pPr>
            <a:lvl6pPr indent="-330200" lvl="5" marL="2743200" marR="0" rtl="0" algn="l">
              <a:spcBef>
                <a:spcPts val="320"/>
              </a:spcBef>
              <a:spcAft>
                <a:spcPts val="0"/>
              </a:spcAft>
              <a:buClr>
                <a:schemeClr val="accent6"/>
              </a:buClr>
              <a:buSzPts val="1600"/>
              <a:buFont typeface="Noto Sans Symbols"/>
              <a:buChar char="⚫"/>
              <a:defRPr b="0" i="0" sz="1600" u="none" cap="none" strike="noStrike">
                <a:solidFill>
                  <a:schemeClr val="dk1"/>
                </a:solidFill>
                <a:latin typeface="Corbel"/>
                <a:ea typeface="Corbel"/>
                <a:cs typeface="Corbel"/>
                <a:sym typeface="Corbel"/>
              </a:defRPr>
            </a:lvl6pPr>
            <a:lvl7pPr indent="-330200" lvl="6" marL="3200400" marR="0" rtl="0" algn="l">
              <a:spcBef>
                <a:spcPts val="320"/>
              </a:spcBef>
              <a:spcAft>
                <a:spcPts val="0"/>
              </a:spcAft>
              <a:buClr>
                <a:schemeClr val="accent1"/>
              </a:buClr>
              <a:buSzPts val="1600"/>
              <a:buFont typeface="Noto Sans Symbols"/>
              <a:buChar char="⚫"/>
              <a:defRPr b="0" i="0" sz="1600" u="none" cap="none" strike="noStrike">
                <a:solidFill>
                  <a:schemeClr val="dk1"/>
                </a:solidFill>
                <a:latin typeface="Corbel"/>
                <a:ea typeface="Corbel"/>
                <a:cs typeface="Corbel"/>
                <a:sym typeface="Corbel"/>
              </a:defRPr>
            </a:lvl7pPr>
            <a:lvl8pPr indent="-330200" lvl="7" marL="3657600" marR="0" rtl="0" algn="l">
              <a:spcBef>
                <a:spcPts val="320"/>
              </a:spcBef>
              <a:spcAft>
                <a:spcPts val="0"/>
              </a:spcAft>
              <a:buClr>
                <a:schemeClr val="accent2"/>
              </a:buClr>
              <a:buSzPts val="1600"/>
              <a:buFont typeface="Noto Sans Symbols"/>
              <a:buChar char="⚫"/>
              <a:defRPr b="0" i="0" sz="1600" u="none" cap="none" strike="noStrike">
                <a:solidFill>
                  <a:schemeClr val="dk1"/>
                </a:solidFill>
                <a:latin typeface="Corbel"/>
                <a:ea typeface="Corbel"/>
                <a:cs typeface="Corbel"/>
                <a:sym typeface="Corbel"/>
              </a:defRPr>
            </a:lvl8pPr>
            <a:lvl9pPr indent="-330200" lvl="8" marL="4114800" marR="0" rtl="0" algn="l">
              <a:spcBef>
                <a:spcPts val="320"/>
              </a:spcBef>
              <a:spcAft>
                <a:spcPts val="0"/>
              </a:spcAft>
              <a:buClr>
                <a:schemeClr val="accent3"/>
              </a:buClr>
              <a:buSzPts val="1600"/>
              <a:buFont typeface="Noto Sans Symbols"/>
              <a:buChar char="⚫"/>
              <a:defRPr b="0" i="0" sz="1600" u="none" cap="none" strike="noStrike">
                <a:solidFill>
                  <a:schemeClr val="dk1"/>
                </a:solidFill>
                <a:latin typeface="Corbel"/>
                <a:ea typeface="Corbel"/>
                <a:cs typeface="Corbel"/>
                <a:sym typeface="Corbel"/>
              </a:defRPr>
            </a:lvl9pPr>
          </a:lstStyle>
          <a:p/>
        </p:txBody>
      </p:sp>
      <p:sp>
        <p:nvSpPr>
          <p:cNvPr id="50" name="Google Shape;50;p6"/>
          <p:cNvSpPr txBox="1"/>
          <p:nvPr>
            <p:ph idx="3" type="body"/>
          </p:nvPr>
        </p:nvSpPr>
        <p:spPr>
          <a:xfrm>
            <a:off x="4645025" y="1274240"/>
            <a:ext cx="4041900" cy="536400"/>
          </a:xfrm>
          <a:prstGeom prst="rect">
            <a:avLst/>
          </a:prstGeom>
          <a:noFill/>
          <a:ln>
            <a:noFill/>
          </a:ln>
        </p:spPr>
        <p:txBody>
          <a:bodyPr anchorCtr="0" anchor="ctr"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1" i="0" sz="2300" u="none" cap="none" strike="noStrike">
                <a:solidFill>
                  <a:schemeClr val="dk1"/>
                </a:solidFill>
                <a:latin typeface="Corbel"/>
                <a:ea typeface="Corbel"/>
                <a:cs typeface="Corbel"/>
                <a:sym typeface="Corbel"/>
              </a:defRPr>
            </a:lvl1pPr>
            <a:lvl2pPr indent="-228600" lvl="1" marL="914400" marR="0" rtl="0" algn="l">
              <a:spcBef>
                <a:spcPts val="400"/>
              </a:spcBef>
              <a:spcAft>
                <a:spcPts val="0"/>
              </a:spcAft>
              <a:buClr>
                <a:schemeClr val="accent2"/>
              </a:buClr>
              <a:buSzPts val="2520"/>
              <a:buFont typeface="Noto Sans Symbols"/>
              <a:buNone/>
              <a:defRPr b="1" i="0" sz="2000" u="none" cap="none" strike="noStrike">
                <a:solidFill>
                  <a:schemeClr val="dk1"/>
                </a:solidFill>
                <a:latin typeface="Corbel"/>
                <a:ea typeface="Corbel"/>
                <a:cs typeface="Corbel"/>
                <a:sym typeface="Corbel"/>
              </a:defRPr>
            </a:lvl2pPr>
            <a:lvl3pPr indent="-228600" lvl="2" marL="1371600" marR="0" rtl="0" algn="l">
              <a:spcBef>
                <a:spcPts val="360"/>
              </a:spcBef>
              <a:spcAft>
                <a:spcPts val="0"/>
              </a:spcAft>
              <a:buClr>
                <a:srgbClr val="E66C7D"/>
              </a:buClr>
              <a:buSzPts val="2400"/>
              <a:buFont typeface="Arial"/>
              <a:buNone/>
              <a:defRPr b="1" i="0" sz="1800" u="none" cap="none" strike="noStrike">
                <a:solidFill>
                  <a:schemeClr val="dk1"/>
                </a:solidFill>
                <a:latin typeface="Corbel"/>
                <a:ea typeface="Corbel"/>
                <a:cs typeface="Corbel"/>
                <a:sym typeface="Corbel"/>
              </a:defRPr>
            </a:lvl3pPr>
            <a:lvl4pPr indent="-228600" lvl="3" marL="1828800" marR="0" rtl="0" algn="l">
              <a:spcBef>
                <a:spcPts val="320"/>
              </a:spcBef>
              <a:spcAft>
                <a:spcPts val="0"/>
              </a:spcAft>
              <a:buClr>
                <a:srgbClr val="6BB76D"/>
              </a:buClr>
              <a:buSzPts val="2000"/>
              <a:buFont typeface="Arial"/>
              <a:buNone/>
              <a:defRPr b="1" i="0" sz="1600" u="none" cap="none" strike="noStrike">
                <a:solidFill>
                  <a:schemeClr val="dk1"/>
                </a:solidFill>
                <a:latin typeface="Corbel"/>
                <a:ea typeface="Corbel"/>
                <a:cs typeface="Corbel"/>
                <a:sym typeface="Corbel"/>
              </a:defRPr>
            </a:lvl4pPr>
            <a:lvl5pPr indent="-228600" lvl="4" marL="2286000" marR="0" rtl="0" algn="l">
              <a:spcBef>
                <a:spcPts val="320"/>
              </a:spcBef>
              <a:spcAft>
                <a:spcPts val="0"/>
              </a:spcAft>
              <a:buClr>
                <a:srgbClr val="E88651"/>
              </a:buClr>
              <a:buSzPts val="2000"/>
              <a:buFont typeface="Noto Sans Symbols"/>
              <a:buNone/>
              <a:defRPr b="1" i="0" sz="1600" u="none" cap="none" strike="noStrike">
                <a:solidFill>
                  <a:schemeClr val="dk1"/>
                </a:solidFill>
                <a:latin typeface="Corbel"/>
                <a:ea typeface="Corbel"/>
                <a:cs typeface="Corbel"/>
                <a:sym typeface="Corbel"/>
              </a:defRPr>
            </a:lvl5pPr>
            <a:lvl6pPr indent="-228600" lvl="5" marL="2743200" marR="0" rtl="0" algn="l">
              <a:spcBef>
                <a:spcPts val="320"/>
              </a:spcBef>
              <a:spcAft>
                <a:spcPts val="0"/>
              </a:spcAft>
              <a:buClr>
                <a:schemeClr val="accent6"/>
              </a:buClr>
              <a:buSzPts val="2000"/>
              <a:buFont typeface="Noto Sans Symbols"/>
              <a:buNone/>
              <a:defRPr b="1" i="0" sz="1600" u="none" cap="none" strike="noStrike">
                <a:solidFill>
                  <a:schemeClr val="dk1"/>
                </a:solidFill>
                <a:latin typeface="Corbel"/>
                <a:ea typeface="Corbel"/>
                <a:cs typeface="Corbel"/>
                <a:sym typeface="Corbel"/>
              </a:defRPr>
            </a:lvl6pPr>
            <a:lvl7pPr indent="-228600" lvl="6" marL="3200400" marR="0" rtl="0" algn="l">
              <a:spcBef>
                <a:spcPts val="320"/>
              </a:spcBef>
              <a:spcAft>
                <a:spcPts val="0"/>
              </a:spcAft>
              <a:buClr>
                <a:schemeClr val="accent1"/>
              </a:buClr>
              <a:buSzPts val="1800"/>
              <a:buFont typeface="Noto Sans Symbols"/>
              <a:buNone/>
              <a:defRPr b="1" i="0" sz="1600" u="none" cap="none" strike="noStrike">
                <a:solidFill>
                  <a:schemeClr val="dk1"/>
                </a:solidFill>
                <a:latin typeface="Corbel"/>
                <a:ea typeface="Corbel"/>
                <a:cs typeface="Corbel"/>
                <a:sym typeface="Corbel"/>
              </a:defRPr>
            </a:lvl7pPr>
            <a:lvl8pPr indent="-228600" lvl="7" marL="3657600" marR="0" rtl="0" algn="l">
              <a:spcBef>
                <a:spcPts val="320"/>
              </a:spcBef>
              <a:spcAft>
                <a:spcPts val="0"/>
              </a:spcAft>
              <a:buClr>
                <a:schemeClr val="accent2"/>
              </a:buClr>
              <a:buSzPts val="1800"/>
              <a:buFont typeface="Noto Sans Symbols"/>
              <a:buNone/>
              <a:defRPr b="1" i="0" sz="1600" u="none" cap="none" strike="noStrike">
                <a:solidFill>
                  <a:schemeClr val="dk1"/>
                </a:solidFill>
                <a:latin typeface="Corbel"/>
                <a:ea typeface="Corbel"/>
                <a:cs typeface="Corbel"/>
                <a:sym typeface="Corbel"/>
              </a:defRPr>
            </a:lvl8pPr>
            <a:lvl9pPr indent="-228600" lvl="8" marL="4114800" marR="0" rtl="0" algn="l">
              <a:spcBef>
                <a:spcPts val="320"/>
              </a:spcBef>
              <a:spcAft>
                <a:spcPts val="0"/>
              </a:spcAft>
              <a:buClr>
                <a:schemeClr val="accent3"/>
              </a:buClr>
              <a:buSzPts val="1800"/>
              <a:buFont typeface="Noto Sans Symbols"/>
              <a:buNone/>
              <a:defRPr b="1" i="0" sz="1600" u="none" cap="none" strike="noStrike">
                <a:solidFill>
                  <a:schemeClr val="dk1"/>
                </a:solidFill>
                <a:latin typeface="Corbel"/>
                <a:ea typeface="Corbel"/>
                <a:cs typeface="Corbel"/>
                <a:sym typeface="Corbel"/>
              </a:defRPr>
            </a:lvl9pPr>
          </a:lstStyle>
          <a:p/>
        </p:txBody>
      </p:sp>
      <p:sp>
        <p:nvSpPr>
          <p:cNvPr id="51" name="Google Shape;51;p6"/>
          <p:cNvSpPr txBox="1"/>
          <p:nvPr>
            <p:ph idx="4" type="body"/>
          </p:nvPr>
        </p:nvSpPr>
        <p:spPr>
          <a:xfrm>
            <a:off x="4645025" y="1837135"/>
            <a:ext cx="4041900" cy="2963400"/>
          </a:xfrm>
          <a:prstGeom prst="rect">
            <a:avLst/>
          </a:prstGeom>
          <a:noFill/>
          <a:ln>
            <a:noFill/>
          </a:ln>
        </p:spPr>
        <p:txBody>
          <a:bodyPr anchorCtr="0" anchor="t" bIns="91425" lIns="91425" spcFirstLastPara="1" rIns="91425" wrap="square" tIns="91425">
            <a:noAutofit/>
          </a:bodyPr>
          <a:lstStyle>
            <a:lvl1pPr indent="-350520" lvl="0" marL="457200" marR="0" rtl="0" algn="l">
              <a:spcBef>
                <a:spcPts val="0"/>
              </a:spcBef>
              <a:spcAft>
                <a:spcPts val="0"/>
              </a:spcAft>
              <a:buClr>
                <a:schemeClr val="accent1"/>
              </a:buClr>
              <a:buSzPts val="1920"/>
              <a:buFont typeface="Noto Sans Symbols"/>
              <a:buChar char="◼"/>
              <a:defRPr b="0" i="0" sz="2400" u="none" cap="none" strike="noStrike">
                <a:solidFill>
                  <a:schemeClr val="dk1"/>
                </a:solidFill>
                <a:latin typeface="Corbel"/>
                <a:ea typeface="Corbel"/>
                <a:cs typeface="Corbel"/>
                <a:sym typeface="Corbel"/>
              </a:defRPr>
            </a:lvl1pPr>
            <a:lvl2pPr indent="-342900" lvl="1" marL="914400" marR="0" rtl="0" algn="l">
              <a:spcBef>
                <a:spcPts val="400"/>
              </a:spcBef>
              <a:spcAft>
                <a:spcPts val="0"/>
              </a:spcAft>
              <a:buClr>
                <a:schemeClr val="accent2"/>
              </a:buClr>
              <a:buSzPts val="1800"/>
              <a:buFont typeface="Noto Sans Symbols"/>
              <a:buChar char="▪"/>
              <a:defRPr b="0" i="0" sz="2000" u="none" cap="none" strike="noStrike">
                <a:solidFill>
                  <a:schemeClr val="dk1"/>
                </a:solidFill>
                <a:latin typeface="Corbel"/>
                <a:ea typeface="Corbel"/>
                <a:cs typeface="Corbel"/>
                <a:sym typeface="Corbel"/>
              </a:defRPr>
            </a:lvl2pPr>
            <a:lvl3pPr indent="-342900" lvl="2" marL="1371600" marR="0" rtl="0" algn="l">
              <a:spcBef>
                <a:spcPts val="360"/>
              </a:spcBef>
              <a:spcAft>
                <a:spcPts val="0"/>
              </a:spcAft>
              <a:buClr>
                <a:srgbClr val="E66C7D"/>
              </a:buClr>
              <a:buSzPts val="1800"/>
              <a:buFont typeface="Arial"/>
              <a:buChar char="▪"/>
              <a:defRPr b="0" i="0" sz="1800" u="none" cap="none" strike="noStrike">
                <a:solidFill>
                  <a:schemeClr val="dk1"/>
                </a:solidFill>
                <a:latin typeface="Corbel"/>
                <a:ea typeface="Corbel"/>
                <a:cs typeface="Corbel"/>
                <a:sym typeface="Corbel"/>
              </a:defRPr>
            </a:lvl3pPr>
            <a:lvl4pPr indent="-330200" lvl="3" marL="1828800" marR="0" rtl="0" algn="l">
              <a:spcBef>
                <a:spcPts val="320"/>
              </a:spcBef>
              <a:spcAft>
                <a:spcPts val="0"/>
              </a:spcAft>
              <a:buClr>
                <a:srgbClr val="6BB76D"/>
              </a:buClr>
              <a:buSzPts val="1600"/>
              <a:buFont typeface="Arial"/>
              <a:buChar char="▪"/>
              <a:defRPr b="0" i="0" sz="1600" u="none" cap="none" strike="noStrike">
                <a:solidFill>
                  <a:schemeClr val="dk1"/>
                </a:solidFill>
                <a:latin typeface="Corbel"/>
                <a:ea typeface="Corbel"/>
                <a:cs typeface="Corbel"/>
                <a:sym typeface="Corbel"/>
              </a:defRPr>
            </a:lvl4pPr>
            <a:lvl5pPr indent="-330200" lvl="4" marL="2286000" marR="0" rtl="0" algn="l">
              <a:spcBef>
                <a:spcPts val="320"/>
              </a:spcBef>
              <a:spcAft>
                <a:spcPts val="0"/>
              </a:spcAft>
              <a:buClr>
                <a:srgbClr val="E88651"/>
              </a:buClr>
              <a:buSzPts val="1600"/>
              <a:buFont typeface="Noto Sans Symbols"/>
              <a:buChar char="•"/>
              <a:defRPr b="0" i="0" sz="1600" u="none" cap="none" strike="noStrike">
                <a:solidFill>
                  <a:schemeClr val="dk1"/>
                </a:solidFill>
                <a:latin typeface="Corbel"/>
                <a:ea typeface="Corbel"/>
                <a:cs typeface="Corbel"/>
                <a:sym typeface="Corbel"/>
              </a:defRPr>
            </a:lvl5pPr>
            <a:lvl6pPr indent="-330200" lvl="5" marL="2743200" marR="0" rtl="0" algn="l">
              <a:spcBef>
                <a:spcPts val="320"/>
              </a:spcBef>
              <a:spcAft>
                <a:spcPts val="0"/>
              </a:spcAft>
              <a:buClr>
                <a:schemeClr val="accent6"/>
              </a:buClr>
              <a:buSzPts val="1600"/>
              <a:buFont typeface="Noto Sans Symbols"/>
              <a:buChar char="⚫"/>
              <a:defRPr b="0" i="0" sz="1600" u="none" cap="none" strike="noStrike">
                <a:solidFill>
                  <a:schemeClr val="dk1"/>
                </a:solidFill>
                <a:latin typeface="Corbel"/>
                <a:ea typeface="Corbel"/>
                <a:cs typeface="Corbel"/>
                <a:sym typeface="Corbel"/>
              </a:defRPr>
            </a:lvl6pPr>
            <a:lvl7pPr indent="-330200" lvl="6" marL="3200400" marR="0" rtl="0" algn="l">
              <a:spcBef>
                <a:spcPts val="320"/>
              </a:spcBef>
              <a:spcAft>
                <a:spcPts val="0"/>
              </a:spcAft>
              <a:buClr>
                <a:schemeClr val="accent1"/>
              </a:buClr>
              <a:buSzPts val="1600"/>
              <a:buFont typeface="Noto Sans Symbols"/>
              <a:buChar char="⚫"/>
              <a:defRPr b="0" i="0" sz="1600" u="none" cap="none" strike="noStrike">
                <a:solidFill>
                  <a:schemeClr val="dk1"/>
                </a:solidFill>
                <a:latin typeface="Corbel"/>
                <a:ea typeface="Corbel"/>
                <a:cs typeface="Corbel"/>
                <a:sym typeface="Corbel"/>
              </a:defRPr>
            </a:lvl7pPr>
            <a:lvl8pPr indent="-330200" lvl="7" marL="3657600" marR="0" rtl="0" algn="l">
              <a:spcBef>
                <a:spcPts val="320"/>
              </a:spcBef>
              <a:spcAft>
                <a:spcPts val="0"/>
              </a:spcAft>
              <a:buClr>
                <a:schemeClr val="accent2"/>
              </a:buClr>
              <a:buSzPts val="1600"/>
              <a:buFont typeface="Noto Sans Symbols"/>
              <a:buChar char="⚫"/>
              <a:defRPr b="0" i="0" sz="1600" u="none" cap="none" strike="noStrike">
                <a:solidFill>
                  <a:schemeClr val="dk1"/>
                </a:solidFill>
                <a:latin typeface="Corbel"/>
                <a:ea typeface="Corbel"/>
                <a:cs typeface="Corbel"/>
                <a:sym typeface="Corbel"/>
              </a:defRPr>
            </a:lvl8pPr>
            <a:lvl9pPr indent="-330200" lvl="8" marL="4114800" marR="0" rtl="0" algn="l">
              <a:spcBef>
                <a:spcPts val="320"/>
              </a:spcBef>
              <a:spcAft>
                <a:spcPts val="0"/>
              </a:spcAft>
              <a:buClr>
                <a:schemeClr val="accent3"/>
              </a:buClr>
              <a:buSzPts val="1600"/>
              <a:buFont typeface="Noto Sans Symbols"/>
              <a:buChar char="⚫"/>
              <a:defRPr b="0" i="0" sz="1600" u="none" cap="none" strike="noStrike">
                <a:solidFill>
                  <a:schemeClr val="dk1"/>
                </a:solidFill>
                <a:latin typeface="Corbel"/>
                <a:ea typeface="Corbel"/>
                <a:cs typeface="Corbel"/>
                <a:sym typeface="Corbel"/>
              </a:defRPr>
            </a:lvl9pPr>
          </a:lstStyle>
          <a:p/>
        </p:txBody>
      </p:sp>
      <p:sp>
        <p:nvSpPr>
          <p:cNvPr id="52" name="Google Shape;52;p6"/>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3" name="Google Shape;53;p6"/>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4" name="Google Shape;54;p6"/>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7"/>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57" name="Google Shape;57;p7"/>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8" name="Google Shape;58;p7"/>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9" name="Google Shape;59;p7"/>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0" name="Shape 60"/>
        <p:cNvGrpSpPr/>
        <p:nvPr/>
      </p:nvGrpSpPr>
      <p:grpSpPr>
        <a:xfrm>
          <a:off x="0" y="0"/>
          <a:ext cx="0" cy="0"/>
          <a:chOff x="0" y="0"/>
          <a:chExt cx="0" cy="0"/>
        </a:xfrm>
      </p:grpSpPr>
      <p:sp>
        <p:nvSpPr>
          <p:cNvPr id="61" name="Google Shape;61;p8"/>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62" name="Google Shape;62;p8"/>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63" name="Google Shape;63;p8"/>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9"/>
          <p:cNvSpPr/>
          <p:nvPr/>
        </p:nvSpPr>
        <p:spPr>
          <a:xfrm>
            <a:off x="2855520" y="0"/>
            <a:ext cx="46200" cy="1090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66" name="Google Shape;66;p9"/>
          <p:cNvSpPr/>
          <p:nvPr/>
        </p:nvSpPr>
        <p:spPr>
          <a:xfrm>
            <a:off x="2855520" y="0"/>
            <a:ext cx="46200" cy="1090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67" name="Google Shape;67;p9"/>
          <p:cNvSpPr txBox="1"/>
          <p:nvPr>
            <p:ph type="title"/>
          </p:nvPr>
        </p:nvSpPr>
        <p:spPr>
          <a:xfrm>
            <a:off x="167838" y="114300"/>
            <a:ext cx="2523600" cy="733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20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68" name="Google Shape;68;p9"/>
          <p:cNvSpPr txBox="1"/>
          <p:nvPr>
            <p:ph idx="1" type="body"/>
          </p:nvPr>
        </p:nvSpPr>
        <p:spPr>
          <a:xfrm>
            <a:off x="3019378" y="1307350"/>
            <a:ext cx="5920500" cy="34191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55600" lvl="6" marL="3200400" marR="0" rtl="0" algn="l">
              <a:spcBef>
                <a:spcPts val="400"/>
              </a:spcBef>
              <a:spcAft>
                <a:spcPts val="0"/>
              </a:spcAft>
              <a:buClr>
                <a:schemeClr val="accent1"/>
              </a:buClr>
              <a:buSzPts val="2000"/>
              <a:buFont typeface="Noto Sans Symbols"/>
              <a:buChar char="⚫"/>
              <a:defRPr b="0" i="0" sz="2000" u="none" cap="none" strike="noStrike">
                <a:solidFill>
                  <a:schemeClr val="dk1"/>
                </a:solidFill>
                <a:latin typeface="Corbel"/>
                <a:ea typeface="Corbel"/>
                <a:cs typeface="Corbel"/>
                <a:sym typeface="Corbel"/>
              </a:defRPr>
            </a:lvl7pPr>
            <a:lvl8pPr indent="-355600" lvl="7" marL="3657600" marR="0" rtl="0" algn="l">
              <a:spcBef>
                <a:spcPts val="400"/>
              </a:spcBef>
              <a:spcAft>
                <a:spcPts val="0"/>
              </a:spcAft>
              <a:buClr>
                <a:schemeClr val="accent2"/>
              </a:buClr>
              <a:buSzPts val="2000"/>
              <a:buFont typeface="Noto Sans Symbols"/>
              <a:buChar char="⚫"/>
              <a:defRPr b="0" i="0" sz="2000" u="none" cap="none" strike="noStrike">
                <a:solidFill>
                  <a:schemeClr val="dk1"/>
                </a:solidFill>
                <a:latin typeface="Corbel"/>
                <a:ea typeface="Corbel"/>
                <a:cs typeface="Corbel"/>
                <a:sym typeface="Corbel"/>
              </a:defRPr>
            </a:lvl8pPr>
            <a:lvl9pPr indent="-355600" lvl="8" marL="4114800" marR="0" rtl="0" algn="l">
              <a:spcBef>
                <a:spcPts val="400"/>
              </a:spcBef>
              <a:spcAft>
                <a:spcPts val="0"/>
              </a:spcAft>
              <a:buClr>
                <a:schemeClr val="accent3"/>
              </a:buClr>
              <a:buSzPts val="2000"/>
              <a:buFont typeface="Noto Sans Symbols"/>
              <a:buChar char="⚫"/>
              <a:defRPr b="0" i="0" sz="2000" u="none" cap="none" strike="noStrike">
                <a:solidFill>
                  <a:schemeClr val="dk1"/>
                </a:solidFill>
                <a:latin typeface="Corbel"/>
                <a:ea typeface="Corbel"/>
                <a:cs typeface="Corbel"/>
                <a:sym typeface="Corbel"/>
              </a:defRPr>
            </a:lvl9pPr>
          </a:lstStyle>
          <a:p/>
        </p:txBody>
      </p:sp>
      <p:sp>
        <p:nvSpPr>
          <p:cNvPr id="69" name="Google Shape;69;p9"/>
          <p:cNvSpPr txBox="1"/>
          <p:nvPr>
            <p:ph idx="2" type="body"/>
          </p:nvPr>
        </p:nvSpPr>
        <p:spPr>
          <a:xfrm>
            <a:off x="167839" y="1297514"/>
            <a:ext cx="2469000" cy="34290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0" i="0" sz="1400" u="none" cap="none" strike="noStrike">
                <a:solidFill>
                  <a:schemeClr val="dk1"/>
                </a:solidFill>
                <a:latin typeface="Corbel"/>
                <a:ea typeface="Corbel"/>
                <a:cs typeface="Corbel"/>
                <a:sym typeface="Corbel"/>
              </a:defRPr>
            </a:lvl1pPr>
            <a:lvl2pPr indent="-228600" lvl="1" marL="914400" marR="0" rtl="0" algn="l">
              <a:spcBef>
                <a:spcPts val="240"/>
              </a:spcBef>
              <a:spcAft>
                <a:spcPts val="0"/>
              </a:spcAft>
              <a:buClr>
                <a:schemeClr val="accent2"/>
              </a:buClr>
              <a:buSzPts val="2520"/>
              <a:buFont typeface="Noto Sans Symbols"/>
              <a:buNone/>
              <a:defRPr b="0" i="0" sz="1200" u="none" cap="none" strike="noStrike">
                <a:solidFill>
                  <a:schemeClr val="dk1"/>
                </a:solidFill>
                <a:latin typeface="Corbel"/>
                <a:ea typeface="Corbel"/>
                <a:cs typeface="Corbel"/>
                <a:sym typeface="Corbel"/>
              </a:defRPr>
            </a:lvl2pPr>
            <a:lvl3pPr indent="-228600" lvl="2" marL="1371600" marR="0" rtl="0" algn="l">
              <a:spcBef>
                <a:spcPts val="200"/>
              </a:spcBef>
              <a:spcAft>
                <a:spcPts val="0"/>
              </a:spcAft>
              <a:buClr>
                <a:srgbClr val="E66C7D"/>
              </a:buClr>
              <a:buSzPts val="2400"/>
              <a:buFont typeface="Arial"/>
              <a:buNone/>
              <a:defRPr b="0" i="0" sz="1000" u="none" cap="none" strike="noStrike">
                <a:solidFill>
                  <a:schemeClr val="dk1"/>
                </a:solidFill>
                <a:latin typeface="Corbel"/>
                <a:ea typeface="Corbel"/>
                <a:cs typeface="Corbel"/>
                <a:sym typeface="Corbel"/>
              </a:defRPr>
            </a:lvl3pPr>
            <a:lvl4pPr indent="-228600" lvl="3" marL="1828800" marR="0" rtl="0" algn="l">
              <a:spcBef>
                <a:spcPts val="180"/>
              </a:spcBef>
              <a:spcAft>
                <a:spcPts val="0"/>
              </a:spcAft>
              <a:buClr>
                <a:srgbClr val="6BB76D"/>
              </a:buClr>
              <a:buSzPts val="2000"/>
              <a:buFont typeface="Arial"/>
              <a:buNone/>
              <a:defRPr b="0" i="0" sz="900" u="none" cap="none" strike="noStrike">
                <a:solidFill>
                  <a:schemeClr val="dk1"/>
                </a:solidFill>
                <a:latin typeface="Corbel"/>
                <a:ea typeface="Corbel"/>
                <a:cs typeface="Corbel"/>
                <a:sym typeface="Corbel"/>
              </a:defRPr>
            </a:lvl4pPr>
            <a:lvl5pPr indent="-228600" lvl="4" marL="2286000" marR="0" rtl="0" algn="l">
              <a:spcBef>
                <a:spcPts val="180"/>
              </a:spcBef>
              <a:spcAft>
                <a:spcPts val="0"/>
              </a:spcAft>
              <a:buClr>
                <a:srgbClr val="E88651"/>
              </a:buClr>
              <a:buSzPts val="2000"/>
              <a:buFont typeface="Noto Sans Symbols"/>
              <a:buNone/>
              <a:defRPr b="0" i="0" sz="900" u="none" cap="none" strike="noStrike">
                <a:solidFill>
                  <a:schemeClr val="dk1"/>
                </a:solidFill>
                <a:latin typeface="Corbel"/>
                <a:ea typeface="Corbel"/>
                <a:cs typeface="Corbel"/>
                <a:sym typeface="Corbel"/>
              </a:defRPr>
            </a:lvl5pPr>
            <a:lvl6pPr indent="-228600" lvl="5" marL="2743200" marR="0" rtl="0" algn="l">
              <a:spcBef>
                <a:spcPts val="180"/>
              </a:spcBef>
              <a:spcAft>
                <a:spcPts val="0"/>
              </a:spcAft>
              <a:buClr>
                <a:schemeClr val="accent6"/>
              </a:buClr>
              <a:buSzPts val="2000"/>
              <a:buFont typeface="Noto Sans Symbols"/>
              <a:buNone/>
              <a:defRPr b="0" i="0" sz="900" u="none" cap="none" strike="noStrike">
                <a:solidFill>
                  <a:schemeClr val="dk1"/>
                </a:solidFill>
                <a:latin typeface="Corbel"/>
                <a:ea typeface="Corbel"/>
                <a:cs typeface="Corbel"/>
                <a:sym typeface="Corbel"/>
              </a:defRPr>
            </a:lvl6pPr>
            <a:lvl7pPr indent="-228600" lvl="6" marL="3200400" marR="0" rtl="0" algn="l">
              <a:spcBef>
                <a:spcPts val="180"/>
              </a:spcBef>
              <a:spcAft>
                <a:spcPts val="0"/>
              </a:spcAft>
              <a:buClr>
                <a:schemeClr val="accent1"/>
              </a:buClr>
              <a:buSzPts val="1800"/>
              <a:buFont typeface="Noto Sans Symbols"/>
              <a:buNone/>
              <a:defRPr b="0" i="0" sz="900" u="none" cap="none" strike="noStrike">
                <a:solidFill>
                  <a:schemeClr val="dk1"/>
                </a:solidFill>
                <a:latin typeface="Corbel"/>
                <a:ea typeface="Corbel"/>
                <a:cs typeface="Corbel"/>
                <a:sym typeface="Corbel"/>
              </a:defRPr>
            </a:lvl7pPr>
            <a:lvl8pPr indent="-228600" lvl="7" marL="3657600" marR="0" rtl="0" algn="l">
              <a:spcBef>
                <a:spcPts val="180"/>
              </a:spcBef>
              <a:spcAft>
                <a:spcPts val="0"/>
              </a:spcAft>
              <a:buClr>
                <a:schemeClr val="accent2"/>
              </a:buClr>
              <a:buSzPts val="1800"/>
              <a:buFont typeface="Noto Sans Symbols"/>
              <a:buNone/>
              <a:defRPr b="0" i="0" sz="900" u="none" cap="none" strike="noStrike">
                <a:solidFill>
                  <a:schemeClr val="dk1"/>
                </a:solidFill>
                <a:latin typeface="Corbel"/>
                <a:ea typeface="Corbel"/>
                <a:cs typeface="Corbel"/>
                <a:sym typeface="Corbel"/>
              </a:defRPr>
            </a:lvl8pPr>
            <a:lvl9pPr indent="-228600" lvl="8" marL="4114800" marR="0" rtl="0" algn="l">
              <a:spcBef>
                <a:spcPts val="180"/>
              </a:spcBef>
              <a:spcAft>
                <a:spcPts val="0"/>
              </a:spcAft>
              <a:buClr>
                <a:schemeClr val="accent3"/>
              </a:buClr>
              <a:buSzPts val="1800"/>
              <a:buFont typeface="Noto Sans Symbols"/>
              <a:buNone/>
              <a:defRPr b="0" i="0" sz="900" u="none" cap="none" strike="noStrike">
                <a:solidFill>
                  <a:schemeClr val="dk1"/>
                </a:solidFill>
                <a:latin typeface="Corbel"/>
                <a:ea typeface="Corbel"/>
                <a:cs typeface="Corbel"/>
                <a:sym typeface="Corbel"/>
              </a:defRPr>
            </a:lvl9pPr>
          </a:lstStyle>
          <a:p/>
        </p:txBody>
      </p:sp>
      <p:sp>
        <p:nvSpPr>
          <p:cNvPr id="70" name="Google Shape;70;p9"/>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71" name="Google Shape;71;p9"/>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72" name="Google Shape;72;p9"/>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solidFill>
          <a:schemeClr val="lt2"/>
        </a:solidFill>
      </p:bgPr>
    </p:bg>
    <p:spTree>
      <p:nvGrpSpPr>
        <p:cNvPr id="73" name="Shape 73"/>
        <p:cNvGrpSpPr/>
        <p:nvPr/>
      </p:nvGrpSpPr>
      <p:grpSpPr>
        <a:xfrm>
          <a:off x="0" y="0"/>
          <a:ext cx="0" cy="0"/>
          <a:chOff x="0" y="0"/>
          <a:chExt cx="0" cy="0"/>
        </a:xfrm>
      </p:grpSpPr>
      <p:sp>
        <p:nvSpPr>
          <p:cNvPr id="74" name="Google Shape;74;p10"/>
          <p:cNvSpPr/>
          <p:nvPr/>
        </p:nvSpPr>
        <p:spPr>
          <a:xfrm>
            <a:off x="2855520" y="0"/>
            <a:ext cx="46200" cy="5143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75" name="Google Shape;75;p10"/>
          <p:cNvSpPr/>
          <p:nvPr/>
        </p:nvSpPr>
        <p:spPr>
          <a:xfrm>
            <a:off x="2855520" y="0"/>
            <a:ext cx="46200" cy="5143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76" name="Google Shape;76;p10"/>
          <p:cNvSpPr txBox="1"/>
          <p:nvPr>
            <p:ph type="title"/>
          </p:nvPr>
        </p:nvSpPr>
        <p:spPr>
          <a:xfrm>
            <a:off x="164592" y="116586"/>
            <a:ext cx="2525100" cy="733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20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77" name="Google Shape;77;p10"/>
          <p:cNvSpPr/>
          <p:nvPr>
            <p:ph idx="2" type="pic"/>
          </p:nvPr>
        </p:nvSpPr>
        <p:spPr>
          <a:xfrm>
            <a:off x="2903806" y="1113607"/>
            <a:ext cx="6247500" cy="4029900"/>
          </a:xfrm>
          <a:prstGeom prst="rect">
            <a:avLst/>
          </a:prstGeom>
          <a:solidFill>
            <a:srgbClr val="BABABB"/>
          </a:solidFill>
          <a:ln>
            <a:noFill/>
          </a:ln>
        </p:spPr>
        <p:txBody>
          <a:bodyPr anchorCtr="0" anchor="t" bIns="91425" lIns="91425" spcFirstLastPara="1" rIns="91425" wrap="square" tIns="91425">
            <a:noAutofit/>
          </a:bodyPr>
          <a:lstStyle>
            <a:lvl1pPr indent="0" lvl="0" marL="0" marR="0" rtl="0" algn="l">
              <a:spcBef>
                <a:spcPts val="0"/>
              </a:spcBef>
              <a:spcAft>
                <a:spcPts val="0"/>
              </a:spcAft>
              <a:buClr>
                <a:schemeClr val="accent1"/>
              </a:buClr>
              <a:buSzPts val="1400"/>
              <a:buFont typeface="Noto Sans Symbols"/>
              <a:buNone/>
              <a:defRPr b="0" i="0" sz="3200" u="none" cap="none" strike="noStrike">
                <a:solidFill>
                  <a:schemeClr val="dk1"/>
                </a:solidFill>
                <a:latin typeface="Corbel"/>
                <a:ea typeface="Corbel"/>
                <a:cs typeface="Corbel"/>
                <a:sym typeface="Corbel"/>
              </a:defRPr>
            </a:lvl1pPr>
            <a:lvl2pPr indent="-12653" lvl="1" marL="457153" marR="0" rtl="0" algn="l">
              <a:spcBef>
                <a:spcPts val="560"/>
              </a:spcBef>
              <a:spcAft>
                <a:spcPts val="0"/>
              </a:spcAft>
              <a:buClr>
                <a:schemeClr val="accent2"/>
              </a:buClr>
              <a:buSzPts val="1400"/>
              <a:buFont typeface="Noto Sans Symbols"/>
              <a:buNone/>
              <a:defRPr b="0" i="0" sz="2800" u="none" cap="none" strike="noStrike">
                <a:solidFill>
                  <a:schemeClr val="dk1"/>
                </a:solidFill>
                <a:latin typeface="Corbel"/>
                <a:ea typeface="Corbel"/>
                <a:cs typeface="Corbel"/>
                <a:sym typeface="Corbel"/>
              </a:defRPr>
            </a:lvl2pPr>
            <a:lvl3pPr indent="-12605" lvl="2" marL="914305" marR="0" rtl="0" algn="l">
              <a:spcBef>
                <a:spcPts val="480"/>
              </a:spcBef>
              <a:spcAft>
                <a:spcPts val="0"/>
              </a:spcAft>
              <a:buClr>
                <a:srgbClr val="E66C7D"/>
              </a:buClr>
              <a:buSzPts val="1400"/>
              <a:buFont typeface="Arial"/>
              <a:buNone/>
              <a:defRPr b="0" i="0" sz="2400" u="none" cap="none" strike="noStrike">
                <a:solidFill>
                  <a:schemeClr val="dk1"/>
                </a:solidFill>
                <a:latin typeface="Corbel"/>
                <a:ea typeface="Corbel"/>
                <a:cs typeface="Corbel"/>
                <a:sym typeface="Corbel"/>
              </a:defRPr>
            </a:lvl3pPr>
            <a:lvl4pPr indent="-12557" lvl="3" marL="1371458" marR="0" rtl="0" algn="l">
              <a:spcBef>
                <a:spcPts val="400"/>
              </a:spcBef>
              <a:spcAft>
                <a:spcPts val="0"/>
              </a:spcAft>
              <a:buClr>
                <a:srgbClr val="6BB76D"/>
              </a:buClr>
              <a:buSzPts val="1400"/>
              <a:buFont typeface="Arial"/>
              <a:buNone/>
              <a:defRPr b="0" i="0" sz="2000" u="none" cap="none" strike="noStrike">
                <a:solidFill>
                  <a:schemeClr val="dk1"/>
                </a:solidFill>
                <a:latin typeface="Corbel"/>
                <a:ea typeface="Corbel"/>
                <a:cs typeface="Corbel"/>
                <a:sym typeface="Corbel"/>
              </a:defRPr>
            </a:lvl4pPr>
            <a:lvl5pPr indent="-12510" lvl="4" marL="1828610" marR="0" rtl="0" algn="l">
              <a:spcBef>
                <a:spcPts val="400"/>
              </a:spcBef>
              <a:spcAft>
                <a:spcPts val="0"/>
              </a:spcAft>
              <a:buClr>
                <a:srgbClr val="E88651"/>
              </a:buClr>
              <a:buSzPts val="1400"/>
              <a:buFont typeface="Noto Sans Symbols"/>
              <a:buNone/>
              <a:defRPr b="0" i="0" sz="2000" u="none" cap="none" strike="noStrike">
                <a:solidFill>
                  <a:schemeClr val="dk1"/>
                </a:solidFill>
                <a:latin typeface="Corbel"/>
                <a:ea typeface="Corbel"/>
                <a:cs typeface="Corbel"/>
                <a:sym typeface="Corbel"/>
              </a:defRPr>
            </a:lvl5pPr>
            <a:lvl6pPr indent="-12462" lvl="5" marL="2285763" marR="0" rtl="0" algn="l">
              <a:spcBef>
                <a:spcPts val="400"/>
              </a:spcBef>
              <a:spcAft>
                <a:spcPts val="0"/>
              </a:spcAft>
              <a:buClr>
                <a:schemeClr val="accent6"/>
              </a:buClr>
              <a:buSzPts val="1400"/>
              <a:buFont typeface="Noto Sans Symbols"/>
              <a:buNone/>
              <a:defRPr b="0" i="0" sz="2000" u="none" cap="none" strike="noStrike">
                <a:solidFill>
                  <a:schemeClr val="dk1"/>
                </a:solidFill>
                <a:latin typeface="Corbel"/>
                <a:ea typeface="Corbel"/>
                <a:cs typeface="Corbel"/>
                <a:sym typeface="Corbel"/>
              </a:defRPr>
            </a:lvl6pPr>
            <a:lvl7pPr indent="-12414" lvl="6" marL="2742915" marR="0" rtl="0" algn="l">
              <a:spcBef>
                <a:spcPts val="400"/>
              </a:spcBef>
              <a:spcAft>
                <a:spcPts val="0"/>
              </a:spcAft>
              <a:buClr>
                <a:schemeClr val="accent1"/>
              </a:buClr>
              <a:buSzPts val="1400"/>
              <a:buFont typeface="Noto Sans Symbols"/>
              <a:buNone/>
              <a:defRPr b="0" i="0" sz="2000" u="none" cap="none" strike="noStrike">
                <a:solidFill>
                  <a:schemeClr val="dk1"/>
                </a:solidFill>
                <a:latin typeface="Corbel"/>
                <a:ea typeface="Corbel"/>
                <a:cs typeface="Corbel"/>
                <a:sym typeface="Corbel"/>
              </a:defRPr>
            </a:lvl7pPr>
            <a:lvl8pPr indent="-12368" lvl="7" marL="3200068" marR="0" rtl="0" algn="l">
              <a:spcBef>
                <a:spcPts val="400"/>
              </a:spcBef>
              <a:spcAft>
                <a:spcPts val="0"/>
              </a:spcAft>
              <a:buClr>
                <a:schemeClr val="accent2"/>
              </a:buClr>
              <a:buSzPts val="1400"/>
              <a:buFont typeface="Noto Sans Symbols"/>
              <a:buNone/>
              <a:defRPr b="0" i="0" sz="2000" u="none" cap="none" strike="noStrike">
                <a:solidFill>
                  <a:schemeClr val="dk1"/>
                </a:solidFill>
                <a:latin typeface="Corbel"/>
                <a:ea typeface="Corbel"/>
                <a:cs typeface="Corbel"/>
                <a:sym typeface="Corbel"/>
              </a:defRPr>
            </a:lvl8pPr>
            <a:lvl9pPr indent="-12320" lvl="8" marL="3657220" marR="0" rtl="0" algn="l">
              <a:spcBef>
                <a:spcPts val="400"/>
              </a:spcBef>
              <a:spcAft>
                <a:spcPts val="0"/>
              </a:spcAft>
              <a:buClr>
                <a:schemeClr val="accent3"/>
              </a:buClr>
              <a:buSzPts val="1400"/>
              <a:buFont typeface="Noto Sans Symbols"/>
              <a:buNone/>
              <a:defRPr b="0" i="0" sz="2000" u="none" cap="none" strike="noStrike">
                <a:solidFill>
                  <a:schemeClr val="dk1"/>
                </a:solidFill>
                <a:latin typeface="Corbel"/>
                <a:ea typeface="Corbel"/>
                <a:cs typeface="Corbel"/>
                <a:sym typeface="Corbel"/>
              </a:defRPr>
            </a:lvl9pPr>
          </a:lstStyle>
          <a:p/>
        </p:txBody>
      </p:sp>
      <p:sp>
        <p:nvSpPr>
          <p:cNvPr id="78" name="Google Shape;78;p10"/>
          <p:cNvSpPr txBox="1"/>
          <p:nvPr>
            <p:ph idx="1" type="body"/>
          </p:nvPr>
        </p:nvSpPr>
        <p:spPr>
          <a:xfrm>
            <a:off x="164592" y="1296162"/>
            <a:ext cx="2469000" cy="34290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0" i="0" sz="1400" u="none" cap="none" strike="noStrike">
                <a:solidFill>
                  <a:schemeClr val="dk1"/>
                </a:solidFill>
                <a:latin typeface="Corbel"/>
                <a:ea typeface="Corbel"/>
                <a:cs typeface="Corbel"/>
                <a:sym typeface="Corbel"/>
              </a:defRPr>
            </a:lvl1pPr>
            <a:lvl2pPr indent="-228600" lvl="1" marL="914400" marR="0" rtl="0" algn="l">
              <a:spcBef>
                <a:spcPts val="240"/>
              </a:spcBef>
              <a:spcAft>
                <a:spcPts val="0"/>
              </a:spcAft>
              <a:buClr>
                <a:schemeClr val="accent2"/>
              </a:buClr>
              <a:buSzPts val="2520"/>
              <a:buFont typeface="Noto Sans Symbols"/>
              <a:buNone/>
              <a:defRPr b="0" i="0" sz="1200" u="none" cap="none" strike="noStrike">
                <a:solidFill>
                  <a:schemeClr val="dk1"/>
                </a:solidFill>
                <a:latin typeface="Corbel"/>
                <a:ea typeface="Corbel"/>
                <a:cs typeface="Corbel"/>
                <a:sym typeface="Corbel"/>
              </a:defRPr>
            </a:lvl2pPr>
            <a:lvl3pPr indent="-228600" lvl="2" marL="1371600" marR="0" rtl="0" algn="l">
              <a:spcBef>
                <a:spcPts val="200"/>
              </a:spcBef>
              <a:spcAft>
                <a:spcPts val="0"/>
              </a:spcAft>
              <a:buClr>
                <a:srgbClr val="E66C7D"/>
              </a:buClr>
              <a:buSzPts val="2400"/>
              <a:buFont typeface="Arial"/>
              <a:buNone/>
              <a:defRPr b="0" i="0" sz="1000" u="none" cap="none" strike="noStrike">
                <a:solidFill>
                  <a:schemeClr val="dk1"/>
                </a:solidFill>
                <a:latin typeface="Corbel"/>
                <a:ea typeface="Corbel"/>
                <a:cs typeface="Corbel"/>
                <a:sym typeface="Corbel"/>
              </a:defRPr>
            </a:lvl3pPr>
            <a:lvl4pPr indent="-228600" lvl="3" marL="1828800" marR="0" rtl="0" algn="l">
              <a:spcBef>
                <a:spcPts val="180"/>
              </a:spcBef>
              <a:spcAft>
                <a:spcPts val="0"/>
              </a:spcAft>
              <a:buClr>
                <a:srgbClr val="6BB76D"/>
              </a:buClr>
              <a:buSzPts val="2000"/>
              <a:buFont typeface="Arial"/>
              <a:buNone/>
              <a:defRPr b="0" i="0" sz="900" u="none" cap="none" strike="noStrike">
                <a:solidFill>
                  <a:schemeClr val="dk1"/>
                </a:solidFill>
                <a:latin typeface="Corbel"/>
                <a:ea typeface="Corbel"/>
                <a:cs typeface="Corbel"/>
                <a:sym typeface="Corbel"/>
              </a:defRPr>
            </a:lvl4pPr>
            <a:lvl5pPr indent="-228600" lvl="4" marL="2286000" marR="0" rtl="0" algn="l">
              <a:spcBef>
                <a:spcPts val="180"/>
              </a:spcBef>
              <a:spcAft>
                <a:spcPts val="0"/>
              </a:spcAft>
              <a:buClr>
                <a:srgbClr val="E88651"/>
              </a:buClr>
              <a:buSzPts val="2000"/>
              <a:buFont typeface="Noto Sans Symbols"/>
              <a:buNone/>
              <a:defRPr b="0" i="0" sz="900" u="none" cap="none" strike="noStrike">
                <a:solidFill>
                  <a:schemeClr val="dk1"/>
                </a:solidFill>
                <a:latin typeface="Corbel"/>
                <a:ea typeface="Corbel"/>
                <a:cs typeface="Corbel"/>
                <a:sym typeface="Corbel"/>
              </a:defRPr>
            </a:lvl5pPr>
            <a:lvl6pPr indent="-228600" lvl="5" marL="2743200" marR="0" rtl="0" algn="l">
              <a:spcBef>
                <a:spcPts val="180"/>
              </a:spcBef>
              <a:spcAft>
                <a:spcPts val="0"/>
              </a:spcAft>
              <a:buClr>
                <a:schemeClr val="accent6"/>
              </a:buClr>
              <a:buSzPts val="2000"/>
              <a:buFont typeface="Noto Sans Symbols"/>
              <a:buNone/>
              <a:defRPr b="0" i="0" sz="900" u="none" cap="none" strike="noStrike">
                <a:solidFill>
                  <a:schemeClr val="dk1"/>
                </a:solidFill>
                <a:latin typeface="Corbel"/>
                <a:ea typeface="Corbel"/>
                <a:cs typeface="Corbel"/>
                <a:sym typeface="Corbel"/>
              </a:defRPr>
            </a:lvl6pPr>
            <a:lvl7pPr indent="-228600" lvl="6" marL="3200400" marR="0" rtl="0" algn="l">
              <a:spcBef>
                <a:spcPts val="180"/>
              </a:spcBef>
              <a:spcAft>
                <a:spcPts val="0"/>
              </a:spcAft>
              <a:buClr>
                <a:schemeClr val="accent1"/>
              </a:buClr>
              <a:buSzPts val="1800"/>
              <a:buFont typeface="Noto Sans Symbols"/>
              <a:buNone/>
              <a:defRPr b="0" i="0" sz="900" u="none" cap="none" strike="noStrike">
                <a:solidFill>
                  <a:schemeClr val="dk1"/>
                </a:solidFill>
                <a:latin typeface="Corbel"/>
                <a:ea typeface="Corbel"/>
                <a:cs typeface="Corbel"/>
                <a:sym typeface="Corbel"/>
              </a:defRPr>
            </a:lvl7pPr>
            <a:lvl8pPr indent="-228600" lvl="7" marL="3657600" marR="0" rtl="0" algn="l">
              <a:spcBef>
                <a:spcPts val="180"/>
              </a:spcBef>
              <a:spcAft>
                <a:spcPts val="0"/>
              </a:spcAft>
              <a:buClr>
                <a:schemeClr val="accent2"/>
              </a:buClr>
              <a:buSzPts val="1800"/>
              <a:buFont typeface="Noto Sans Symbols"/>
              <a:buNone/>
              <a:defRPr b="0" i="0" sz="900" u="none" cap="none" strike="noStrike">
                <a:solidFill>
                  <a:schemeClr val="dk1"/>
                </a:solidFill>
                <a:latin typeface="Corbel"/>
                <a:ea typeface="Corbel"/>
                <a:cs typeface="Corbel"/>
                <a:sym typeface="Corbel"/>
              </a:defRPr>
            </a:lvl8pPr>
            <a:lvl9pPr indent="-228600" lvl="8" marL="4114800" marR="0" rtl="0" algn="l">
              <a:spcBef>
                <a:spcPts val="180"/>
              </a:spcBef>
              <a:spcAft>
                <a:spcPts val="0"/>
              </a:spcAft>
              <a:buClr>
                <a:schemeClr val="accent3"/>
              </a:buClr>
              <a:buSzPts val="1800"/>
              <a:buFont typeface="Noto Sans Symbols"/>
              <a:buNone/>
              <a:defRPr b="0" i="0" sz="900" u="none" cap="none" strike="noStrike">
                <a:solidFill>
                  <a:schemeClr val="dk1"/>
                </a:solidFill>
                <a:latin typeface="Corbel"/>
                <a:ea typeface="Corbel"/>
                <a:cs typeface="Corbel"/>
                <a:sym typeface="Corbel"/>
              </a:defRPr>
            </a:lvl9pPr>
          </a:lstStyle>
          <a:p/>
        </p:txBody>
      </p:sp>
      <p:sp>
        <p:nvSpPr>
          <p:cNvPr id="79" name="Google Shape;79;p10"/>
          <p:cNvSpPr txBox="1"/>
          <p:nvPr>
            <p:ph idx="10" type="dt"/>
          </p:nvPr>
        </p:nvSpPr>
        <p:spPr>
          <a:xfrm>
            <a:off x="164160" y="878132"/>
            <a:ext cx="2524200" cy="1500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0" name="Google Shape;80;p10"/>
          <p:cNvSpPr txBox="1"/>
          <p:nvPr>
            <p:ph idx="11" type="ftr"/>
          </p:nvPr>
        </p:nvSpPr>
        <p:spPr>
          <a:xfrm>
            <a:off x="3035521" y="878132"/>
            <a:ext cx="5194200" cy="1500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BABABA"/>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1" name="Google Shape;81;p10"/>
          <p:cNvSpPr txBox="1"/>
          <p:nvPr>
            <p:ph idx="12" type="sldNum"/>
          </p:nvPr>
        </p:nvSpPr>
        <p:spPr>
          <a:xfrm>
            <a:off x="8339041" y="878132"/>
            <a:ext cx="734400" cy="1500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11"/>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84" name="Google Shape;84;p11"/>
          <p:cNvSpPr txBox="1"/>
          <p:nvPr>
            <p:ph idx="1" type="body"/>
          </p:nvPr>
        </p:nvSpPr>
        <p:spPr>
          <a:xfrm rot="5400000">
            <a:off x="2837370" y="-1049170"/>
            <a:ext cx="3469200" cy="82311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85" name="Google Shape;85;p11"/>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6" name="Google Shape;86;p11"/>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7" name="Google Shape;87;p11"/>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8" name="Shape 88"/>
        <p:cNvGrpSpPr/>
        <p:nvPr/>
      </p:nvGrpSpPr>
      <p:grpSpPr>
        <a:xfrm>
          <a:off x="0" y="0"/>
          <a:ext cx="0" cy="0"/>
          <a:chOff x="0" y="0"/>
          <a:chExt cx="0" cy="0"/>
        </a:xfrm>
      </p:grpSpPr>
      <p:sp>
        <p:nvSpPr>
          <p:cNvPr id="89" name="Google Shape;89;p12"/>
          <p:cNvSpPr/>
          <p:nvPr/>
        </p:nvSpPr>
        <p:spPr>
          <a:xfrm>
            <a:off x="6599520" y="0"/>
            <a:ext cx="44700" cy="5143500"/>
          </a:xfrm>
          <a:prstGeom prst="rect">
            <a:avLst/>
          </a:prstGeom>
          <a:solidFill>
            <a:srgbClr val="FFFFFF"/>
          </a:solidFill>
          <a:ln>
            <a:noFill/>
          </a:ln>
          <a:effectLst>
            <a:outerShdw blurRad="31750" rotWithShape="0" algn="tl" dir="108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90" name="Google Shape;90;p12"/>
          <p:cNvSpPr/>
          <p:nvPr/>
        </p:nvSpPr>
        <p:spPr>
          <a:xfrm>
            <a:off x="6647041" y="0"/>
            <a:ext cx="2515800" cy="51435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91" name="Google Shape;91;p12"/>
          <p:cNvSpPr txBox="1"/>
          <p:nvPr>
            <p:ph type="title"/>
          </p:nvPr>
        </p:nvSpPr>
        <p:spPr>
          <a:xfrm rot="5400000">
            <a:off x="5539950" y="1447831"/>
            <a:ext cx="4388700" cy="19050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92" name="Google Shape;92;p12"/>
          <p:cNvSpPr txBox="1"/>
          <p:nvPr>
            <p:ph idx="1" type="body"/>
          </p:nvPr>
        </p:nvSpPr>
        <p:spPr>
          <a:xfrm rot="5400000">
            <a:off x="1272750" y="-586949"/>
            <a:ext cx="4388700" cy="60198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93" name="Google Shape;93;p12"/>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94" name="Google Shape;94;p12"/>
          <p:cNvSpPr txBox="1"/>
          <p:nvPr>
            <p:ph idx="11" type="ftr"/>
          </p:nvPr>
        </p:nvSpPr>
        <p:spPr>
          <a:xfrm>
            <a:off x="2640960" y="4782742"/>
            <a:ext cx="3836100" cy="2742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95" name="Google Shape;95;p12"/>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6" name="Shape 96"/>
        <p:cNvGrpSpPr/>
        <p:nvPr/>
      </p:nvGrpSpPr>
      <p:grpSpPr>
        <a:xfrm>
          <a:off x="0" y="0"/>
          <a:ext cx="0" cy="0"/>
          <a:chOff x="0" y="0"/>
          <a:chExt cx="0" cy="0"/>
        </a:xfrm>
      </p:grpSpPr>
      <p:sp>
        <p:nvSpPr>
          <p:cNvPr id="97" name="Google Shape;97;p13"/>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8" name="Google Shape;9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91160" lvl="0" marL="457200" rtl="0">
              <a:spcBef>
                <a:spcPts val="0"/>
              </a:spcBef>
              <a:spcAft>
                <a:spcPts val="0"/>
              </a:spcAft>
              <a:buSzPts val="2560"/>
              <a:buChar char="◼"/>
              <a:defRPr/>
            </a:lvl1pPr>
            <a:lvl2pPr indent="-388619" lvl="1" marL="914400" rtl="0">
              <a:spcBef>
                <a:spcPts val="560"/>
              </a:spcBef>
              <a:spcAft>
                <a:spcPts val="0"/>
              </a:spcAft>
              <a:buSzPts val="2520"/>
              <a:buChar char="▪"/>
              <a:defRPr/>
            </a:lvl2pPr>
            <a:lvl3pPr indent="-381000" lvl="2" marL="1371600" rtl="0">
              <a:spcBef>
                <a:spcPts val="480"/>
              </a:spcBef>
              <a:spcAft>
                <a:spcPts val="0"/>
              </a:spcAft>
              <a:buSzPts val="2400"/>
              <a:buChar char="▪"/>
              <a:defRPr/>
            </a:lvl3pPr>
            <a:lvl4pPr indent="-355600" lvl="3" marL="1828800" rtl="0">
              <a:spcBef>
                <a:spcPts val="400"/>
              </a:spcBef>
              <a:spcAft>
                <a:spcPts val="0"/>
              </a:spcAft>
              <a:buSzPts val="2000"/>
              <a:buChar char="▪"/>
              <a:defRPr/>
            </a:lvl4pPr>
            <a:lvl5pPr indent="-355600" lvl="4" marL="2286000" rtl="0">
              <a:spcBef>
                <a:spcPts val="400"/>
              </a:spcBef>
              <a:spcAft>
                <a:spcPts val="0"/>
              </a:spcAft>
              <a:buSzPts val="2000"/>
              <a:buChar char="•"/>
              <a:defRPr/>
            </a:lvl5pPr>
            <a:lvl6pPr indent="-355600" lvl="5" marL="2743200" rtl="0">
              <a:spcBef>
                <a:spcPts val="400"/>
              </a:spcBef>
              <a:spcAft>
                <a:spcPts val="0"/>
              </a:spcAft>
              <a:buSzPts val="2000"/>
              <a:buChar char="⚫"/>
              <a:defRPr/>
            </a:lvl6pPr>
            <a:lvl7pPr indent="-342900" lvl="6" marL="3200400" rtl="0">
              <a:spcBef>
                <a:spcPts val="360"/>
              </a:spcBef>
              <a:spcAft>
                <a:spcPts val="0"/>
              </a:spcAft>
              <a:buSzPts val="1800"/>
              <a:buChar char="⚫"/>
              <a:defRPr/>
            </a:lvl7pPr>
            <a:lvl8pPr indent="-342900" lvl="7" marL="3657600" rtl="0">
              <a:spcBef>
                <a:spcPts val="360"/>
              </a:spcBef>
              <a:spcAft>
                <a:spcPts val="0"/>
              </a:spcAft>
              <a:buSzPts val="1800"/>
              <a:buChar char="⚫"/>
              <a:defRPr/>
            </a:lvl8pPr>
            <a:lvl9pPr indent="-342900" lvl="8" marL="4114800" rtl="0">
              <a:spcBef>
                <a:spcPts val="360"/>
              </a:spcBef>
              <a:spcAft>
                <a:spcPts val="0"/>
              </a:spcAft>
              <a:buSzPts val="1800"/>
              <a:buChar char="⚫"/>
              <a:defRPr/>
            </a:lvl9pPr>
          </a:lstStyle>
          <a:p/>
        </p:txBody>
      </p:sp>
      <p:sp>
        <p:nvSpPr>
          <p:cNvPr id="99" name="Google Shape;99;p13"/>
          <p:cNvSpPr txBox="1"/>
          <p:nvPr>
            <p:ph idx="12" type="sldNum"/>
          </p:nvPr>
        </p:nvSpPr>
        <p:spPr>
          <a:xfrm>
            <a:off x="8472458" y="4663217"/>
            <a:ext cx="548700" cy="393600"/>
          </a:xfrm>
          <a:prstGeom prst="rect">
            <a:avLst/>
          </a:prstGeom>
        </p:spPr>
        <p:txBody>
          <a:bodyPr anchorCtr="0" anchor="b" bIns="0" lIns="91425" spcFirstLastPara="1" rIns="91425" wrap="square" tIns="4570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4" name="Shape 104"/>
        <p:cNvGrpSpPr/>
        <p:nvPr/>
      </p:nvGrpSpPr>
      <p:grpSpPr>
        <a:xfrm>
          <a:off x="0" y="0"/>
          <a:ext cx="0" cy="0"/>
          <a:chOff x="0" y="0"/>
          <a:chExt cx="0" cy="0"/>
        </a:xfrm>
      </p:grpSpPr>
      <p:sp>
        <p:nvSpPr>
          <p:cNvPr id="105" name="Google Shape;10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6" name="Google Shape;10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7" name="Google Shape;10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8" name="Shape 108"/>
        <p:cNvGrpSpPr/>
        <p:nvPr/>
      </p:nvGrpSpPr>
      <p:grpSpPr>
        <a:xfrm>
          <a:off x="0" y="0"/>
          <a:ext cx="0" cy="0"/>
          <a:chOff x="0" y="0"/>
          <a:chExt cx="0" cy="0"/>
        </a:xfrm>
      </p:grpSpPr>
      <p:sp>
        <p:nvSpPr>
          <p:cNvPr id="109" name="Google Shape;109;p1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10" name="Google Shape;110;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1" name="Shape 111"/>
        <p:cNvGrpSpPr/>
        <p:nvPr/>
      </p:nvGrpSpPr>
      <p:grpSpPr>
        <a:xfrm>
          <a:off x="0" y="0"/>
          <a:ext cx="0" cy="0"/>
          <a:chOff x="0" y="0"/>
          <a:chExt cx="0" cy="0"/>
        </a:xfrm>
      </p:grpSpPr>
      <p:sp>
        <p:nvSpPr>
          <p:cNvPr id="112" name="Google Shape;112;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3" name="Google Shape;113;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14" name="Google Shape;114;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5" name="Shape 115"/>
        <p:cNvGrpSpPr/>
        <p:nvPr/>
      </p:nvGrpSpPr>
      <p:grpSpPr>
        <a:xfrm>
          <a:off x="0" y="0"/>
          <a:ext cx="0" cy="0"/>
          <a:chOff x="0" y="0"/>
          <a:chExt cx="0" cy="0"/>
        </a:xfrm>
      </p:grpSpPr>
      <p:sp>
        <p:nvSpPr>
          <p:cNvPr id="116" name="Google Shape;116;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7" name="Google Shape;117;p1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18" name="Google Shape;118;p18"/>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19" name="Google Shape;11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0" name="Shape 120"/>
        <p:cNvGrpSpPr/>
        <p:nvPr/>
      </p:nvGrpSpPr>
      <p:grpSpPr>
        <a:xfrm>
          <a:off x="0" y="0"/>
          <a:ext cx="0" cy="0"/>
          <a:chOff x="0" y="0"/>
          <a:chExt cx="0" cy="0"/>
        </a:xfrm>
      </p:grpSpPr>
      <p:sp>
        <p:nvSpPr>
          <p:cNvPr id="121" name="Google Shape;121;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2" name="Google Shape;12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3" name="Shape 123"/>
        <p:cNvGrpSpPr/>
        <p:nvPr/>
      </p:nvGrpSpPr>
      <p:grpSpPr>
        <a:xfrm>
          <a:off x="0" y="0"/>
          <a:ext cx="0" cy="0"/>
          <a:chOff x="0" y="0"/>
          <a:chExt cx="0" cy="0"/>
        </a:xfrm>
      </p:grpSpPr>
      <p:sp>
        <p:nvSpPr>
          <p:cNvPr id="124" name="Google Shape;124;p2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25" name="Google Shape;125;p2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26" name="Google Shape;12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7" name="Shape 127"/>
        <p:cNvGrpSpPr/>
        <p:nvPr/>
      </p:nvGrpSpPr>
      <p:grpSpPr>
        <a:xfrm>
          <a:off x="0" y="0"/>
          <a:ext cx="0" cy="0"/>
          <a:chOff x="0" y="0"/>
          <a:chExt cx="0" cy="0"/>
        </a:xfrm>
      </p:grpSpPr>
      <p:sp>
        <p:nvSpPr>
          <p:cNvPr id="128" name="Google Shape;128;p2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29" name="Google Shape;129;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0" name="Shape 130"/>
        <p:cNvGrpSpPr/>
        <p:nvPr/>
      </p:nvGrpSpPr>
      <p:grpSpPr>
        <a:xfrm>
          <a:off x="0" y="0"/>
          <a:ext cx="0" cy="0"/>
          <a:chOff x="0" y="0"/>
          <a:chExt cx="0" cy="0"/>
        </a:xfrm>
      </p:grpSpPr>
      <p:sp>
        <p:nvSpPr>
          <p:cNvPr id="131" name="Google Shape;131;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33" name="Google Shape;133;p22"/>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34" name="Google Shape;134;p2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35" name="Google Shape;135;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6" name="Shape 136"/>
        <p:cNvGrpSpPr/>
        <p:nvPr/>
      </p:nvGrpSpPr>
      <p:grpSpPr>
        <a:xfrm>
          <a:off x="0" y="0"/>
          <a:ext cx="0" cy="0"/>
          <a:chOff x="0" y="0"/>
          <a:chExt cx="0" cy="0"/>
        </a:xfrm>
      </p:grpSpPr>
      <p:sp>
        <p:nvSpPr>
          <p:cNvPr id="137" name="Google Shape;137;p23"/>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38" name="Google Shape;138;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9" name="Shape 139"/>
        <p:cNvGrpSpPr/>
        <p:nvPr/>
      </p:nvGrpSpPr>
      <p:grpSpPr>
        <a:xfrm>
          <a:off x="0" y="0"/>
          <a:ext cx="0" cy="0"/>
          <a:chOff x="0" y="0"/>
          <a:chExt cx="0" cy="0"/>
        </a:xfrm>
      </p:grpSpPr>
      <p:sp>
        <p:nvSpPr>
          <p:cNvPr id="140" name="Google Shape;140;p2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41" name="Google Shape;141;p24"/>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42" name="Google Shape;142;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3" name="Shape 143"/>
        <p:cNvGrpSpPr/>
        <p:nvPr/>
      </p:nvGrpSpPr>
      <p:grpSpPr>
        <a:xfrm>
          <a:off x="0" y="0"/>
          <a:ext cx="0" cy="0"/>
          <a:chOff x="0" y="0"/>
          <a:chExt cx="0" cy="0"/>
        </a:xfrm>
      </p:grpSpPr>
      <p:sp>
        <p:nvSpPr>
          <p:cNvPr id="144" name="Google Shape;144;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3.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076873"/>
            <a:ext cx="9144000" cy="3450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11" name="Google Shape;11;p1"/>
          <p:cNvSpPr/>
          <p:nvPr/>
        </p:nvSpPr>
        <p:spPr>
          <a:xfrm>
            <a:off x="0" y="0"/>
            <a:ext cx="9144000" cy="1075800"/>
          </a:xfrm>
          <a:prstGeom prst="rect">
            <a:avLst/>
          </a:prstGeom>
          <a:solidFill>
            <a:srgbClr val="38761D"/>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12" name="Google Shape;12;p1"/>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13" name="Google Shape;13;p1"/>
          <p:cNvSpPr txBox="1"/>
          <p:nvPr>
            <p:ph idx="1" type="body"/>
          </p:nvPr>
        </p:nvSpPr>
        <p:spPr>
          <a:xfrm>
            <a:off x="456480" y="1331780"/>
            <a:ext cx="8231100" cy="34692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14" name="Google Shape;14;p1"/>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5" name="Google Shape;15;p1"/>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6" name="Google Shape;16;p1"/>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1pPr>
            <a:lvl2pPr indent="0" lvl="1"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2pPr>
            <a:lvl3pPr indent="0" lvl="2"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3pPr>
            <a:lvl4pPr indent="0" lvl="3"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4pPr>
            <a:lvl5pPr indent="0" lvl="4"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5pPr>
            <a:lvl6pPr indent="0" lvl="5"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6pPr>
            <a:lvl7pPr indent="0" lvl="6"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7pPr>
            <a:lvl8pPr indent="0" lvl="7"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8pPr>
            <a:lvl9pPr indent="0" lvl="8"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0" name="Shape 100"/>
        <p:cNvGrpSpPr/>
        <p:nvPr/>
      </p:nvGrpSpPr>
      <p:grpSpPr>
        <a:xfrm>
          <a:off x="0" y="0"/>
          <a:ext cx="0" cy="0"/>
          <a:chOff x="0" y="0"/>
          <a:chExt cx="0" cy="0"/>
        </a:xfrm>
      </p:grpSpPr>
      <p:sp>
        <p:nvSpPr>
          <p:cNvPr id="101" name="Google Shape;101;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02" name="Google Shape;102;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103" name="Google Shape;10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slide" Target="/ppt/slides/slide7.xml"/><Relationship Id="rId4" Type="http://schemas.openxmlformats.org/officeDocument/2006/relationships/slide" Target="/ppt/slides/slide9.xml"/><Relationship Id="rId5" Type="http://schemas.openxmlformats.org/officeDocument/2006/relationships/slide" Target="/ppt/slides/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studiousguy.com/stoichiometry-exampl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www.youtube.com/watch?v=-hKcEddOWio" TargetMode="External"/><Relationship Id="rId4"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86E8"/>
        </a:solidFill>
      </p:bgPr>
    </p:bg>
    <p:spTree>
      <p:nvGrpSpPr>
        <p:cNvPr id="148" name="Shape 148"/>
        <p:cNvGrpSpPr/>
        <p:nvPr/>
      </p:nvGrpSpPr>
      <p:grpSpPr>
        <a:xfrm>
          <a:off x="0" y="0"/>
          <a:ext cx="0" cy="0"/>
          <a:chOff x="0" y="0"/>
          <a:chExt cx="0" cy="0"/>
        </a:xfrm>
      </p:grpSpPr>
      <p:sp>
        <p:nvSpPr>
          <p:cNvPr id="149" name="Google Shape;149;p26"/>
          <p:cNvSpPr txBox="1"/>
          <p:nvPr>
            <p:ph type="ctrTitle"/>
          </p:nvPr>
        </p:nvSpPr>
        <p:spPr>
          <a:xfrm>
            <a:off x="311700" y="270475"/>
            <a:ext cx="8520600" cy="1771200"/>
          </a:xfrm>
          <a:prstGeom prst="rect">
            <a:avLst/>
          </a:prstGeom>
          <a:solidFill>
            <a:srgbClr val="FFF2CC"/>
          </a:solidFill>
        </p:spPr>
        <p:txBody>
          <a:bodyPr anchorCtr="0" anchor="b" bIns="91425" lIns="91425" spcFirstLastPara="1" rIns="91425" wrap="square" tIns="91425">
            <a:noAutofit/>
          </a:bodyPr>
          <a:lstStyle/>
          <a:p>
            <a:pPr indent="0" lvl="0" marL="0" rtl="0" algn="ctr">
              <a:spcBef>
                <a:spcPts val="0"/>
              </a:spcBef>
              <a:spcAft>
                <a:spcPts val="0"/>
              </a:spcAft>
              <a:buNone/>
            </a:pPr>
            <a:r>
              <a:rPr lang="en-GB" sz="4800"/>
              <a:t>ONE PERSON IN GROUP-&gt; CLICK USE TEMPLATE</a:t>
            </a:r>
            <a:endParaRPr sz="4800"/>
          </a:p>
        </p:txBody>
      </p:sp>
      <p:sp>
        <p:nvSpPr>
          <p:cNvPr id="150" name="Google Shape;150;p26"/>
          <p:cNvSpPr txBox="1"/>
          <p:nvPr>
            <p:ph idx="1" type="subTitle"/>
          </p:nvPr>
        </p:nvSpPr>
        <p:spPr>
          <a:xfrm>
            <a:off x="78525" y="2238000"/>
            <a:ext cx="8886600" cy="26829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FF00FF"/>
                </a:solidFill>
              </a:rPr>
              <a:t>WHEN THE COPIED TEMPLATE OF THESE SLIDES OPENS IN A NEW TAB:</a:t>
            </a:r>
            <a:endParaRPr sz="2000">
              <a:solidFill>
                <a:srgbClr val="FF00FF"/>
              </a:solidFill>
            </a:endParaRPr>
          </a:p>
          <a:p>
            <a:pPr indent="-355600" lvl="0" marL="457200" rtl="0" algn="l">
              <a:spcBef>
                <a:spcPts val="0"/>
              </a:spcBef>
              <a:spcAft>
                <a:spcPts val="0"/>
              </a:spcAft>
              <a:buClr>
                <a:srgbClr val="FF00FF"/>
              </a:buClr>
              <a:buSzPts val="2000"/>
              <a:buChar char="●"/>
            </a:pPr>
            <a:r>
              <a:rPr lang="en-GB" sz="2000">
                <a:solidFill>
                  <a:srgbClr val="FF00FF"/>
                </a:solidFill>
              </a:rPr>
              <a:t>ADD YOUR Group NAME TO THE TITLE </a:t>
            </a:r>
            <a:endParaRPr sz="2000">
              <a:solidFill>
                <a:srgbClr val="FF00FF"/>
              </a:solidFill>
            </a:endParaRPr>
          </a:p>
          <a:p>
            <a:pPr indent="-355600" lvl="0" marL="457200" rtl="0" algn="l">
              <a:spcBef>
                <a:spcPts val="0"/>
              </a:spcBef>
              <a:spcAft>
                <a:spcPts val="0"/>
              </a:spcAft>
              <a:buClr>
                <a:srgbClr val="FF00FF"/>
              </a:buClr>
              <a:buSzPts val="2000"/>
              <a:buChar char="●"/>
            </a:pPr>
            <a:r>
              <a:rPr lang="en-GB" sz="2000">
                <a:solidFill>
                  <a:srgbClr val="FF00FF"/>
                </a:solidFill>
              </a:rPr>
              <a:t>SHARE WITH GROUP MEMBERS (USE SHARE BUTTON)</a:t>
            </a:r>
            <a:endParaRPr sz="2000">
              <a:solidFill>
                <a:srgbClr val="FF00FF"/>
              </a:solidFill>
            </a:endParaRPr>
          </a:p>
          <a:p>
            <a:pPr indent="-355600" lvl="0" marL="457200" rtl="0" algn="l">
              <a:spcBef>
                <a:spcPts val="0"/>
              </a:spcBef>
              <a:spcAft>
                <a:spcPts val="0"/>
              </a:spcAft>
              <a:buClr>
                <a:srgbClr val="FF00FF"/>
              </a:buClr>
              <a:buSzPts val="2000"/>
              <a:buChar char="●"/>
            </a:pPr>
            <a:r>
              <a:rPr lang="en-GB" sz="2000">
                <a:solidFill>
                  <a:srgbClr val="FF00FF"/>
                </a:solidFill>
              </a:rPr>
              <a:t>COPY THE TITLE AND LINK TO YOUR RECORDS (Digital folder/table of contents)</a:t>
            </a:r>
            <a:endParaRPr sz="2000">
              <a:solidFill>
                <a:srgbClr val="FF00FF"/>
              </a:solidFill>
            </a:endParaRPr>
          </a:p>
          <a:p>
            <a:pPr indent="-342900" lvl="0" marL="457200" rtl="0" algn="l">
              <a:spcBef>
                <a:spcPts val="0"/>
              </a:spcBef>
              <a:spcAft>
                <a:spcPts val="0"/>
              </a:spcAft>
              <a:buClr>
                <a:srgbClr val="00ACC3"/>
              </a:buClr>
              <a:buSzPts val="1800"/>
              <a:buChar char="●"/>
            </a:pPr>
            <a:r>
              <a:rPr lang="en-GB" sz="1800">
                <a:solidFill>
                  <a:srgbClr val="00ACC3"/>
                </a:solidFill>
              </a:rPr>
              <a:t>Remember it is advisable to make a PERSONAL copy and link it when DONE</a:t>
            </a:r>
            <a:endParaRPr sz="1800">
              <a:solidFill>
                <a:srgbClr val="00ACC3"/>
              </a:solidFill>
            </a:endParaRPr>
          </a:p>
        </p:txBody>
      </p:sp>
      <p:cxnSp>
        <p:nvCxnSpPr>
          <p:cNvPr id="151" name="Google Shape;151;p26"/>
          <p:cNvCxnSpPr/>
          <p:nvPr/>
        </p:nvCxnSpPr>
        <p:spPr>
          <a:xfrm flipH="1" rot="10800000">
            <a:off x="8310750" y="475525"/>
            <a:ext cx="693600" cy="1361100"/>
          </a:xfrm>
          <a:prstGeom prst="straightConnector1">
            <a:avLst/>
          </a:prstGeom>
          <a:noFill/>
          <a:ln cap="flat" cmpd="sng" w="152400">
            <a:solidFill>
              <a:srgbClr val="00FFFF"/>
            </a:solidFill>
            <a:prstDash val="solid"/>
            <a:round/>
            <a:headEnd len="med" w="med" type="none"/>
            <a:tailEnd len="med" w="med" type="triangl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ctrTitle"/>
          </p:nvPr>
        </p:nvSpPr>
        <p:spPr>
          <a:xfrm>
            <a:off x="711650" y="1857787"/>
            <a:ext cx="8077200" cy="1254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Solution Stoichiometry.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ESSENTIAL QUESTIONS</a:t>
            </a:r>
            <a:endParaRPr/>
          </a:p>
        </p:txBody>
      </p:sp>
      <p:sp>
        <p:nvSpPr>
          <p:cNvPr id="164" name="Google Shape;164;p28"/>
          <p:cNvSpPr txBox="1"/>
          <p:nvPr>
            <p:ph idx="1" type="body"/>
          </p:nvPr>
        </p:nvSpPr>
        <p:spPr>
          <a:xfrm>
            <a:off x="456450" y="1173149"/>
            <a:ext cx="8231100" cy="402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2400">
                <a:solidFill>
                  <a:srgbClr val="FF0000"/>
                </a:solidFill>
                <a:latin typeface="Cabin"/>
                <a:ea typeface="Cabin"/>
                <a:cs typeface="Cabin"/>
                <a:sym typeface="Cabin"/>
              </a:rPr>
              <a:t>Remember, you should be able to thoroughly answer these AFTER learning through following resources.</a:t>
            </a:r>
            <a:endParaRPr b="1" sz="2400">
              <a:solidFill>
                <a:srgbClr val="FF0000"/>
              </a:solidFill>
              <a:latin typeface="Cabin"/>
              <a:ea typeface="Cabin"/>
              <a:cs typeface="Cabin"/>
              <a:sym typeface="Cabin"/>
            </a:endParaRPr>
          </a:p>
          <a:p>
            <a:pPr indent="0" lvl="0" marL="0" rtl="0" algn="l">
              <a:spcBef>
                <a:spcPts val="0"/>
              </a:spcBef>
              <a:spcAft>
                <a:spcPts val="0"/>
              </a:spcAft>
              <a:buClr>
                <a:schemeClr val="dk1"/>
              </a:buClr>
              <a:buSzPts val="1100"/>
              <a:buFont typeface="Arial"/>
              <a:buNone/>
            </a:pPr>
            <a:r>
              <a:t/>
            </a:r>
            <a:endParaRPr b="1" sz="2400">
              <a:solidFill>
                <a:srgbClr val="434343"/>
              </a:solidFill>
              <a:latin typeface="Cabin"/>
              <a:ea typeface="Cabin"/>
              <a:cs typeface="Cabin"/>
              <a:sym typeface="Cabin"/>
            </a:endParaRPr>
          </a:p>
          <a:p>
            <a:pPr indent="-381000" lvl="0" marL="457200" rtl="0" algn="l">
              <a:spcBef>
                <a:spcPts val="0"/>
              </a:spcBef>
              <a:spcAft>
                <a:spcPts val="0"/>
              </a:spcAft>
              <a:buClr>
                <a:srgbClr val="434343"/>
              </a:buClr>
              <a:buSzPts val="2400"/>
              <a:buFont typeface="Cabin"/>
              <a:buChar char="◼"/>
            </a:pPr>
            <a:r>
              <a:rPr b="1" lang="en-GB" sz="2400">
                <a:solidFill>
                  <a:srgbClr val="434343"/>
                </a:solidFill>
                <a:latin typeface="Cabin"/>
                <a:ea typeface="Cabin"/>
                <a:cs typeface="Cabin"/>
                <a:sym typeface="Cabin"/>
              </a:rPr>
              <a:t>How can we calculate dilutions and concentrations we need in the lab?</a:t>
            </a:r>
            <a:endParaRPr b="1" sz="2400">
              <a:solidFill>
                <a:srgbClr val="434343"/>
              </a:solidFill>
              <a:latin typeface="Cabin"/>
              <a:ea typeface="Cabin"/>
              <a:cs typeface="Cabin"/>
              <a:sym typeface="Cabin"/>
            </a:endParaRPr>
          </a:p>
          <a:p>
            <a:pPr indent="-381000" lvl="0" marL="457200" rtl="0" algn="l">
              <a:spcBef>
                <a:spcPts val="0"/>
              </a:spcBef>
              <a:spcAft>
                <a:spcPts val="0"/>
              </a:spcAft>
              <a:buClr>
                <a:srgbClr val="434343"/>
              </a:buClr>
              <a:buSzPts val="2400"/>
              <a:buFont typeface="Cabin"/>
              <a:buChar char="◼"/>
            </a:pPr>
            <a:r>
              <a:rPr b="1" lang="en-GB" sz="2400">
                <a:solidFill>
                  <a:srgbClr val="434343"/>
                </a:solidFill>
                <a:latin typeface="Cabin"/>
                <a:ea typeface="Cabin"/>
                <a:cs typeface="Cabin"/>
                <a:sym typeface="Cabin"/>
              </a:rPr>
              <a:t>How can we safely prepare dilutions for our needs?</a:t>
            </a:r>
            <a:endParaRPr b="1" sz="2400">
              <a:solidFill>
                <a:srgbClr val="434343"/>
              </a:solidFill>
              <a:latin typeface="Cabin"/>
              <a:ea typeface="Cabin"/>
              <a:cs typeface="Cabin"/>
              <a:sym typeface="Cabin"/>
            </a:endParaRPr>
          </a:p>
          <a:p>
            <a:pPr indent="0" lvl="0" marL="457200" rtl="0" algn="l">
              <a:spcBef>
                <a:spcPts val="0"/>
              </a:spcBef>
              <a:spcAft>
                <a:spcPts val="0"/>
              </a:spcAft>
              <a:buNone/>
            </a:pPr>
            <a:r>
              <a:t/>
            </a:r>
            <a:endParaRPr b="1" sz="2400">
              <a:solidFill>
                <a:srgbClr val="434343"/>
              </a:solidFill>
              <a:latin typeface="Cabin"/>
              <a:ea typeface="Cabin"/>
              <a:cs typeface="Cabin"/>
              <a:sym typeface="Cabi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9"/>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Instructions</a:t>
            </a:r>
            <a:endParaRPr/>
          </a:p>
        </p:txBody>
      </p:sp>
      <p:sp>
        <p:nvSpPr>
          <p:cNvPr id="171" name="Google Shape;171;p29"/>
          <p:cNvSpPr txBox="1"/>
          <p:nvPr>
            <p:ph idx="1" type="body"/>
          </p:nvPr>
        </p:nvSpPr>
        <p:spPr>
          <a:xfrm>
            <a:off x="456450" y="1056174"/>
            <a:ext cx="8231100" cy="408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b="1" sz="1800">
              <a:solidFill>
                <a:srgbClr val="434343"/>
              </a:solidFill>
              <a:latin typeface="Cabin"/>
              <a:ea typeface="Cabin"/>
              <a:cs typeface="Cabin"/>
              <a:sym typeface="Cabin"/>
            </a:endParaRPr>
          </a:p>
          <a:p>
            <a:pPr indent="0" lvl="0" marL="0" rtl="0" algn="l">
              <a:spcBef>
                <a:spcPts val="0"/>
              </a:spcBef>
              <a:spcAft>
                <a:spcPts val="0"/>
              </a:spcAft>
              <a:buClr>
                <a:schemeClr val="dk1"/>
              </a:buClr>
              <a:buSzPts val="1100"/>
              <a:buFont typeface="Arial"/>
              <a:buNone/>
            </a:pPr>
            <a:r>
              <a:rPr b="1" lang="en-GB" sz="2400">
                <a:latin typeface="Questrial"/>
                <a:ea typeface="Questrial"/>
                <a:cs typeface="Questrial"/>
                <a:sym typeface="Questrial"/>
              </a:rPr>
              <a:t>Follow through the </a:t>
            </a:r>
            <a:r>
              <a:rPr b="1" lang="en-GB" sz="2400">
                <a:highlight>
                  <a:srgbClr val="FFFF00"/>
                </a:highlight>
                <a:latin typeface="Questrial"/>
                <a:ea typeface="Questrial"/>
                <a:cs typeface="Questrial"/>
                <a:sym typeface="Questrial"/>
              </a:rPr>
              <a:t>Engage to Apply </a:t>
            </a:r>
            <a:r>
              <a:rPr b="1" lang="en-GB" sz="2400">
                <a:latin typeface="Questrial"/>
                <a:ea typeface="Questrial"/>
                <a:cs typeface="Questrial"/>
                <a:sym typeface="Questrial"/>
              </a:rPr>
              <a:t>resources in order . </a:t>
            </a:r>
            <a:endParaRPr b="1" sz="2400">
              <a:latin typeface="Questrial"/>
              <a:ea typeface="Questrial"/>
              <a:cs typeface="Questrial"/>
              <a:sym typeface="Questrial"/>
            </a:endParaRPr>
          </a:p>
          <a:p>
            <a:pPr indent="-381000" lvl="0" marL="457200" rtl="0" algn="l">
              <a:lnSpc>
                <a:spcPct val="115000"/>
              </a:lnSpc>
              <a:spcBef>
                <a:spcPts val="0"/>
              </a:spcBef>
              <a:spcAft>
                <a:spcPts val="0"/>
              </a:spcAft>
              <a:buClr>
                <a:schemeClr val="dk1"/>
              </a:buClr>
              <a:buSzPts val="2400"/>
              <a:buFont typeface="Questrial"/>
              <a:buChar char="●"/>
            </a:pPr>
            <a:r>
              <a:rPr b="1" lang="en-GB" sz="2400">
                <a:latin typeface="Questrial"/>
                <a:ea typeface="Questrial"/>
                <a:cs typeface="Questrial"/>
                <a:sym typeface="Questrial"/>
              </a:rPr>
              <a:t>Once complete, choose from Extend resources as interested. </a:t>
            </a:r>
            <a:endParaRPr b="1" sz="2400">
              <a:latin typeface="Questrial"/>
              <a:ea typeface="Questrial"/>
              <a:cs typeface="Questrial"/>
              <a:sym typeface="Questrial"/>
            </a:endParaRPr>
          </a:p>
          <a:p>
            <a:pPr indent="-381000" lvl="0" marL="457200" rtl="0" algn="l">
              <a:lnSpc>
                <a:spcPct val="115000"/>
              </a:lnSpc>
              <a:spcBef>
                <a:spcPts val="0"/>
              </a:spcBef>
              <a:spcAft>
                <a:spcPts val="0"/>
              </a:spcAft>
              <a:buClr>
                <a:schemeClr val="dk1"/>
              </a:buClr>
              <a:buSzPts val="2400"/>
              <a:buFont typeface="Questrial"/>
              <a:buChar char="●"/>
            </a:pPr>
            <a:r>
              <a:rPr b="1" lang="en-GB" sz="2400">
                <a:latin typeface="Questrial"/>
                <a:ea typeface="Questrial"/>
                <a:cs typeface="Questrial"/>
                <a:sym typeface="Questrial"/>
              </a:rPr>
              <a:t>Record your learning in your </a:t>
            </a:r>
            <a:r>
              <a:rPr b="1" lang="en-GB" sz="2400">
                <a:highlight>
                  <a:srgbClr val="FFFF00"/>
                </a:highlight>
                <a:latin typeface="Questrial"/>
                <a:ea typeface="Questrial"/>
                <a:cs typeface="Questrial"/>
                <a:sym typeface="Questrial"/>
              </a:rPr>
              <a:t>these slides- Remember to keep track of where to find these slides for studying!</a:t>
            </a:r>
            <a:endParaRPr b="1" sz="2400">
              <a:highlight>
                <a:srgbClr val="FFFF00"/>
              </a:highlight>
              <a:latin typeface="Questrial"/>
              <a:ea typeface="Questrial"/>
              <a:cs typeface="Questrial"/>
              <a:sym typeface="Questrial"/>
            </a:endParaRPr>
          </a:p>
          <a:p>
            <a:pPr indent="-381000" lvl="0" marL="457200" rtl="0" algn="l">
              <a:lnSpc>
                <a:spcPct val="115000"/>
              </a:lnSpc>
              <a:spcBef>
                <a:spcPts val="0"/>
              </a:spcBef>
              <a:spcAft>
                <a:spcPts val="0"/>
              </a:spcAft>
              <a:buClr>
                <a:schemeClr val="dk1"/>
              </a:buClr>
              <a:buSzPts val="2400"/>
              <a:buFont typeface="Questrial"/>
              <a:buChar char="●"/>
            </a:pPr>
            <a:r>
              <a:rPr b="1" lang="en-GB" sz="2400">
                <a:latin typeface="Questrial"/>
                <a:ea typeface="Questrial"/>
                <a:cs typeface="Questrial"/>
                <a:sym typeface="Questrial"/>
              </a:rPr>
              <a:t>Complete the  </a:t>
            </a:r>
            <a:r>
              <a:rPr b="1" lang="en-GB" sz="2400">
                <a:highlight>
                  <a:srgbClr val="FFFF00"/>
                </a:highlight>
                <a:latin typeface="Questrial"/>
                <a:ea typeface="Questrial"/>
                <a:cs typeface="Questrial"/>
                <a:sym typeface="Questrial"/>
              </a:rPr>
              <a:t>Essential Questions Response in the Apply Section</a:t>
            </a:r>
            <a:r>
              <a:rPr b="1" lang="en-GB" sz="2400">
                <a:latin typeface="Questrial"/>
                <a:ea typeface="Questrial"/>
                <a:cs typeface="Questrial"/>
                <a:sym typeface="Questrial"/>
              </a:rPr>
              <a:t>. </a:t>
            </a:r>
            <a:endParaRPr b="1" sz="2400">
              <a:latin typeface="Questrial"/>
              <a:ea typeface="Questrial"/>
              <a:cs typeface="Questrial"/>
              <a:sym typeface="Questrial"/>
            </a:endParaRPr>
          </a:p>
          <a:p>
            <a:pPr indent="-381000" lvl="0" marL="457200" rtl="0" algn="l">
              <a:lnSpc>
                <a:spcPct val="115000"/>
              </a:lnSpc>
              <a:spcBef>
                <a:spcPts val="0"/>
              </a:spcBef>
              <a:spcAft>
                <a:spcPts val="0"/>
              </a:spcAft>
              <a:buSzPts val="2400"/>
              <a:buFont typeface="Questrial"/>
              <a:buChar char="●"/>
            </a:pPr>
            <a:r>
              <a:rPr b="1" lang="en-GB" sz="2400">
                <a:latin typeface="Questrial"/>
                <a:ea typeface="Questrial"/>
                <a:cs typeface="Questrial"/>
                <a:sym typeface="Questrial"/>
              </a:rPr>
              <a:t>Try the Extend section and optional Apply practice as desired to deepen your understanding</a:t>
            </a:r>
            <a:endParaRPr b="1" sz="2400">
              <a:latin typeface="Questrial"/>
              <a:ea typeface="Questrial"/>
              <a:cs typeface="Questrial"/>
              <a:sym typeface="Quest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0"/>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Hyperdoc Elements</a:t>
            </a:r>
            <a:endParaRPr/>
          </a:p>
        </p:txBody>
      </p:sp>
      <p:sp>
        <p:nvSpPr>
          <p:cNvPr id="178" name="Google Shape;178;p30"/>
          <p:cNvSpPr txBox="1"/>
          <p:nvPr>
            <p:ph idx="1" type="body"/>
          </p:nvPr>
        </p:nvSpPr>
        <p:spPr>
          <a:xfrm>
            <a:off x="456480" y="1331780"/>
            <a:ext cx="8231100" cy="346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Click for quick access to:</a:t>
            </a:r>
            <a:endParaRPr/>
          </a:p>
          <a:p>
            <a:pPr indent="-391160" lvl="0" marL="457200" rtl="0" algn="l">
              <a:spcBef>
                <a:spcPts val="0"/>
              </a:spcBef>
              <a:spcAft>
                <a:spcPts val="0"/>
              </a:spcAft>
              <a:buSzPts val="2560"/>
              <a:buChar char="◼"/>
            </a:pPr>
            <a:r>
              <a:rPr lang="en-GB" u="sng">
                <a:solidFill>
                  <a:schemeClr val="hlink"/>
                </a:solidFill>
                <a:hlinkClick action="ppaction://hlinksldjump" r:id="rId3"/>
              </a:rPr>
              <a:t>Engage</a:t>
            </a:r>
            <a:endParaRPr/>
          </a:p>
          <a:p>
            <a:pPr indent="-391160" lvl="0" marL="457200" rtl="0" algn="l">
              <a:spcBef>
                <a:spcPts val="0"/>
              </a:spcBef>
              <a:spcAft>
                <a:spcPts val="0"/>
              </a:spcAft>
              <a:buSzPts val="2560"/>
              <a:buChar char="◼"/>
            </a:pPr>
            <a:r>
              <a:rPr lang="en-GB" u="sng">
                <a:solidFill>
                  <a:schemeClr val="hlink"/>
                </a:solidFill>
                <a:hlinkClick action="ppaction://hlinksldjump" r:id="rId4"/>
              </a:rPr>
              <a:t>Explore</a:t>
            </a:r>
            <a:endParaRPr/>
          </a:p>
          <a:p>
            <a:pPr indent="-391160" lvl="0" marL="457200" rtl="0" algn="l">
              <a:spcBef>
                <a:spcPts val="0"/>
              </a:spcBef>
              <a:spcAft>
                <a:spcPts val="0"/>
              </a:spcAft>
              <a:buSzPts val="2560"/>
              <a:buChar char="◼"/>
            </a:pPr>
            <a:r>
              <a:rPr lang="en-GB" u="sng">
                <a:solidFill>
                  <a:schemeClr val="hlink"/>
                </a:solidFill>
                <a:hlinkClick action="ppaction://hlinksldjump" r:id="rId5"/>
              </a:rPr>
              <a:t>Apply</a:t>
            </a:r>
            <a:endParaRPr/>
          </a:p>
          <a:p>
            <a:pPr indent="0" lvl="0" marL="45720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1"/>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400"/>
              <a:t>Terminology - As you encounter terms new to you, define in your own words here, include examples (make them up!)</a:t>
            </a:r>
            <a:endParaRPr sz="2400"/>
          </a:p>
        </p:txBody>
      </p:sp>
      <p:sp>
        <p:nvSpPr>
          <p:cNvPr id="185" name="Google Shape;185;p31"/>
          <p:cNvSpPr txBox="1"/>
          <p:nvPr>
            <p:ph idx="1" type="body"/>
          </p:nvPr>
        </p:nvSpPr>
        <p:spPr>
          <a:xfrm>
            <a:off x="456480" y="1331780"/>
            <a:ext cx="8231100" cy="3469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2"/>
          <p:cNvSpPr txBox="1"/>
          <p:nvPr>
            <p:ph type="ctrTitle"/>
          </p:nvPr>
        </p:nvSpPr>
        <p:spPr>
          <a:xfrm>
            <a:off x="776250" y="1944312"/>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7200"/>
              <a:t>Part 1: </a:t>
            </a:r>
            <a:r>
              <a:rPr lang="en-GB" sz="7200"/>
              <a:t>ENGAGE</a:t>
            </a:r>
            <a:endParaRPr sz="7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3"/>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 Part A: 5 minutes</a:t>
            </a:r>
            <a:endParaRPr/>
          </a:p>
        </p:txBody>
      </p:sp>
      <p:sp>
        <p:nvSpPr>
          <p:cNvPr id="198" name="Google Shape;198;p33"/>
          <p:cNvSpPr txBox="1"/>
          <p:nvPr/>
        </p:nvSpPr>
        <p:spPr>
          <a:xfrm>
            <a:off x="296225" y="1171425"/>
            <a:ext cx="7998000" cy="332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200">
                <a:solidFill>
                  <a:schemeClr val="dk1"/>
                </a:solidFill>
                <a:latin typeface="Corbel"/>
                <a:ea typeface="Corbel"/>
                <a:cs typeface="Corbel"/>
                <a:sym typeface="Corbel"/>
              </a:rPr>
              <a:t>Importance of Stoichiometry</a:t>
            </a:r>
            <a:endParaRPr sz="3200">
              <a:solidFill>
                <a:schemeClr val="dk1"/>
              </a:solidFill>
              <a:latin typeface="Corbel"/>
              <a:ea typeface="Corbel"/>
              <a:cs typeface="Corbel"/>
              <a:sym typeface="Corbel"/>
            </a:endParaRPr>
          </a:p>
          <a:p>
            <a:pPr indent="0" lvl="0" marL="0" rtl="0" algn="l">
              <a:spcBef>
                <a:spcPts val="0"/>
              </a:spcBef>
              <a:spcAft>
                <a:spcPts val="0"/>
              </a:spcAft>
              <a:buNone/>
            </a:pPr>
            <a:r>
              <a:t/>
            </a:r>
            <a:endParaRPr sz="2400">
              <a:solidFill>
                <a:schemeClr val="dk1"/>
              </a:solidFill>
              <a:latin typeface="Corbel"/>
              <a:ea typeface="Corbel"/>
              <a:cs typeface="Corbel"/>
              <a:sym typeface="Corbel"/>
            </a:endParaRPr>
          </a:p>
          <a:p>
            <a:pPr indent="0" lvl="0" marL="0" rtl="0" algn="l">
              <a:spcBef>
                <a:spcPts val="0"/>
              </a:spcBef>
              <a:spcAft>
                <a:spcPts val="0"/>
              </a:spcAft>
              <a:buNone/>
            </a:pPr>
            <a:r>
              <a:rPr lang="en-GB" sz="2400">
                <a:solidFill>
                  <a:schemeClr val="dk1"/>
                </a:solidFill>
                <a:latin typeface="Corbel"/>
                <a:ea typeface="Corbel"/>
                <a:cs typeface="Corbel"/>
                <a:sym typeface="Corbel"/>
              </a:rPr>
              <a:t>Go to </a:t>
            </a:r>
            <a:r>
              <a:rPr lang="en-GB" sz="2400" u="sng">
                <a:solidFill>
                  <a:schemeClr val="hlink"/>
                </a:solidFill>
                <a:latin typeface="Corbel"/>
                <a:ea typeface="Corbel"/>
                <a:cs typeface="Corbel"/>
                <a:sym typeface="Corbel"/>
                <a:hlinkClick r:id="rId3"/>
              </a:rPr>
              <a:t>Real Life Stoichiometry</a:t>
            </a:r>
            <a:r>
              <a:rPr lang="en-GB" sz="2400">
                <a:solidFill>
                  <a:schemeClr val="dk1"/>
                </a:solidFill>
                <a:latin typeface="Corbel"/>
                <a:ea typeface="Corbel"/>
                <a:cs typeface="Corbel"/>
                <a:sym typeface="Corbel"/>
              </a:rPr>
              <a:t> and scroll down until you see     “1. Airbags”. Each group member choose a different application to read (air bags, rockets etc). </a:t>
            </a:r>
            <a:endParaRPr sz="2400">
              <a:solidFill>
                <a:schemeClr val="dk1"/>
              </a:solidFill>
              <a:latin typeface="Corbel"/>
              <a:ea typeface="Corbel"/>
              <a:cs typeface="Corbel"/>
              <a:sym typeface="Corbel"/>
            </a:endParaRPr>
          </a:p>
          <a:p>
            <a:pPr indent="0" lvl="0" marL="0" rtl="0" algn="l">
              <a:spcBef>
                <a:spcPts val="0"/>
              </a:spcBef>
              <a:spcAft>
                <a:spcPts val="0"/>
              </a:spcAft>
              <a:buNone/>
            </a:pPr>
            <a:r>
              <a:t/>
            </a:r>
            <a:endParaRPr sz="2400">
              <a:solidFill>
                <a:schemeClr val="dk1"/>
              </a:solidFill>
              <a:latin typeface="Corbel"/>
              <a:ea typeface="Corbel"/>
              <a:cs typeface="Corbel"/>
              <a:sym typeface="Corbel"/>
            </a:endParaRPr>
          </a:p>
          <a:p>
            <a:pPr indent="0" lvl="0" marL="0" rtl="0" algn="l">
              <a:spcBef>
                <a:spcPts val="0"/>
              </a:spcBef>
              <a:spcAft>
                <a:spcPts val="0"/>
              </a:spcAft>
              <a:buNone/>
            </a:pPr>
            <a:r>
              <a:rPr lang="en-GB" sz="2400">
                <a:solidFill>
                  <a:schemeClr val="dk1"/>
                </a:solidFill>
                <a:latin typeface="Corbel"/>
                <a:ea typeface="Corbel"/>
                <a:cs typeface="Corbel"/>
                <a:sym typeface="Corbel"/>
              </a:rPr>
              <a:t>Share briefly with your group and explain what could happen if the stoichiometry is incorrectly applied in your application. </a:t>
            </a:r>
            <a:endParaRPr sz="2400">
              <a:solidFill>
                <a:schemeClr val="dk1"/>
              </a:solidFill>
              <a:latin typeface="Corbel"/>
              <a:ea typeface="Corbel"/>
              <a:cs typeface="Corbel"/>
              <a:sym typeface="Corbel"/>
            </a:endParaRPr>
          </a:p>
          <a:p>
            <a:pPr indent="0" lvl="0" marL="0" rtl="0" algn="l">
              <a:spcBef>
                <a:spcPts val="0"/>
              </a:spcBef>
              <a:spcAft>
                <a:spcPts val="0"/>
              </a:spcAft>
              <a:buNone/>
            </a:pPr>
            <a:r>
              <a:t/>
            </a:r>
            <a:endParaRPr sz="3200">
              <a:solidFill>
                <a:schemeClr val="dk1"/>
              </a:solidFill>
              <a:latin typeface="Corbel"/>
              <a:ea typeface="Corbel"/>
              <a:cs typeface="Corbel"/>
              <a:sym typeface="Corbe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4"/>
          <p:cNvSpPr txBox="1"/>
          <p:nvPr>
            <p:ph type="ctrTitle"/>
          </p:nvPr>
        </p:nvSpPr>
        <p:spPr>
          <a:xfrm>
            <a:off x="776250" y="1944312"/>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7200"/>
              <a:t>Part 2: EXPLORE</a:t>
            </a:r>
            <a:endParaRPr sz="7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5"/>
          <p:cNvSpPr txBox="1"/>
          <p:nvPr>
            <p:ph type="title"/>
          </p:nvPr>
        </p:nvSpPr>
        <p:spPr>
          <a:xfrm>
            <a:off x="202150" y="116575"/>
            <a:ext cx="8484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 Solution Stoichiometry</a:t>
            </a:r>
            <a:endParaRPr/>
          </a:p>
        </p:txBody>
      </p:sp>
      <p:sp>
        <p:nvSpPr>
          <p:cNvPr id="211" name="Google Shape;211;p35"/>
          <p:cNvSpPr txBox="1"/>
          <p:nvPr/>
        </p:nvSpPr>
        <p:spPr>
          <a:xfrm>
            <a:off x="246125" y="1231175"/>
            <a:ext cx="8526600" cy="32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p:txBody>
      </p:sp>
      <p:sp>
        <p:nvSpPr>
          <p:cNvPr id="212" name="Google Shape;212;p35"/>
          <p:cNvSpPr txBox="1"/>
          <p:nvPr/>
        </p:nvSpPr>
        <p:spPr>
          <a:xfrm>
            <a:off x="246125" y="1231175"/>
            <a:ext cx="3138000" cy="3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800">
                <a:solidFill>
                  <a:schemeClr val="dk1"/>
                </a:solidFill>
              </a:rPr>
              <a:t>Stoichiometric Calculations</a:t>
            </a:r>
            <a:r>
              <a:rPr lang="en-GB" sz="1800">
                <a:solidFill>
                  <a:schemeClr val="dk1"/>
                </a:solidFill>
              </a:rPr>
              <a:t> can be performed using </a:t>
            </a:r>
            <a:r>
              <a:rPr b="1" lang="en-GB" sz="1800">
                <a:solidFill>
                  <a:schemeClr val="dk1"/>
                </a:solidFill>
              </a:rPr>
              <a:t>Solutions</a:t>
            </a:r>
            <a:r>
              <a:rPr lang="en-GB" sz="1800">
                <a:solidFill>
                  <a:schemeClr val="dk1"/>
                </a:solidFill>
              </a:rPr>
              <a:t> with known volumes and concentrations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GB" sz="1800">
                <a:solidFill>
                  <a:schemeClr val="dk1"/>
                </a:solidFill>
              </a:rPr>
              <a:t>These can be used to calculate the volumes, concentrations, moles or masses of other compounds</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pic>
        <p:nvPicPr>
          <p:cNvPr id="213" name="Google Shape;213;p35"/>
          <p:cNvPicPr preferRelativeResize="0"/>
          <p:nvPr/>
        </p:nvPicPr>
        <p:blipFill>
          <a:blip r:embed="rId3">
            <a:alphaModFix/>
          </a:blip>
          <a:stretch>
            <a:fillRect/>
          </a:stretch>
        </p:blipFill>
        <p:spPr>
          <a:xfrm>
            <a:off x="3339150" y="1346646"/>
            <a:ext cx="5735476" cy="3180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6"/>
          <p:cNvSpPr txBox="1"/>
          <p:nvPr>
            <p:ph type="title"/>
          </p:nvPr>
        </p:nvSpPr>
        <p:spPr>
          <a:xfrm>
            <a:off x="202150" y="116575"/>
            <a:ext cx="8484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 Solution Stoichiometry</a:t>
            </a:r>
            <a:endParaRPr/>
          </a:p>
        </p:txBody>
      </p:sp>
      <p:sp>
        <p:nvSpPr>
          <p:cNvPr id="220" name="Google Shape;220;p36"/>
          <p:cNvSpPr txBox="1"/>
          <p:nvPr/>
        </p:nvSpPr>
        <p:spPr>
          <a:xfrm>
            <a:off x="246125" y="1231175"/>
            <a:ext cx="8526600" cy="32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p:txBody>
      </p:sp>
      <p:sp>
        <p:nvSpPr>
          <p:cNvPr id="221" name="Google Shape;221;p36"/>
          <p:cNvSpPr txBox="1"/>
          <p:nvPr/>
        </p:nvSpPr>
        <p:spPr>
          <a:xfrm>
            <a:off x="519150" y="1231175"/>
            <a:ext cx="8105700" cy="375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solidFill>
                  <a:schemeClr val="dk1"/>
                </a:solidFill>
                <a:latin typeface="Corbel"/>
                <a:ea typeface="Corbel"/>
                <a:cs typeface="Corbel"/>
                <a:sym typeface="Corbel"/>
              </a:rPr>
              <a:t>Stoichiometry with solutions involves an extension to the problem solving map. </a:t>
            </a:r>
            <a:endParaRPr sz="2100">
              <a:solidFill>
                <a:schemeClr val="dk1"/>
              </a:solidFill>
              <a:latin typeface="Corbel"/>
              <a:ea typeface="Corbel"/>
              <a:cs typeface="Corbel"/>
              <a:sym typeface="Corbel"/>
            </a:endParaRPr>
          </a:p>
          <a:p>
            <a:pPr indent="-361950" lvl="0" marL="457200" rtl="0" algn="l">
              <a:spcBef>
                <a:spcPts val="0"/>
              </a:spcBef>
              <a:spcAft>
                <a:spcPts val="0"/>
              </a:spcAft>
              <a:buClr>
                <a:schemeClr val="dk1"/>
              </a:buClr>
              <a:buSzPts val="2100"/>
              <a:buFont typeface="Corbel"/>
              <a:buChar char="●"/>
            </a:pPr>
            <a:r>
              <a:rPr lang="en-GB" sz="2100">
                <a:solidFill>
                  <a:schemeClr val="dk1"/>
                </a:solidFill>
                <a:latin typeface="Corbel"/>
                <a:ea typeface="Corbel"/>
                <a:cs typeface="Corbel"/>
                <a:sym typeface="Corbel"/>
              </a:rPr>
              <a:t>You already know how to calculate the </a:t>
            </a:r>
            <a:r>
              <a:rPr lang="en-GB" sz="2100">
                <a:solidFill>
                  <a:schemeClr val="dk1"/>
                </a:solidFill>
                <a:latin typeface="Corbel"/>
                <a:ea typeface="Corbel"/>
                <a:cs typeface="Corbel"/>
                <a:sym typeface="Corbel"/>
              </a:rPr>
              <a:t>moles of given from the starting points of mass or number of particles. </a:t>
            </a:r>
            <a:endParaRPr sz="2100">
              <a:solidFill>
                <a:schemeClr val="dk1"/>
              </a:solidFill>
              <a:latin typeface="Corbel"/>
              <a:ea typeface="Corbel"/>
              <a:cs typeface="Corbel"/>
              <a:sym typeface="Corbel"/>
            </a:endParaRPr>
          </a:p>
          <a:p>
            <a:pPr indent="-361950" lvl="0" marL="457200" rtl="0" algn="l">
              <a:spcBef>
                <a:spcPts val="0"/>
              </a:spcBef>
              <a:spcAft>
                <a:spcPts val="0"/>
              </a:spcAft>
              <a:buClr>
                <a:schemeClr val="dk1"/>
              </a:buClr>
              <a:buSzPts val="2100"/>
              <a:buFont typeface="Corbel"/>
              <a:buChar char="●"/>
            </a:pPr>
            <a:r>
              <a:rPr lang="en-GB" sz="2100">
                <a:solidFill>
                  <a:schemeClr val="dk1"/>
                </a:solidFill>
                <a:latin typeface="Corbel"/>
                <a:ea typeface="Corbel"/>
                <a:cs typeface="Corbel"/>
                <a:sym typeface="Corbel"/>
              </a:rPr>
              <a:t>Now you can use the M = n/V formula to calculate moles from a starting solution. </a:t>
            </a:r>
            <a:endParaRPr sz="2100">
              <a:solidFill>
                <a:schemeClr val="dk1"/>
              </a:solidFill>
              <a:latin typeface="Corbel"/>
              <a:ea typeface="Corbel"/>
              <a:cs typeface="Corbel"/>
              <a:sym typeface="Corbel"/>
            </a:endParaRPr>
          </a:p>
          <a:p>
            <a:pPr indent="-361950" lvl="0" marL="457200" rtl="0" algn="l">
              <a:spcBef>
                <a:spcPts val="0"/>
              </a:spcBef>
              <a:spcAft>
                <a:spcPts val="0"/>
              </a:spcAft>
              <a:buClr>
                <a:schemeClr val="dk1"/>
              </a:buClr>
              <a:buSzPts val="2100"/>
              <a:buFont typeface="Corbel"/>
              <a:buChar char="●"/>
            </a:pPr>
            <a:r>
              <a:rPr lang="en-GB" sz="2100">
                <a:solidFill>
                  <a:schemeClr val="dk1"/>
                </a:solidFill>
                <a:latin typeface="Corbel"/>
                <a:ea typeface="Corbel"/>
                <a:cs typeface="Corbel"/>
                <a:sym typeface="Corbel"/>
              </a:rPr>
              <a:t>See the next slide and </a:t>
            </a:r>
            <a:r>
              <a:rPr lang="en-GB" sz="2100" u="sng">
                <a:solidFill>
                  <a:schemeClr val="dk1"/>
                </a:solidFill>
                <a:latin typeface="Corbel"/>
                <a:ea typeface="Corbel"/>
                <a:cs typeface="Corbel"/>
                <a:sym typeface="Corbel"/>
              </a:rPr>
              <a:t>discuss as a group to ensure you understand</a:t>
            </a:r>
            <a:r>
              <a:rPr lang="en-GB" sz="2100">
                <a:solidFill>
                  <a:schemeClr val="dk1"/>
                </a:solidFill>
                <a:latin typeface="Corbel"/>
                <a:ea typeface="Corbel"/>
                <a:cs typeface="Corbel"/>
                <a:sym typeface="Corbel"/>
              </a:rPr>
              <a:t>.</a:t>
            </a:r>
            <a:endParaRPr sz="2100">
              <a:solidFill>
                <a:schemeClr val="dk1"/>
              </a:solidFill>
              <a:latin typeface="Corbel"/>
              <a:ea typeface="Corbel"/>
              <a:cs typeface="Corbel"/>
              <a:sym typeface="Corbel"/>
            </a:endParaRPr>
          </a:p>
          <a:p>
            <a:pPr indent="-361950" lvl="0" marL="457200" rtl="0" algn="l">
              <a:spcBef>
                <a:spcPts val="0"/>
              </a:spcBef>
              <a:spcAft>
                <a:spcPts val="0"/>
              </a:spcAft>
              <a:buClr>
                <a:schemeClr val="dk1"/>
              </a:buClr>
              <a:buSzPts val="2100"/>
              <a:buFont typeface="Corbel"/>
              <a:buChar char="●"/>
            </a:pPr>
            <a:r>
              <a:rPr lang="en-GB" sz="2100">
                <a:solidFill>
                  <a:schemeClr val="dk1"/>
                </a:solidFill>
                <a:latin typeface="Corbel"/>
                <a:ea typeface="Corbel"/>
                <a:cs typeface="Corbel"/>
                <a:sym typeface="Corbel"/>
              </a:rPr>
              <a:t>Stoichiometry </a:t>
            </a:r>
            <a:r>
              <a:rPr b="1" lang="en-GB" sz="2100">
                <a:solidFill>
                  <a:schemeClr val="dk1"/>
                </a:solidFill>
                <a:latin typeface="Corbel"/>
                <a:ea typeface="Corbel"/>
                <a:cs typeface="Corbel"/>
                <a:sym typeface="Corbel"/>
              </a:rPr>
              <a:t>remains the same</a:t>
            </a:r>
            <a:r>
              <a:rPr lang="en-GB" sz="2100">
                <a:solidFill>
                  <a:schemeClr val="dk1"/>
                </a:solidFill>
                <a:latin typeface="Corbel"/>
                <a:ea typeface="Corbel"/>
                <a:cs typeface="Corbel"/>
                <a:sym typeface="Corbel"/>
              </a:rPr>
              <a:t>: You need to determine the </a:t>
            </a:r>
            <a:r>
              <a:rPr i="1" lang="en-GB" sz="2100">
                <a:solidFill>
                  <a:schemeClr val="dk1"/>
                </a:solidFill>
                <a:latin typeface="Corbel"/>
                <a:ea typeface="Corbel"/>
                <a:cs typeface="Corbel"/>
                <a:sym typeface="Corbel"/>
              </a:rPr>
              <a:t>moles of the given</a:t>
            </a:r>
            <a:r>
              <a:rPr lang="en-GB" sz="2100">
                <a:solidFill>
                  <a:schemeClr val="dk1"/>
                </a:solidFill>
                <a:latin typeface="Corbel"/>
                <a:ea typeface="Corbel"/>
                <a:cs typeface="Corbel"/>
                <a:sym typeface="Corbel"/>
              </a:rPr>
              <a:t>, use the</a:t>
            </a:r>
            <a:r>
              <a:rPr i="1" lang="en-GB" sz="2100">
                <a:solidFill>
                  <a:schemeClr val="dk1"/>
                </a:solidFill>
                <a:latin typeface="Corbel"/>
                <a:ea typeface="Corbel"/>
                <a:cs typeface="Corbel"/>
                <a:sym typeface="Corbel"/>
              </a:rPr>
              <a:t> molar ratio</a:t>
            </a:r>
            <a:r>
              <a:rPr lang="en-GB" sz="2100">
                <a:solidFill>
                  <a:schemeClr val="dk1"/>
                </a:solidFill>
                <a:latin typeface="Corbel"/>
                <a:ea typeface="Corbel"/>
                <a:cs typeface="Corbel"/>
                <a:sym typeface="Corbel"/>
              </a:rPr>
              <a:t> to determine the </a:t>
            </a:r>
            <a:r>
              <a:rPr i="1" lang="en-GB" sz="2100">
                <a:solidFill>
                  <a:schemeClr val="dk1"/>
                </a:solidFill>
                <a:latin typeface="Corbel"/>
                <a:ea typeface="Corbel"/>
                <a:cs typeface="Corbel"/>
                <a:sym typeface="Corbel"/>
              </a:rPr>
              <a:t>moles of required </a:t>
            </a:r>
            <a:r>
              <a:rPr lang="en-GB" sz="2100">
                <a:solidFill>
                  <a:schemeClr val="dk1"/>
                </a:solidFill>
                <a:latin typeface="Corbel"/>
                <a:ea typeface="Corbel"/>
                <a:cs typeface="Corbel"/>
                <a:sym typeface="Corbel"/>
              </a:rPr>
              <a:t>then convert to </a:t>
            </a:r>
            <a:r>
              <a:rPr i="1" lang="en-GB" sz="2100">
                <a:solidFill>
                  <a:schemeClr val="dk1"/>
                </a:solidFill>
                <a:latin typeface="Corbel"/>
                <a:ea typeface="Corbel"/>
                <a:cs typeface="Corbel"/>
                <a:sym typeface="Corbel"/>
              </a:rPr>
              <a:t>what is asked for</a:t>
            </a:r>
            <a:r>
              <a:rPr lang="en-GB" sz="2100">
                <a:solidFill>
                  <a:schemeClr val="dk1"/>
                </a:solidFill>
                <a:latin typeface="Corbel"/>
                <a:ea typeface="Corbel"/>
                <a:cs typeface="Corbel"/>
                <a:sym typeface="Corbel"/>
              </a:rPr>
              <a:t> (mass, particles or solution) </a:t>
            </a:r>
            <a:endParaRPr sz="2100">
              <a:solidFill>
                <a:schemeClr val="dk1"/>
              </a:solidFill>
              <a:latin typeface="Corbel"/>
              <a:ea typeface="Corbel"/>
              <a:cs typeface="Corbel"/>
              <a:sym typeface="Corbe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7"/>
          <p:cNvSpPr txBox="1"/>
          <p:nvPr>
            <p:ph type="title"/>
          </p:nvPr>
        </p:nvSpPr>
        <p:spPr>
          <a:xfrm>
            <a:off x="202150" y="116575"/>
            <a:ext cx="8484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 Solution Stoichiometry</a:t>
            </a:r>
            <a:endParaRPr/>
          </a:p>
        </p:txBody>
      </p:sp>
      <p:sp>
        <p:nvSpPr>
          <p:cNvPr id="228" name="Google Shape;228;p37"/>
          <p:cNvSpPr txBox="1"/>
          <p:nvPr/>
        </p:nvSpPr>
        <p:spPr>
          <a:xfrm>
            <a:off x="246125" y="1231175"/>
            <a:ext cx="8526600" cy="32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p:txBody>
      </p:sp>
      <p:pic>
        <p:nvPicPr>
          <p:cNvPr id="229" name="Google Shape;229;p37"/>
          <p:cNvPicPr preferRelativeResize="0"/>
          <p:nvPr/>
        </p:nvPicPr>
        <p:blipFill>
          <a:blip r:embed="rId3">
            <a:alphaModFix/>
          </a:blip>
          <a:stretch>
            <a:fillRect/>
          </a:stretch>
        </p:blipFill>
        <p:spPr>
          <a:xfrm>
            <a:off x="833475" y="1154975"/>
            <a:ext cx="7441886" cy="3912326"/>
          </a:xfrm>
          <a:prstGeom prst="rect">
            <a:avLst/>
          </a:prstGeom>
          <a:noFill/>
          <a:ln>
            <a:noFill/>
          </a:ln>
        </p:spPr>
      </p:pic>
      <p:sp>
        <p:nvSpPr>
          <p:cNvPr id="230" name="Google Shape;230;p37"/>
          <p:cNvSpPr txBox="1"/>
          <p:nvPr/>
        </p:nvSpPr>
        <p:spPr>
          <a:xfrm>
            <a:off x="3029750" y="3823775"/>
            <a:ext cx="1427100" cy="10638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500">
                <a:solidFill>
                  <a:schemeClr val="dk1"/>
                </a:solidFill>
                <a:latin typeface="Corbel"/>
                <a:ea typeface="Corbel"/>
                <a:cs typeface="Corbel"/>
                <a:sym typeface="Corbel"/>
              </a:rPr>
              <a:t>Determine the moles of given using </a:t>
            </a:r>
            <a:endParaRPr sz="1500">
              <a:solidFill>
                <a:schemeClr val="dk1"/>
              </a:solidFill>
              <a:latin typeface="Corbel"/>
              <a:ea typeface="Corbel"/>
              <a:cs typeface="Corbel"/>
              <a:sym typeface="Corbel"/>
            </a:endParaRPr>
          </a:p>
          <a:p>
            <a:pPr indent="0" lvl="0" marL="0" rtl="0" algn="ctr">
              <a:spcBef>
                <a:spcPts val="0"/>
              </a:spcBef>
              <a:spcAft>
                <a:spcPts val="0"/>
              </a:spcAft>
              <a:buNone/>
            </a:pPr>
            <a:r>
              <a:rPr lang="en-GB" sz="1500">
                <a:solidFill>
                  <a:schemeClr val="dk1"/>
                </a:solidFill>
                <a:latin typeface="Corbel"/>
                <a:ea typeface="Corbel"/>
                <a:cs typeface="Corbel"/>
                <a:sym typeface="Corbel"/>
              </a:rPr>
              <a:t>n = MV</a:t>
            </a:r>
            <a:endParaRPr sz="1500">
              <a:solidFill>
                <a:schemeClr val="dk1"/>
              </a:solidFill>
              <a:latin typeface="Corbel"/>
              <a:ea typeface="Corbel"/>
              <a:cs typeface="Corbel"/>
              <a:sym typeface="Corbel"/>
            </a:endParaRPr>
          </a:p>
        </p:txBody>
      </p:sp>
      <p:sp>
        <p:nvSpPr>
          <p:cNvPr id="231" name="Google Shape;231;p37"/>
          <p:cNvSpPr txBox="1"/>
          <p:nvPr/>
        </p:nvSpPr>
        <p:spPr>
          <a:xfrm>
            <a:off x="4784425" y="3823775"/>
            <a:ext cx="1427100" cy="10638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500">
                <a:solidFill>
                  <a:schemeClr val="dk1"/>
                </a:solidFill>
                <a:latin typeface="Corbel"/>
                <a:ea typeface="Corbel"/>
                <a:cs typeface="Corbel"/>
                <a:sym typeface="Corbel"/>
              </a:rPr>
              <a:t>Determine the conc. of required  using </a:t>
            </a:r>
            <a:endParaRPr sz="1500">
              <a:solidFill>
                <a:schemeClr val="dk1"/>
              </a:solidFill>
              <a:latin typeface="Corbel"/>
              <a:ea typeface="Corbel"/>
              <a:cs typeface="Corbel"/>
              <a:sym typeface="Corbel"/>
            </a:endParaRPr>
          </a:p>
          <a:p>
            <a:pPr indent="0" lvl="0" marL="0" rtl="0" algn="ctr">
              <a:spcBef>
                <a:spcPts val="0"/>
              </a:spcBef>
              <a:spcAft>
                <a:spcPts val="0"/>
              </a:spcAft>
              <a:buNone/>
            </a:pPr>
            <a:r>
              <a:rPr lang="en-GB" sz="1500">
                <a:solidFill>
                  <a:schemeClr val="dk1"/>
                </a:solidFill>
                <a:latin typeface="Corbel"/>
                <a:ea typeface="Corbel"/>
                <a:cs typeface="Corbel"/>
                <a:sym typeface="Corbel"/>
              </a:rPr>
              <a:t>M=n/V</a:t>
            </a:r>
            <a:endParaRPr sz="1500">
              <a:solidFill>
                <a:schemeClr val="dk1"/>
              </a:solidFill>
              <a:latin typeface="Corbel"/>
              <a:ea typeface="Corbel"/>
              <a:cs typeface="Corbel"/>
              <a:sym typeface="Corbel"/>
            </a:endParaRPr>
          </a:p>
        </p:txBody>
      </p:sp>
      <p:sp>
        <p:nvSpPr>
          <p:cNvPr id="232" name="Google Shape;232;p37"/>
          <p:cNvSpPr txBox="1"/>
          <p:nvPr/>
        </p:nvSpPr>
        <p:spPr>
          <a:xfrm>
            <a:off x="7548100" y="4712400"/>
            <a:ext cx="1651800" cy="431100"/>
          </a:xfrm>
          <a:prstGeom prst="rect">
            <a:avLst/>
          </a:prstGeom>
          <a:solidFill>
            <a:schemeClr val="lt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Corbel"/>
                <a:ea typeface="Corbel"/>
                <a:cs typeface="Corbel"/>
                <a:sym typeface="Corbel"/>
              </a:rPr>
              <a:t>Part. = particles</a:t>
            </a:r>
            <a:endParaRPr sz="1600">
              <a:solidFill>
                <a:schemeClr val="dk1"/>
              </a:solidFill>
              <a:latin typeface="Corbel"/>
              <a:ea typeface="Corbel"/>
              <a:cs typeface="Corbel"/>
              <a:sym typeface="Corbe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8"/>
          <p:cNvSpPr txBox="1"/>
          <p:nvPr>
            <p:ph type="title"/>
          </p:nvPr>
        </p:nvSpPr>
        <p:spPr>
          <a:xfrm>
            <a:off x="414750" y="101600"/>
            <a:ext cx="8526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300"/>
              <a:t>Explore - </a:t>
            </a:r>
            <a:r>
              <a:rPr lang="en-GB" sz="3300"/>
              <a:t>Practice 1 - Concentration from Mass</a:t>
            </a:r>
            <a:endParaRPr sz="3300"/>
          </a:p>
        </p:txBody>
      </p:sp>
      <p:sp>
        <p:nvSpPr>
          <p:cNvPr id="239" name="Google Shape;239;p38"/>
          <p:cNvSpPr txBox="1"/>
          <p:nvPr/>
        </p:nvSpPr>
        <p:spPr>
          <a:xfrm>
            <a:off x="308700" y="1129525"/>
            <a:ext cx="8526600" cy="139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i="1" lang="en-GB" sz="1800">
                <a:solidFill>
                  <a:schemeClr val="dk1"/>
                </a:solidFill>
              </a:rPr>
              <a:t>100.0mL of AgNO</a:t>
            </a:r>
            <a:r>
              <a:rPr b="1" baseline="-25000" i="1" lang="en-GB" sz="1800">
                <a:solidFill>
                  <a:schemeClr val="dk1"/>
                </a:solidFill>
              </a:rPr>
              <a:t>3</a:t>
            </a:r>
            <a:r>
              <a:rPr b="1" i="1" lang="en-GB" sz="1800">
                <a:solidFill>
                  <a:schemeClr val="dk1"/>
                </a:solidFill>
              </a:rPr>
              <a:t> (unknown concentration) is reacted with excess solid copper.  After leaving the reaction for a few days, 1.65g of Silver was precipitated out.  What was the original AgNO</a:t>
            </a:r>
            <a:r>
              <a:rPr b="1" baseline="-25000" i="1" lang="en-GB" sz="1800">
                <a:solidFill>
                  <a:schemeClr val="dk1"/>
                </a:solidFill>
              </a:rPr>
              <a:t>3</a:t>
            </a:r>
            <a:r>
              <a:rPr b="1" i="1" lang="en-GB" sz="1800">
                <a:solidFill>
                  <a:schemeClr val="dk1"/>
                </a:solidFill>
              </a:rPr>
              <a:t> concentration? (use a charge of +1 for the copper ion that forms)    </a:t>
            </a:r>
            <a:r>
              <a:rPr b="1" i="1" lang="en-GB" sz="1800">
                <a:solidFill>
                  <a:srgbClr val="FF0000"/>
                </a:solidFill>
              </a:rPr>
              <a:t>Ans: 0.153M</a:t>
            </a:r>
            <a:endParaRPr b="1" i="1" sz="1800">
              <a:solidFill>
                <a:srgbClr val="FF0000"/>
              </a:solidFill>
            </a:endParaRPr>
          </a:p>
          <a:p>
            <a:pPr indent="0" lvl="0" marL="0" rtl="0" algn="l">
              <a:spcBef>
                <a:spcPts val="0"/>
              </a:spcBef>
              <a:spcAft>
                <a:spcPts val="0"/>
              </a:spcAft>
              <a:buNone/>
            </a:pPr>
            <a:r>
              <a:t/>
            </a:r>
            <a:endParaRPr b="1" i="1" sz="1800">
              <a:solidFill>
                <a:schemeClr val="dk1"/>
              </a:solidFill>
            </a:endParaRPr>
          </a:p>
        </p:txBody>
      </p:sp>
      <p:pic>
        <p:nvPicPr>
          <p:cNvPr id="240" name="Google Shape;240;p38"/>
          <p:cNvPicPr preferRelativeResize="0"/>
          <p:nvPr/>
        </p:nvPicPr>
        <p:blipFill rotWithShape="1">
          <a:blip r:embed="rId3">
            <a:alphaModFix/>
          </a:blip>
          <a:srcRect b="0" l="0" r="50332" t="0"/>
          <a:stretch/>
        </p:blipFill>
        <p:spPr>
          <a:xfrm>
            <a:off x="-1420537" y="902544"/>
            <a:ext cx="640080" cy="729691"/>
          </a:xfrm>
          <a:prstGeom prst="rect">
            <a:avLst/>
          </a:prstGeom>
          <a:noFill/>
          <a:ln>
            <a:noFill/>
          </a:ln>
        </p:spPr>
      </p:pic>
      <p:pic>
        <p:nvPicPr>
          <p:cNvPr id="241" name="Google Shape;241;p38"/>
          <p:cNvPicPr preferRelativeResize="0"/>
          <p:nvPr/>
        </p:nvPicPr>
        <p:blipFill rotWithShape="1">
          <a:blip r:embed="rId3">
            <a:alphaModFix/>
          </a:blip>
          <a:srcRect b="0" l="50332" r="0" t="0"/>
          <a:stretch/>
        </p:blipFill>
        <p:spPr>
          <a:xfrm>
            <a:off x="-1420525" y="1789325"/>
            <a:ext cx="640080" cy="736092"/>
          </a:xfrm>
          <a:prstGeom prst="rect">
            <a:avLst/>
          </a:prstGeom>
          <a:noFill/>
          <a:ln>
            <a:noFill/>
          </a:ln>
        </p:spPr>
      </p:pic>
      <p:sp>
        <p:nvSpPr>
          <p:cNvPr id="242" name="Google Shape;242;p38"/>
          <p:cNvSpPr/>
          <p:nvPr/>
        </p:nvSpPr>
        <p:spPr>
          <a:xfrm>
            <a:off x="151200" y="2969050"/>
            <a:ext cx="1468200" cy="1534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sp>
        <p:nvSpPr>
          <p:cNvPr id="243" name="Google Shape;243;p38"/>
          <p:cNvSpPr txBox="1"/>
          <p:nvPr/>
        </p:nvSpPr>
        <p:spPr>
          <a:xfrm>
            <a:off x="415350" y="3218050"/>
            <a:ext cx="1131000" cy="10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Times New Roman"/>
                <a:ea typeface="Times New Roman"/>
                <a:cs typeface="Times New Roman"/>
                <a:sym typeface="Times New Roman"/>
              </a:rPr>
              <a:t>MASS</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700">
                <a:solidFill>
                  <a:schemeClr val="dk1"/>
                </a:solidFill>
                <a:latin typeface="Times New Roman"/>
                <a:ea typeface="Times New Roman"/>
                <a:cs typeface="Times New Roman"/>
                <a:sym typeface="Times New Roman"/>
              </a:rPr>
              <a:t>m = 1.65g</a:t>
            </a:r>
            <a:endParaRPr sz="1700">
              <a:solidFill>
                <a:schemeClr val="dk1"/>
              </a:solidFill>
              <a:latin typeface="Times New Roman"/>
              <a:ea typeface="Times New Roman"/>
              <a:cs typeface="Times New Roman"/>
              <a:sym typeface="Times New Roman"/>
            </a:endParaRPr>
          </a:p>
        </p:txBody>
      </p:sp>
      <p:sp>
        <p:nvSpPr>
          <p:cNvPr id="244" name="Google Shape;244;p38"/>
          <p:cNvSpPr/>
          <p:nvPr/>
        </p:nvSpPr>
        <p:spPr>
          <a:xfrm>
            <a:off x="2548500" y="2969050"/>
            <a:ext cx="1598700" cy="1534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sp>
        <p:nvSpPr>
          <p:cNvPr id="245" name="Google Shape;245;p38"/>
          <p:cNvSpPr txBox="1"/>
          <p:nvPr/>
        </p:nvSpPr>
        <p:spPr>
          <a:xfrm>
            <a:off x="2545625" y="3292300"/>
            <a:ext cx="1741800" cy="88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Times New Roman"/>
                <a:ea typeface="Times New Roman"/>
                <a:cs typeface="Times New Roman"/>
                <a:sym typeface="Times New Roman"/>
              </a:rPr>
              <a:t>MOLE (Given)</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700">
                <a:solidFill>
                  <a:schemeClr val="dk1"/>
                </a:solidFill>
                <a:latin typeface="Times New Roman"/>
                <a:ea typeface="Times New Roman"/>
                <a:cs typeface="Times New Roman"/>
                <a:sym typeface="Times New Roman"/>
              </a:rPr>
              <a:t>  n</a:t>
            </a:r>
            <a:r>
              <a:rPr baseline="-25000" lang="en-GB" sz="1700">
                <a:solidFill>
                  <a:schemeClr val="dk1"/>
                </a:solidFill>
                <a:latin typeface="Times New Roman"/>
                <a:ea typeface="Times New Roman"/>
                <a:cs typeface="Times New Roman"/>
                <a:sym typeface="Times New Roman"/>
              </a:rPr>
              <a:t>G</a:t>
            </a:r>
            <a:r>
              <a:rPr lang="en-GB" sz="1700">
                <a:solidFill>
                  <a:schemeClr val="dk1"/>
                </a:solidFill>
                <a:latin typeface="Times New Roman"/>
                <a:ea typeface="Times New Roman"/>
                <a:cs typeface="Times New Roman"/>
                <a:sym typeface="Times New Roman"/>
              </a:rPr>
              <a:t> = 0.015 mol</a:t>
            </a:r>
            <a:endParaRPr sz="1700">
              <a:solidFill>
                <a:schemeClr val="dk1"/>
              </a:solidFill>
              <a:latin typeface="Times New Roman"/>
              <a:ea typeface="Times New Roman"/>
              <a:cs typeface="Times New Roman"/>
              <a:sym typeface="Times New Roman"/>
            </a:endParaRPr>
          </a:p>
        </p:txBody>
      </p:sp>
      <p:sp>
        <p:nvSpPr>
          <p:cNvPr id="246" name="Google Shape;246;p38"/>
          <p:cNvSpPr/>
          <p:nvPr/>
        </p:nvSpPr>
        <p:spPr>
          <a:xfrm>
            <a:off x="5076300" y="2942400"/>
            <a:ext cx="1468200" cy="1534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sp>
        <p:nvSpPr>
          <p:cNvPr id="247" name="Google Shape;247;p38"/>
          <p:cNvSpPr txBox="1"/>
          <p:nvPr/>
        </p:nvSpPr>
        <p:spPr>
          <a:xfrm>
            <a:off x="5108175" y="3191400"/>
            <a:ext cx="1598700" cy="10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Times New Roman"/>
                <a:ea typeface="Times New Roman"/>
                <a:cs typeface="Times New Roman"/>
                <a:sym typeface="Times New Roman"/>
              </a:rPr>
              <a:t>   MOLE      (required)</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GB" sz="1700">
                <a:solidFill>
                  <a:schemeClr val="dk1"/>
                </a:solidFill>
                <a:latin typeface="Times New Roman"/>
                <a:ea typeface="Times New Roman"/>
                <a:cs typeface="Times New Roman"/>
                <a:sym typeface="Times New Roman"/>
              </a:rPr>
              <a:t>n</a:t>
            </a:r>
            <a:r>
              <a:rPr baseline="-25000" lang="en-GB" sz="1700">
                <a:solidFill>
                  <a:schemeClr val="dk1"/>
                </a:solidFill>
                <a:latin typeface="Times New Roman"/>
                <a:ea typeface="Times New Roman"/>
                <a:cs typeface="Times New Roman"/>
                <a:sym typeface="Times New Roman"/>
              </a:rPr>
              <a:t>R</a:t>
            </a:r>
            <a:r>
              <a:rPr lang="en-GB" sz="1700">
                <a:solidFill>
                  <a:schemeClr val="dk1"/>
                </a:solidFill>
                <a:latin typeface="Times New Roman"/>
                <a:ea typeface="Times New Roman"/>
                <a:cs typeface="Times New Roman"/>
                <a:sym typeface="Times New Roman"/>
              </a:rPr>
              <a:t> = 0.015 mol</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700">
              <a:solidFill>
                <a:schemeClr val="dk1"/>
              </a:solidFill>
              <a:latin typeface="Times New Roman"/>
              <a:ea typeface="Times New Roman"/>
              <a:cs typeface="Times New Roman"/>
              <a:sym typeface="Times New Roman"/>
            </a:endParaRPr>
          </a:p>
        </p:txBody>
      </p:sp>
      <p:sp>
        <p:nvSpPr>
          <p:cNvPr id="248" name="Google Shape;248;p38"/>
          <p:cNvSpPr/>
          <p:nvPr/>
        </p:nvSpPr>
        <p:spPr>
          <a:xfrm>
            <a:off x="7604100" y="2942400"/>
            <a:ext cx="1468200" cy="1534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sp>
        <p:nvSpPr>
          <p:cNvPr id="249" name="Google Shape;249;p38"/>
          <p:cNvSpPr txBox="1"/>
          <p:nvPr/>
        </p:nvSpPr>
        <p:spPr>
          <a:xfrm>
            <a:off x="7640250" y="3191400"/>
            <a:ext cx="1503900" cy="10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Times New Roman"/>
                <a:ea typeface="Times New Roman"/>
                <a:cs typeface="Times New Roman"/>
                <a:sym typeface="Times New Roman"/>
              </a:rPr>
              <a:t>    CONC.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700">
                <a:solidFill>
                  <a:schemeClr val="dk1"/>
                </a:solidFill>
                <a:latin typeface="Times New Roman"/>
                <a:ea typeface="Times New Roman"/>
                <a:cs typeface="Times New Roman"/>
                <a:sym typeface="Times New Roman"/>
              </a:rPr>
              <a:t>M =0.15mol/L</a:t>
            </a:r>
            <a:endParaRPr sz="1700">
              <a:solidFill>
                <a:schemeClr val="dk1"/>
              </a:solidFill>
              <a:latin typeface="Times New Roman"/>
              <a:ea typeface="Times New Roman"/>
              <a:cs typeface="Times New Roman"/>
              <a:sym typeface="Times New Roman"/>
            </a:endParaRPr>
          </a:p>
        </p:txBody>
      </p:sp>
      <p:cxnSp>
        <p:nvCxnSpPr>
          <p:cNvPr id="250" name="Google Shape;250;p38"/>
          <p:cNvCxnSpPr>
            <a:stCxn id="242" idx="6"/>
            <a:endCxn id="244" idx="2"/>
          </p:cNvCxnSpPr>
          <p:nvPr/>
        </p:nvCxnSpPr>
        <p:spPr>
          <a:xfrm>
            <a:off x="1619400" y="3736450"/>
            <a:ext cx="929100" cy="0"/>
          </a:xfrm>
          <a:prstGeom prst="straightConnector1">
            <a:avLst/>
          </a:prstGeom>
          <a:noFill/>
          <a:ln cap="flat" cmpd="sng" w="9525">
            <a:solidFill>
              <a:schemeClr val="dk2"/>
            </a:solidFill>
            <a:prstDash val="solid"/>
            <a:round/>
            <a:headEnd len="med" w="med" type="none"/>
            <a:tailEnd len="med" w="med" type="triangle"/>
          </a:ln>
        </p:spPr>
      </p:cxnSp>
      <p:sp>
        <p:nvSpPr>
          <p:cNvPr id="251" name="Google Shape;251;p38"/>
          <p:cNvSpPr txBox="1"/>
          <p:nvPr/>
        </p:nvSpPr>
        <p:spPr>
          <a:xfrm>
            <a:off x="1488900" y="3985525"/>
            <a:ext cx="1741800" cy="10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700">
                <a:solidFill>
                  <a:schemeClr val="dk1"/>
                </a:solidFill>
                <a:latin typeface="Times New Roman"/>
                <a:ea typeface="Times New Roman"/>
                <a:cs typeface="Times New Roman"/>
                <a:sym typeface="Times New Roman"/>
              </a:rPr>
              <a:t>n = m/MM</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GB" sz="1700">
                <a:solidFill>
                  <a:schemeClr val="dk1"/>
                </a:solidFill>
                <a:latin typeface="Times New Roman"/>
                <a:ea typeface="Times New Roman"/>
                <a:cs typeface="Times New Roman"/>
                <a:sym typeface="Times New Roman"/>
              </a:rPr>
              <a:t>  = </a:t>
            </a:r>
            <a:r>
              <a:rPr lang="en-GB" sz="1700" u="sng">
                <a:solidFill>
                  <a:schemeClr val="dk1"/>
                </a:solidFill>
                <a:latin typeface="Times New Roman"/>
                <a:ea typeface="Times New Roman"/>
                <a:cs typeface="Times New Roman"/>
                <a:sym typeface="Times New Roman"/>
              </a:rPr>
              <a:t>1.65g</a:t>
            </a:r>
            <a:endParaRPr sz="1700" u="sng">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GB" sz="1700">
                <a:solidFill>
                  <a:schemeClr val="dk1"/>
                </a:solidFill>
                <a:latin typeface="Times New Roman"/>
                <a:ea typeface="Times New Roman"/>
                <a:cs typeface="Times New Roman"/>
                <a:sym typeface="Times New Roman"/>
              </a:rPr>
              <a:t>     107.87g/mol</a:t>
            </a:r>
            <a:endParaRPr sz="3200">
              <a:solidFill>
                <a:schemeClr val="dk1"/>
              </a:solidFill>
              <a:latin typeface="Corbel"/>
              <a:ea typeface="Corbel"/>
              <a:cs typeface="Corbel"/>
              <a:sym typeface="Corbel"/>
            </a:endParaRPr>
          </a:p>
        </p:txBody>
      </p:sp>
      <p:cxnSp>
        <p:nvCxnSpPr>
          <p:cNvPr id="252" name="Google Shape;252;p38"/>
          <p:cNvCxnSpPr/>
          <p:nvPr/>
        </p:nvCxnSpPr>
        <p:spPr>
          <a:xfrm flipH="1" rot="10800000">
            <a:off x="4214450" y="3676125"/>
            <a:ext cx="767700" cy="13200"/>
          </a:xfrm>
          <a:prstGeom prst="straightConnector1">
            <a:avLst/>
          </a:prstGeom>
          <a:noFill/>
          <a:ln cap="flat" cmpd="sng" w="9525">
            <a:solidFill>
              <a:schemeClr val="dk2"/>
            </a:solidFill>
            <a:prstDash val="solid"/>
            <a:round/>
            <a:headEnd len="med" w="med" type="none"/>
            <a:tailEnd len="med" w="med" type="triangle"/>
          </a:ln>
        </p:spPr>
      </p:cxnSp>
      <p:sp>
        <p:nvSpPr>
          <p:cNvPr id="253" name="Google Shape;253;p38"/>
          <p:cNvSpPr txBox="1"/>
          <p:nvPr/>
        </p:nvSpPr>
        <p:spPr>
          <a:xfrm>
            <a:off x="4147125" y="3797025"/>
            <a:ext cx="856200" cy="73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solidFill>
                <a:schemeClr val="dk1"/>
              </a:solidFill>
              <a:latin typeface="Corbel"/>
              <a:ea typeface="Corbel"/>
              <a:cs typeface="Corbel"/>
              <a:sym typeface="Corbel"/>
            </a:endParaRPr>
          </a:p>
        </p:txBody>
      </p:sp>
      <p:sp>
        <p:nvSpPr>
          <p:cNvPr id="254" name="Google Shape;254;p38"/>
          <p:cNvSpPr txBox="1"/>
          <p:nvPr/>
        </p:nvSpPr>
        <p:spPr>
          <a:xfrm>
            <a:off x="4093250" y="3736450"/>
            <a:ext cx="1289100" cy="10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Times New Roman"/>
                <a:ea typeface="Times New Roman"/>
                <a:cs typeface="Times New Roman"/>
                <a:sym typeface="Times New Roman"/>
              </a:rPr>
              <a:t>x </a:t>
            </a:r>
            <a:r>
              <a:rPr lang="en-GB" sz="1700" u="sng">
                <a:solidFill>
                  <a:schemeClr val="dk1"/>
                </a:solidFill>
                <a:latin typeface="Times New Roman"/>
                <a:ea typeface="Times New Roman"/>
                <a:cs typeface="Times New Roman"/>
                <a:sym typeface="Times New Roman"/>
              </a:rPr>
              <a:t> 1Ag</a:t>
            </a:r>
            <a:endParaRPr sz="1700" u="sng">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700">
                <a:solidFill>
                  <a:schemeClr val="dk1"/>
                </a:solidFill>
                <a:latin typeface="Times New Roman"/>
                <a:ea typeface="Times New Roman"/>
                <a:cs typeface="Times New Roman"/>
                <a:sym typeface="Times New Roman"/>
              </a:rPr>
              <a:t>    1 </a:t>
            </a:r>
            <a:r>
              <a:rPr lang="en-GB" sz="1800">
                <a:solidFill>
                  <a:schemeClr val="dk1"/>
                </a:solidFill>
                <a:latin typeface="Times New Roman"/>
                <a:ea typeface="Times New Roman"/>
                <a:cs typeface="Times New Roman"/>
                <a:sym typeface="Times New Roman"/>
              </a:rPr>
              <a:t>AgNO</a:t>
            </a:r>
            <a:r>
              <a:rPr baseline="-25000" lang="en-GB" sz="1800">
                <a:solidFill>
                  <a:schemeClr val="dk1"/>
                </a:solidFill>
                <a:latin typeface="Times New Roman"/>
                <a:ea typeface="Times New Roman"/>
                <a:cs typeface="Times New Roman"/>
                <a:sym typeface="Times New Roman"/>
              </a:rPr>
              <a:t>3</a:t>
            </a:r>
            <a:r>
              <a:rPr i="1" lang="en-GB" sz="1800">
                <a:solidFill>
                  <a:schemeClr val="dk1"/>
                </a:solidFill>
              </a:rPr>
              <a:t> </a:t>
            </a:r>
            <a:r>
              <a:rPr b="1" i="1" lang="en-GB" sz="1800">
                <a:solidFill>
                  <a:schemeClr val="dk1"/>
                </a:solidFill>
              </a:rPr>
              <a:t>  </a:t>
            </a:r>
            <a:endParaRPr sz="1700">
              <a:solidFill>
                <a:schemeClr val="dk1"/>
              </a:solidFill>
              <a:latin typeface="Times New Roman"/>
              <a:ea typeface="Times New Roman"/>
              <a:cs typeface="Times New Roman"/>
              <a:sym typeface="Times New Roman"/>
            </a:endParaRPr>
          </a:p>
        </p:txBody>
      </p:sp>
      <p:sp>
        <p:nvSpPr>
          <p:cNvPr id="255" name="Google Shape;255;p38"/>
          <p:cNvSpPr txBox="1"/>
          <p:nvPr/>
        </p:nvSpPr>
        <p:spPr>
          <a:xfrm>
            <a:off x="479750" y="2270400"/>
            <a:ext cx="8516100" cy="6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i="1" lang="en-GB" sz="1800">
                <a:solidFill>
                  <a:schemeClr val="dk1"/>
                </a:solidFill>
              </a:rPr>
              <a:t>AgNO</a:t>
            </a:r>
            <a:r>
              <a:rPr b="1" baseline="-25000" i="1" lang="en-GB" sz="1800">
                <a:solidFill>
                  <a:schemeClr val="dk1"/>
                </a:solidFill>
              </a:rPr>
              <a:t>3</a:t>
            </a:r>
            <a:r>
              <a:rPr b="1" i="1" lang="en-GB" sz="1800">
                <a:solidFill>
                  <a:schemeClr val="dk1"/>
                </a:solidFill>
              </a:rPr>
              <a:t>   + Cu →  CuNO</a:t>
            </a:r>
            <a:r>
              <a:rPr b="1" baseline="-25000" i="1" lang="en-GB" sz="1800">
                <a:solidFill>
                  <a:schemeClr val="dk1"/>
                </a:solidFill>
              </a:rPr>
              <a:t>3</a:t>
            </a:r>
            <a:r>
              <a:rPr b="1" i="1" lang="en-GB" sz="1800">
                <a:solidFill>
                  <a:schemeClr val="dk1"/>
                </a:solidFill>
              </a:rPr>
              <a:t>   + Ag    ** Always check for balancing! </a:t>
            </a:r>
            <a:endParaRPr sz="3200">
              <a:solidFill>
                <a:schemeClr val="dk1"/>
              </a:solidFill>
              <a:latin typeface="Corbel"/>
              <a:ea typeface="Corbel"/>
              <a:cs typeface="Corbel"/>
              <a:sym typeface="Corbel"/>
            </a:endParaRPr>
          </a:p>
        </p:txBody>
      </p:sp>
      <p:cxnSp>
        <p:nvCxnSpPr>
          <p:cNvPr id="256" name="Google Shape;256;p38"/>
          <p:cNvCxnSpPr>
            <a:stCxn id="247" idx="3"/>
            <a:endCxn id="248" idx="2"/>
          </p:cNvCxnSpPr>
          <p:nvPr/>
        </p:nvCxnSpPr>
        <p:spPr>
          <a:xfrm>
            <a:off x="6706875" y="3709800"/>
            <a:ext cx="897300" cy="0"/>
          </a:xfrm>
          <a:prstGeom prst="straightConnector1">
            <a:avLst/>
          </a:prstGeom>
          <a:noFill/>
          <a:ln cap="flat" cmpd="sng" w="9525">
            <a:solidFill>
              <a:schemeClr val="dk2"/>
            </a:solidFill>
            <a:prstDash val="solid"/>
            <a:round/>
            <a:headEnd len="med" w="med" type="none"/>
            <a:tailEnd len="med" w="med" type="triangle"/>
          </a:ln>
        </p:spPr>
      </p:cxnSp>
      <p:sp>
        <p:nvSpPr>
          <p:cNvPr id="257" name="Google Shape;257;p38"/>
          <p:cNvSpPr txBox="1"/>
          <p:nvPr/>
        </p:nvSpPr>
        <p:spPr>
          <a:xfrm>
            <a:off x="6544500" y="3797025"/>
            <a:ext cx="1741800" cy="10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1"/>
                </a:solidFill>
                <a:latin typeface="Times New Roman"/>
                <a:ea typeface="Times New Roman"/>
                <a:cs typeface="Times New Roman"/>
                <a:sym typeface="Times New Roman"/>
              </a:rPr>
              <a:t>M</a:t>
            </a:r>
            <a:r>
              <a:rPr lang="en-GB" sz="1700">
                <a:solidFill>
                  <a:schemeClr val="dk1"/>
                </a:solidFill>
                <a:latin typeface="Times New Roman"/>
                <a:ea typeface="Times New Roman"/>
                <a:cs typeface="Times New Roman"/>
                <a:sym typeface="Times New Roman"/>
              </a:rPr>
              <a:t> = n/V</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700">
                <a:solidFill>
                  <a:schemeClr val="dk1"/>
                </a:solidFill>
                <a:latin typeface="Times New Roman"/>
                <a:ea typeface="Times New Roman"/>
                <a:cs typeface="Times New Roman"/>
                <a:sym typeface="Times New Roman"/>
              </a:rPr>
              <a:t>  = </a:t>
            </a:r>
            <a:r>
              <a:rPr lang="en-GB" sz="1700" u="sng">
                <a:solidFill>
                  <a:schemeClr val="dk1"/>
                </a:solidFill>
                <a:latin typeface="Times New Roman"/>
                <a:ea typeface="Times New Roman"/>
                <a:cs typeface="Times New Roman"/>
                <a:sym typeface="Times New Roman"/>
              </a:rPr>
              <a:t>0.015mol</a:t>
            </a:r>
            <a:endParaRPr sz="1700" u="sng">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700">
                <a:solidFill>
                  <a:schemeClr val="dk1"/>
                </a:solidFill>
                <a:latin typeface="Times New Roman"/>
                <a:ea typeface="Times New Roman"/>
                <a:cs typeface="Times New Roman"/>
                <a:sym typeface="Times New Roman"/>
              </a:rPr>
              <a:t>     0.1L</a:t>
            </a:r>
            <a:endParaRPr sz="3200">
              <a:solidFill>
                <a:schemeClr val="dk1"/>
              </a:solidFill>
              <a:latin typeface="Corbel"/>
              <a:ea typeface="Corbel"/>
              <a:cs typeface="Corbel"/>
              <a:sym typeface="Corbel"/>
            </a:endParaRPr>
          </a:p>
        </p:txBody>
      </p:sp>
      <p:sp>
        <p:nvSpPr>
          <p:cNvPr id="258" name="Google Shape;258;p38"/>
          <p:cNvSpPr txBox="1"/>
          <p:nvPr/>
        </p:nvSpPr>
        <p:spPr>
          <a:xfrm>
            <a:off x="0" y="2363050"/>
            <a:ext cx="9204000" cy="2746800"/>
          </a:xfrm>
          <a:prstGeom prst="rect">
            <a:avLst/>
          </a:prstGeom>
          <a:solidFill>
            <a:srgbClr val="6AA84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3200">
              <a:solidFill>
                <a:schemeClr val="dk1"/>
              </a:solidFill>
              <a:latin typeface="Corbel"/>
              <a:ea typeface="Corbel"/>
              <a:cs typeface="Corbel"/>
              <a:sym typeface="Corbel"/>
            </a:endParaRPr>
          </a:p>
          <a:p>
            <a:pPr indent="0" lvl="0" marL="0" rtl="0" algn="ctr">
              <a:spcBef>
                <a:spcPts val="0"/>
              </a:spcBef>
              <a:spcAft>
                <a:spcPts val="0"/>
              </a:spcAft>
              <a:buNone/>
            </a:pPr>
            <a:r>
              <a:rPr lang="en-GB" sz="3200">
                <a:solidFill>
                  <a:schemeClr val="dk1"/>
                </a:solidFill>
                <a:latin typeface="Corbel"/>
                <a:ea typeface="Corbel"/>
                <a:cs typeface="Corbel"/>
                <a:sym typeface="Corbel"/>
              </a:rPr>
              <a:t>Try yourselves on a Whiteboard then remove this box to check your process.</a:t>
            </a:r>
            <a:endParaRPr sz="3200">
              <a:solidFill>
                <a:schemeClr val="dk1"/>
              </a:solidFill>
              <a:latin typeface="Corbel"/>
              <a:ea typeface="Corbel"/>
              <a:cs typeface="Corbel"/>
              <a:sym typeface="Corbel"/>
            </a:endParaRPr>
          </a:p>
          <a:p>
            <a:pPr indent="0" lvl="0" marL="0" rtl="0" algn="ctr">
              <a:spcBef>
                <a:spcPts val="0"/>
              </a:spcBef>
              <a:spcAft>
                <a:spcPts val="0"/>
              </a:spcAft>
              <a:buNone/>
            </a:pPr>
            <a:r>
              <a:rPr lang="en-GB" sz="3200">
                <a:solidFill>
                  <a:schemeClr val="dk1"/>
                </a:solidFill>
                <a:latin typeface="Corbel"/>
                <a:ea typeface="Corbel"/>
                <a:cs typeface="Corbel"/>
                <a:sym typeface="Corbel"/>
              </a:rPr>
              <a:t>* Hint start with a balanced chemical equation &amp; list your givens! </a:t>
            </a:r>
            <a:endParaRPr sz="3200">
              <a:solidFill>
                <a:schemeClr val="dk1"/>
              </a:solidFill>
              <a:latin typeface="Corbel"/>
              <a:ea typeface="Corbel"/>
              <a:cs typeface="Corbel"/>
              <a:sym typeface="Corbe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9"/>
          <p:cNvSpPr txBox="1"/>
          <p:nvPr>
            <p:ph type="title"/>
          </p:nvPr>
        </p:nvSpPr>
        <p:spPr>
          <a:xfrm>
            <a:off x="414750" y="101600"/>
            <a:ext cx="8526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300"/>
              <a:t>Explore - Practice 2 - Limiting Reagent</a:t>
            </a:r>
            <a:endParaRPr sz="3300"/>
          </a:p>
        </p:txBody>
      </p:sp>
      <p:sp>
        <p:nvSpPr>
          <p:cNvPr id="265" name="Google Shape;265;p39"/>
          <p:cNvSpPr txBox="1"/>
          <p:nvPr/>
        </p:nvSpPr>
        <p:spPr>
          <a:xfrm>
            <a:off x="414750" y="1293225"/>
            <a:ext cx="8526600" cy="3252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i="1" lang="en-GB" sz="1800">
                <a:solidFill>
                  <a:schemeClr val="dk1"/>
                </a:solidFill>
              </a:rPr>
              <a:t>Aluminium sulphate reacts with calcium nitrate.  If 20.0mL of 0.0150M Aluminum Sulphate and 30.0mL of 0.0185M Calcium nitrate react, which is the limiting reagent? How much (mass) precipitate is formed?</a:t>
            </a:r>
            <a:endParaRPr b="1" i="1" sz="18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i="1" sz="18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i="1" sz="1800">
              <a:solidFill>
                <a:schemeClr val="dk1"/>
              </a:solidFill>
            </a:endParaRPr>
          </a:p>
          <a:p>
            <a:pPr indent="0" lvl="0" marL="0" rtl="0" algn="l">
              <a:lnSpc>
                <a:spcPct val="100000"/>
              </a:lnSpc>
              <a:spcBef>
                <a:spcPts val="0"/>
              </a:spcBef>
              <a:spcAft>
                <a:spcPts val="0"/>
              </a:spcAft>
              <a:buClr>
                <a:schemeClr val="dk1"/>
              </a:buClr>
              <a:buSzPts val="1100"/>
              <a:buFont typeface="Arial"/>
              <a:buNone/>
            </a:pPr>
            <a:r>
              <a:rPr i="1" lang="en-GB" sz="1800">
                <a:solidFill>
                  <a:schemeClr val="dk1"/>
                </a:solidFill>
              </a:rPr>
              <a:t>** Use your stoichiometry knowledge! Balance first :) If you are unable to get the correct answer, confer with another group and then your teacher.</a:t>
            </a:r>
            <a:r>
              <a:rPr b="1" i="1" lang="en-GB" sz="1800">
                <a:solidFill>
                  <a:schemeClr val="dk1"/>
                </a:solidFill>
              </a:rPr>
              <a:t> </a:t>
            </a:r>
            <a:endParaRPr b="1" i="1" sz="18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i="1" sz="18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i="1" lang="en-GB" sz="1800">
                <a:solidFill>
                  <a:schemeClr val="dk1"/>
                </a:solidFill>
              </a:rPr>
              <a:t>Ans: Limiting reagent is Ca(NO</a:t>
            </a:r>
            <a:r>
              <a:rPr b="1" baseline="-25000" i="1" lang="en-GB" sz="1800">
                <a:solidFill>
                  <a:schemeClr val="dk1"/>
                </a:solidFill>
              </a:rPr>
              <a:t>3</a:t>
            </a:r>
            <a:r>
              <a:rPr b="1" i="1" lang="en-GB" sz="1800">
                <a:solidFill>
                  <a:schemeClr val="dk1"/>
                </a:solidFill>
              </a:rPr>
              <a:t>)</a:t>
            </a:r>
            <a:r>
              <a:rPr b="1" baseline="-25000" i="1" lang="en-GB" sz="1800">
                <a:solidFill>
                  <a:schemeClr val="dk1"/>
                </a:solidFill>
              </a:rPr>
              <a:t>2</a:t>
            </a:r>
            <a:r>
              <a:rPr b="1" i="1" lang="en-GB" sz="1800">
                <a:solidFill>
                  <a:schemeClr val="dk1"/>
                </a:solidFill>
              </a:rPr>
              <a:t>. Using the solubility table, the precipitate is Ca</a:t>
            </a:r>
            <a:r>
              <a:rPr b="1" i="1" lang="en-GB" sz="1800">
                <a:solidFill>
                  <a:schemeClr val="dk1"/>
                </a:solidFill>
              </a:rPr>
              <a:t>SO</a:t>
            </a:r>
            <a:r>
              <a:rPr b="1" baseline="-25000" i="1" lang="en-GB" sz="1800">
                <a:solidFill>
                  <a:schemeClr val="dk1"/>
                </a:solidFill>
              </a:rPr>
              <a:t>4</a:t>
            </a:r>
            <a:r>
              <a:rPr b="1" i="1" lang="en-GB" sz="1800">
                <a:solidFill>
                  <a:schemeClr val="dk1"/>
                </a:solidFill>
              </a:rPr>
              <a:t> and </a:t>
            </a:r>
            <a:r>
              <a:rPr b="1" i="1" lang="en-GB" sz="1800">
                <a:solidFill>
                  <a:schemeClr val="dk1"/>
                </a:solidFill>
              </a:rPr>
              <a:t>0.0756g are formed. </a:t>
            </a:r>
            <a:endParaRPr b="1" i="1" sz="1800">
              <a:solidFill>
                <a:schemeClr val="dk1"/>
              </a:solidFill>
            </a:endParaRPr>
          </a:p>
          <a:p>
            <a:pPr indent="0" lvl="0" marL="0" rtl="0" algn="l">
              <a:lnSpc>
                <a:spcPct val="100000"/>
              </a:lnSpc>
              <a:spcBef>
                <a:spcPts val="0"/>
              </a:spcBef>
              <a:spcAft>
                <a:spcPts val="0"/>
              </a:spcAft>
              <a:buNone/>
            </a:pPr>
            <a:r>
              <a:t/>
            </a:r>
            <a:endParaRPr b="1" i="1" sz="1800">
              <a:solidFill>
                <a:schemeClr val="dk1"/>
              </a:solidFill>
            </a:endParaRPr>
          </a:p>
        </p:txBody>
      </p:sp>
      <p:pic>
        <p:nvPicPr>
          <p:cNvPr id="266" name="Google Shape;266;p39"/>
          <p:cNvPicPr preferRelativeResize="0"/>
          <p:nvPr/>
        </p:nvPicPr>
        <p:blipFill rotWithShape="1">
          <a:blip r:embed="rId3">
            <a:alphaModFix/>
          </a:blip>
          <a:srcRect b="0" l="0" r="50332" t="0"/>
          <a:stretch/>
        </p:blipFill>
        <p:spPr>
          <a:xfrm>
            <a:off x="-1420537" y="902544"/>
            <a:ext cx="640080" cy="729691"/>
          </a:xfrm>
          <a:prstGeom prst="rect">
            <a:avLst/>
          </a:prstGeom>
          <a:noFill/>
          <a:ln>
            <a:noFill/>
          </a:ln>
        </p:spPr>
      </p:pic>
      <p:pic>
        <p:nvPicPr>
          <p:cNvPr id="267" name="Google Shape;267;p39"/>
          <p:cNvPicPr preferRelativeResize="0"/>
          <p:nvPr/>
        </p:nvPicPr>
        <p:blipFill rotWithShape="1">
          <a:blip r:embed="rId3">
            <a:alphaModFix/>
          </a:blip>
          <a:srcRect b="0" l="50332" r="0" t="0"/>
          <a:stretch/>
        </p:blipFill>
        <p:spPr>
          <a:xfrm>
            <a:off x="-1420525" y="1789325"/>
            <a:ext cx="640080" cy="736092"/>
          </a:xfrm>
          <a:prstGeom prst="rect">
            <a:avLst/>
          </a:prstGeom>
          <a:noFill/>
          <a:ln>
            <a:noFill/>
          </a:ln>
        </p:spPr>
      </p:pic>
      <p:sp>
        <p:nvSpPr>
          <p:cNvPr id="268" name="Google Shape;268;p39"/>
          <p:cNvSpPr txBox="1"/>
          <p:nvPr/>
        </p:nvSpPr>
        <p:spPr>
          <a:xfrm>
            <a:off x="-30000" y="3353925"/>
            <a:ext cx="9204000" cy="1191600"/>
          </a:xfrm>
          <a:prstGeom prst="rect">
            <a:avLst/>
          </a:prstGeom>
          <a:solidFill>
            <a:srgbClr val="6AA84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Corbel"/>
                <a:ea typeface="Corbel"/>
                <a:cs typeface="Corbel"/>
                <a:sym typeface="Corbel"/>
              </a:rPr>
              <a:t>Move this box to check your answer after trying. Feel free to check steps with other groups as you go. Eg. Did you get the same product as the precipitate? </a:t>
            </a:r>
            <a:r>
              <a:rPr lang="en-GB" sz="2300">
                <a:solidFill>
                  <a:schemeClr val="dk1"/>
                </a:solidFill>
                <a:latin typeface="Corbel"/>
                <a:ea typeface="Corbel"/>
                <a:cs typeface="Corbel"/>
                <a:sym typeface="Corbel"/>
              </a:rPr>
              <a:t> </a:t>
            </a:r>
            <a:endParaRPr sz="2300">
              <a:solidFill>
                <a:schemeClr val="dk1"/>
              </a:solidFill>
              <a:latin typeface="Corbel"/>
              <a:ea typeface="Corbel"/>
              <a:cs typeface="Corbel"/>
              <a:sym typeface="Corbe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0"/>
          <p:cNvSpPr txBox="1"/>
          <p:nvPr>
            <p:ph type="title"/>
          </p:nvPr>
        </p:nvSpPr>
        <p:spPr>
          <a:xfrm>
            <a:off x="414750" y="101600"/>
            <a:ext cx="8526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300"/>
              <a:t>Explore - Practice 3 - “Fully React”</a:t>
            </a:r>
            <a:endParaRPr sz="3300"/>
          </a:p>
        </p:txBody>
      </p:sp>
      <p:sp>
        <p:nvSpPr>
          <p:cNvPr id="275" name="Google Shape;275;p40"/>
          <p:cNvSpPr txBox="1"/>
          <p:nvPr/>
        </p:nvSpPr>
        <p:spPr>
          <a:xfrm>
            <a:off x="457200" y="1208725"/>
            <a:ext cx="8526600" cy="325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b="1" i="1" lang="en-GB" sz="1800">
                <a:solidFill>
                  <a:schemeClr val="dk1"/>
                </a:solidFill>
              </a:rPr>
              <a:t>What volume of 0.125M HCl is required to fully react with 0.500g of CaCO</a:t>
            </a:r>
            <a:r>
              <a:rPr b="1" baseline="-25000" i="1" lang="en-GB" sz="3000">
                <a:solidFill>
                  <a:schemeClr val="dk1"/>
                </a:solidFill>
              </a:rPr>
              <a:t>3</a:t>
            </a:r>
            <a:r>
              <a:rPr b="1" i="1" lang="en-GB" sz="1800">
                <a:solidFill>
                  <a:schemeClr val="dk1"/>
                </a:solidFill>
              </a:rPr>
              <a:t> ?</a:t>
            </a:r>
            <a:br>
              <a:rPr b="1" i="1" lang="en-GB" sz="1800">
                <a:solidFill>
                  <a:schemeClr val="dk1"/>
                </a:solidFill>
              </a:rPr>
            </a:br>
            <a:r>
              <a:rPr b="1" i="1" lang="en-GB" sz="1800">
                <a:solidFill>
                  <a:schemeClr val="dk1"/>
                </a:solidFill>
              </a:rPr>
              <a:t> 2HCl</a:t>
            </a:r>
            <a:r>
              <a:rPr b="1" baseline="-25000" i="1" lang="en-GB" sz="3000">
                <a:solidFill>
                  <a:schemeClr val="dk1"/>
                </a:solidFill>
              </a:rPr>
              <a:t> (aq)</a:t>
            </a:r>
            <a:r>
              <a:rPr b="1" i="1" lang="en-GB" sz="1800">
                <a:solidFill>
                  <a:schemeClr val="dk1"/>
                </a:solidFill>
              </a:rPr>
              <a:t> + CaCO</a:t>
            </a:r>
            <a:r>
              <a:rPr b="1" baseline="-25000" i="1" lang="en-GB" sz="3000">
                <a:solidFill>
                  <a:schemeClr val="dk1"/>
                </a:solidFill>
              </a:rPr>
              <a:t>3 (aq)</a:t>
            </a:r>
            <a:r>
              <a:rPr b="1" i="1" lang="en-GB" sz="1800">
                <a:solidFill>
                  <a:schemeClr val="dk1"/>
                </a:solidFill>
              </a:rPr>
              <a:t> → CaCl</a:t>
            </a:r>
            <a:r>
              <a:rPr b="1" baseline="-25000" i="1" lang="en-GB" sz="3000">
                <a:solidFill>
                  <a:schemeClr val="dk1"/>
                </a:solidFill>
              </a:rPr>
              <a:t>2 (aq)</a:t>
            </a:r>
            <a:r>
              <a:rPr b="1" i="1" lang="en-GB" sz="1800">
                <a:solidFill>
                  <a:schemeClr val="dk1"/>
                </a:solidFill>
              </a:rPr>
              <a:t> + H</a:t>
            </a:r>
            <a:r>
              <a:rPr b="1" baseline="-25000" i="1" lang="en-GB" sz="3000">
                <a:solidFill>
                  <a:schemeClr val="dk1"/>
                </a:solidFill>
              </a:rPr>
              <a:t>2</a:t>
            </a:r>
            <a:r>
              <a:rPr b="1" i="1" lang="en-GB" sz="1800">
                <a:solidFill>
                  <a:schemeClr val="dk1"/>
                </a:solidFill>
              </a:rPr>
              <a:t>O</a:t>
            </a:r>
            <a:r>
              <a:rPr b="1" baseline="-25000" i="1" lang="en-GB" sz="3000">
                <a:solidFill>
                  <a:schemeClr val="dk1"/>
                </a:solidFill>
              </a:rPr>
              <a:t>(l)</a:t>
            </a:r>
            <a:r>
              <a:rPr b="1" i="1" lang="en-GB" sz="1800">
                <a:solidFill>
                  <a:schemeClr val="dk1"/>
                </a:solidFill>
              </a:rPr>
              <a:t> + CO</a:t>
            </a:r>
            <a:r>
              <a:rPr b="1" baseline="-25000" i="1" lang="en-GB" sz="3000">
                <a:solidFill>
                  <a:schemeClr val="dk1"/>
                </a:solidFill>
              </a:rPr>
              <a:t>2 (g)</a:t>
            </a:r>
            <a:endParaRPr b="1" baseline="-25000" i="1" sz="3000">
              <a:solidFill>
                <a:schemeClr val="dk1"/>
              </a:solidFill>
            </a:endParaRPr>
          </a:p>
          <a:p>
            <a:pPr indent="0" lvl="0" marL="0" rtl="0" algn="l">
              <a:lnSpc>
                <a:spcPct val="100000"/>
              </a:lnSpc>
              <a:spcBef>
                <a:spcPts val="1600"/>
              </a:spcBef>
              <a:spcAft>
                <a:spcPts val="0"/>
              </a:spcAft>
              <a:buClr>
                <a:schemeClr val="dk1"/>
              </a:buClr>
              <a:buSzPts val="1100"/>
              <a:buFont typeface="Arial"/>
              <a:buNone/>
            </a:pPr>
            <a:r>
              <a:t/>
            </a:r>
            <a:endParaRPr i="1" sz="2100">
              <a:solidFill>
                <a:schemeClr val="dk1"/>
              </a:solidFill>
            </a:endParaRPr>
          </a:p>
          <a:p>
            <a:pPr indent="0" lvl="0" marL="0" rtl="0" algn="l">
              <a:lnSpc>
                <a:spcPct val="100000"/>
              </a:lnSpc>
              <a:spcBef>
                <a:spcPts val="1600"/>
              </a:spcBef>
              <a:spcAft>
                <a:spcPts val="0"/>
              </a:spcAft>
              <a:buClr>
                <a:schemeClr val="dk1"/>
              </a:buClr>
              <a:buSzPts val="1100"/>
              <a:buFont typeface="Arial"/>
              <a:buNone/>
            </a:pPr>
            <a:r>
              <a:rPr lang="en-GB" sz="1900">
                <a:solidFill>
                  <a:schemeClr val="dk1"/>
                </a:solidFill>
              </a:rPr>
              <a:t>Discuss what “fully react” means in terms of the molar ratios in a chemical equation. Ensure you are able to solve for the answer below!</a:t>
            </a:r>
            <a:r>
              <a:rPr lang="en-GB" sz="2100">
                <a:solidFill>
                  <a:schemeClr val="dk1"/>
                </a:solidFill>
              </a:rPr>
              <a:t> </a:t>
            </a:r>
            <a:br>
              <a:rPr i="1" lang="en-GB" sz="2100">
                <a:solidFill>
                  <a:schemeClr val="dk1"/>
                </a:solidFill>
              </a:rPr>
            </a:br>
            <a:endParaRPr i="1" sz="2100">
              <a:solidFill>
                <a:schemeClr val="dk1"/>
              </a:solidFill>
            </a:endParaRPr>
          </a:p>
          <a:p>
            <a:pPr indent="0" lvl="0" marL="0" rtl="0" algn="ctr">
              <a:lnSpc>
                <a:spcPct val="100000"/>
              </a:lnSpc>
              <a:spcBef>
                <a:spcPts val="0"/>
              </a:spcBef>
              <a:spcAft>
                <a:spcPts val="0"/>
              </a:spcAft>
              <a:buClr>
                <a:schemeClr val="dk1"/>
              </a:buClr>
              <a:buSzPts val="1100"/>
              <a:buFont typeface="Arial"/>
              <a:buNone/>
            </a:pPr>
            <a:r>
              <a:rPr b="1" i="1" lang="en-GB" sz="1800">
                <a:solidFill>
                  <a:srgbClr val="FF0000"/>
                </a:solidFill>
              </a:rPr>
              <a:t>Ans: 79.9mL</a:t>
            </a:r>
            <a:endParaRPr b="1" i="1" sz="1800">
              <a:solidFill>
                <a:srgbClr val="FF0000"/>
              </a:solidFill>
            </a:endParaRPr>
          </a:p>
          <a:p>
            <a:pPr indent="0" lvl="0" marL="0" rtl="0" algn="l">
              <a:lnSpc>
                <a:spcPct val="100000"/>
              </a:lnSpc>
              <a:spcBef>
                <a:spcPts val="1600"/>
              </a:spcBef>
              <a:spcAft>
                <a:spcPts val="0"/>
              </a:spcAft>
              <a:buNone/>
            </a:pPr>
            <a:r>
              <a:t/>
            </a:r>
            <a:endParaRPr b="1" i="1" sz="1800">
              <a:solidFill>
                <a:schemeClr val="dk1"/>
              </a:solidFill>
            </a:endParaRPr>
          </a:p>
        </p:txBody>
      </p:sp>
      <p:pic>
        <p:nvPicPr>
          <p:cNvPr id="276" name="Google Shape;276;p40"/>
          <p:cNvPicPr preferRelativeResize="0"/>
          <p:nvPr/>
        </p:nvPicPr>
        <p:blipFill rotWithShape="1">
          <a:blip r:embed="rId3">
            <a:alphaModFix/>
          </a:blip>
          <a:srcRect b="0" l="0" r="50332" t="0"/>
          <a:stretch/>
        </p:blipFill>
        <p:spPr>
          <a:xfrm>
            <a:off x="-1420537" y="902544"/>
            <a:ext cx="640080" cy="729691"/>
          </a:xfrm>
          <a:prstGeom prst="rect">
            <a:avLst/>
          </a:prstGeom>
          <a:noFill/>
          <a:ln>
            <a:noFill/>
          </a:ln>
        </p:spPr>
      </p:pic>
      <p:pic>
        <p:nvPicPr>
          <p:cNvPr id="277" name="Google Shape;277;p40"/>
          <p:cNvPicPr preferRelativeResize="0"/>
          <p:nvPr/>
        </p:nvPicPr>
        <p:blipFill rotWithShape="1">
          <a:blip r:embed="rId3">
            <a:alphaModFix/>
          </a:blip>
          <a:srcRect b="0" l="50332" r="0" t="0"/>
          <a:stretch/>
        </p:blipFill>
        <p:spPr>
          <a:xfrm>
            <a:off x="-1420525" y="1789325"/>
            <a:ext cx="640080" cy="73609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1"/>
          <p:cNvSpPr txBox="1"/>
          <p:nvPr>
            <p:ph type="title"/>
          </p:nvPr>
        </p:nvSpPr>
        <p:spPr>
          <a:xfrm>
            <a:off x="414750" y="101600"/>
            <a:ext cx="8526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300"/>
              <a:t>Explore - Practice 4 - Minimum Volume</a:t>
            </a:r>
            <a:endParaRPr sz="3300"/>
          </a:p>
        </p:txBody>
      </p:sp>
      <p:sp>
        <p:nvSpPr>
          <p:cNvPr id="284" name="Google Shape;284;p41"/>
          <p:cNvSpPr txBox="1"/>
          <p:nvPr/>
        </p:nvSpPr>
        <p:spPr>
          <a:xfrm>
            <a:off x="457200" y="1208725"/>
            <a:ext cx="8526600" cy="325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b="1" i="1" lang="en-GB" sz="1800">
                <a:solidFill>
                  <a:schemeClr val="dk1"/>
                </a:solidFill>
              </a:rPr>
              <a:t>What volume of 0.4M HCl is needed to completely neutralize 47.1mL of 0.75M Ba(OH)</a:t>
            </a:r>
            <a:r>
              <a:rPr b="1" baseline="-25000" i="1" lang="en-GB" sz="3000">
                <a:solidFill>
                  <a:schemeClr val="dk1"/>
                </a:solidFill>
              </a:rPr>
              <a:t>2</a:t>
            </a:r>
            <a:r>
              <a:rPr b="1" i="1" lang="en-GB" sz="1800">
                <a:solidFill>
                  <a:schemeClr val="dk1"/>
                </a:solidFill>
              </a:rPr>
              <a:t> ?</a:t>
            </a:r>
            <a:br>
              <a:rPr b="1" i="1" lang="en-GB" sz="1800">
                <a:solidFill>
                  <a:schemeClr val="dk1"/>
                </a:solidFill>
              </a:rPr>
            </a:br>
            <a:endParaRPr b="1" i="1" sz="1800">
              <a:solidFill>
                <a:schemeClr val="dk1"/>
              </a:solidFill>
            </a:endParaRPr>
          </a:p>
          <a:p>
            <a:pPr indent="0" lvl="0" marL="0" rtl="0" algn="ctr">
              <a:lnSpc>
                <a:spcPct val="100000"/>
              </a:lnSpc>
              <a:spcBef>
                <a:spcPts val="0"/>
              </a:spcBef>
              <a:spcAft>
                <a:spcPts val="0"/>
              </a:spcAft>
              <a:buClr>
                <a:schemeClr val="dk1"/>
              </a:buClr>
              <a:buSzPts val="1100"/>
              <a:buFont typeface="Arial"/>
              <a:buNone/>
            </a:pPr>
            <a:br>
              <a:rPr b="1" i="1" lang="en-GB" sz="1800">
                <a:solidFill>
                  <a:schemeClr val="dk1"/>
                </a:solidFill>
              </a:rPr>
            </a:br>
            <a:r>
              <a:rPr lang="en-GB" sz="1900">
                <a:solidFill>
                  <a:schemeClr val="dk1"/>
                </a:solidFill>
              </a:rPr>
              <a:t>Discuss the similarities and differences between this question and the previous (Practice 3) question. What steps are needed to solve this? Ensure you are able to solve for the answer below!</a:t>
            </a:r>
            <a:r>
              <a:rPr lang="en-GB" sz="2100">
                <a:solidFill>
                  <a:schemeClr val="dk1"/>
                </a:solidFill>
              </a:rPr>
              <a:t> </a:t>
            </a:r>
            <a:endParaRPr b="1" i="1" sz="1800">
              <a:solidFill>
                <a:schemeClr val="dk1"/>
              </a:solidFill>
            </a:endParaRPr>
          </a:p>
          <a:p>
            <a:pPr indent="0" lvl="0" marL="0" rtl="0" algn="ctr">
              <a:lnSpc>
                <a:spcPct val="100000"/>
              </a:lnSpc>
              <a:spcBef>
                <a:spcPts val="0"/>
              </a:spcBef>
              <a:spcAft>
                <a:spcPts val="0"/>
              </a:spcAft>
              <a:buClr>
                <a:schemeClr val="dk1"/>
              </a:buClr>
              <a:buSzPts val="1100"/>
              <a:buFont typeface="Arial"/>
              <a:buNone/>
            </a:pPr>
            <a:r>
              <a:t/>
            </a:r>
            <a:endParaRPr b="1" i="1" sz="1800">
              <a:solidFill>
                <a:srgbClr val="FF0000"/>
              </a:solidFill>
            </a:endParaRPr>
          </a:p>
          <a:p>
            <a:pPr indent="0" lvl="0" marL="0" rtl="0" algn="ctr">
              <a:lnSpc>
                <a:spcPct val="100000"/>
              </a:lnSpc>
              <a:spcBef>
                <a:spcPts val="0"/>
              </a:spcBef>
              <a:spcAft>
                <a:spcPts val="0"/>
              </a:spcAft>
              <a:buClr>
                <a:schemeClr val="dk1"/>
              </a:buClr>
              <a:buSzPts val="1100"/>
              <a:buFont typeface="Arial"/>
              <a:buNone/>
            </a:pPr>
            <a:r>
              <a:rPr b="1" i="1" lang="en-GB" sz="1800">
                <a:solidFill>
                  <a:srgbClr val="FF0000"/>
                </a:solidFill>
              </a:rPr>
              <a:t>Ans: 176mL HCl</a:t>
            </a:r>
            <a:endParaRPr b="1" i="1" sz="1800">
              <a:solidFill>
                <a:srgbClr val="FF0000"/>
              </a:solidFill>
            </a:endParaRPr>
          </a:p>
          <a:p>
            <a:pPr indent="0" lvl="0" marL="0" rtl="0" algn="l">
              <a:lnSpc>
                <a:spcPct val="100000"/>
              </a:lnSpc>
              <a:spcBef>
                <a:spcPts val="0"/>
              </a:spcBef>
              <a:spcAft>
                <a:spcPts val="0"/>
              </a:spcAft>
              <a:buNone/>
            </a:pPr>
            <a:r>
              <a:t/>
            </a:r>
            <a:endParaRPr b="1" i="1" sz="1800">
              <a:solidFill>
                <a:schemeClr val="dk1"/>
              </a:solidFill>
            </a:endParaRPr>
          </a:p>
        </p:txBody>
      </p:sp>
      <p:pic>
        <p:nvPicPr>
          <p:cNvPr id="285" name="Google Shape;285;p41"/>
          <p:cNvPicPr preferRelativeResize="0"/>
          <p:nvPr/>
        </p:nvPicPr>
        <p:blipFill rotWithShape="1">
          <a:blip r:embed="rId3">
            <a:alphaModFix/>
          </a:blip>
          <a:srcRect b="0" l="0" r="50332" t="0"/>
          <a:stretch/>
        </p:blipFill>
        <p:spPr>
          <a:xfrm>
            <a:off x="-1420537" y="902544"/>
            <a:ext cx="640080" cy="729691"/>
          </a:xfrm>
          <a:prstGeom prst="rect">
            <a:avLst/>
          </a:prstGeom>
          <a:noFill/>
          <a:ln>
            <a:noFill/>
          </a:ln>
        </p:spPr>
      </p:pic>
      <p:pic>
        <p:nvPicPr>
          <p:cNvPr id="286" name="Google Shape;286;p41"/>
          <p:cNvPicPr preferRelativeResize="0"/>
          <p:nvPr/>
        </p:nvPicPr>
        <p:blipFill rotWithShape="1">
          <a:blip r:embed="rId3">
            <a:alphaModFix/>
          </a:blip>
          <a:srcRect b="0" l="50332" r="0" t="0"/>
          <a:stretch/>
        </p:blipFill>
        <p:spPr>
          <a:xfrm>
            <a:off x="-1420525" y="1789325"/>
            <a:ext cx="640080" cy="73609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2"/>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OPTIONAL Video help</a:t>
            </a:r>
            <a:endParaRPr/>
          </a:p>
        </p:txBody>
      </p:sp>
      <p:pic>
        <p:nvPicPr>
          <p:cNvPr descr="How to apply stoichiometry--the numerical relationships between reactants and products in a chemical reaction--when the reactants and/or products are in solutions.&#10;&#10;Thanks for watching! 😀&#10;&#10;👉 &quot;Stoichiometry and Chemical Reactions&quot; Playlist:  https://youtube.com/playlist?list=PLJ9LZQTiBOFH_1IxbWU_7kCXKrzIJwzwY&#10;&#10;🔔 SUBSCRIBE 👉 YouTube.com/BensChemVideos?sub_confirmation=1&#10;&#10;Follow me on:&#10;🔴 Facebook:  fb.me/benschemvideos&#10;🔴 Instagram:  instagram.com/benschemvideos&#10;🔴 Twitter:  twitter.com/benschemvideos&#10;&#10;#SolutionStoichiometry #Stoichiometry #Solutions #ChemicalEquation #BalancedChemicalEquation #BalancingChemicalEquations #MolarMass #MolecularWeight #Recipe #ConversionFactor #DimensionalAnalysis #Concentration #Molarity #Mole #Solubility" id="293" name="Google Shape;293;p42" title="Solution Stoichiometry">
            <a:hlinkClick r:id="rId3"/>
          </p:cNvPr>
          <p:cNvPicPr preferRelativeResize="0"/>
          <p:nvPr/>
        </p:nvPicPr>
        <p:blipFill>
          <a:blip r:embed="rId4">
            <a:alphaModFix/>
          </a:blip>
          <a:stretch>
            <a:fillRect/>
          </a:stretch>
        </p:blipFill>
        <p:spPr>
          <a:xfrm>
            <a:off x="1117550" y="1131025"/>
            <a:ext cx="6748450" cy="3796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1000"/>
                                        <p:tgtEl>
                                          <p:spTgt spid="2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3"/>
          <p:cNvSpPr txBox="1"/>
          <p:nvPr>
            <p:ph type="ctrTitle"/>
          </p:nvPr>
        </p:nvSpPr>
        <p:spPr>
          <a:xfrm>
            <a:off x="776250" y="1944312"/>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7200"/>
              <a:t>Part 3: Apply</a:t>
            </a:r>
            <a:endParaRPr sz="7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4"/>
          <p:cNvSpPr txBox="1"/>
          <p:nvPr>
            <p:ph type="title"/>
          </p:nvPr>
        </p:nvSpPr>
        <p:spPr>
          <a:xfrm>
            <a:off x="1397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Apply</a:t>
            </a:r>
            <a:r>
              <a:rPr lang="en-GB"/>
              <a:t>-  Complete the questions</a:t>
            </a:r>
            <a:endParaRPr/>
          </a:p>
        </p:txBody>
      </p:sp>
      <p:pic>
        <p:nvPicPr>
          <p:cNvPr id="306" name="Google Shape;306;p44"/>
          <p:cNvPicPr preferRelativeResize="0"/>
          <p:nvPr/>
        </p:nvPicPr>
        <p:blipFill>
          <a:blip r:embed="rId3">
            <a:alphaModFix/>
          </a:blip>
          <a:stretch>
            <a:fillRect/>
          </a:stretch>
        </p:blipFill>
        <p:spPr>
          <a:xfrm>
            <a:off x="8010175" y="46963"/>
            <a:ext cx="1078825" cy="1078825"/>
          </a:xfrm>
          <a:prstGeom prst="rect">
            <a:avLst/>
          </a:prstGeom>
          <a:noFill/>
          <a:ln>
            <a:noFill/>
          </a:ln>
        </p:spPr>
      </p:pic>
      <p:sp>
        <p:nvSpPr>
          <p:cNvPr id="307" name="Google Shape;307;p44"/>
          <p:cNvSpPr txBox="1"/>
          <p:nvPr/>
        </p:nvSpPr>
        <p:spPr>
          <a:xfrm>
            <a:off x="179850" y="1310700"/>
            <a:ext cx="8784300" cy="2447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GB" sz="2100"/>
              <a:t>Show all your work! Include formulas, conversions, units, etc.</a:t>
            </a:r>
            <a:endParaRPr b="1" i="1" sz="2100"/>
          </a:p>
          <a:p>
            <a:pPr indent="0" lvl="0" marL="0" rtl="0" algn="l">
              <a:spcBef>
                <a:spcPts val="0"/>
              </a:spcBef>
              <a:spcAft>
                <a:spcPts val="0"/>
              </a:spcAft>
              <a:buNone/>
            </a:pPr>
            <a:r>
              <a:t/>
            </a:r>
            <a:endParaRPr sz="1800"/>
          </a:p>
          <a:p>
            <a:pPr indent="0" lvl="0" marL="0" rtl="0" algn="l">
              <a:spcBef>
                <a:spcPts val="0"/>
              </a:spcBef>
              <a:spcAft>
                <a:spcPts val="0"/>
              </a:spcAft>
              <a:buClr>
                <a:schemeClr val="dk1"/>
              </a:buClr>
              <a:buSzPts val="1100"/>
              <a:buFont typeface="Arial"/>
              <a:buNone/>
            </a:pPr>
            <a:r>
              <a:rPr lang="en-GB" sz="1800"/>
              <a:t>Silver Chromate, Ag</a:t>
            </a:r>
            <a:r>
              <a:rPr baseline="-25000" lang="en-GB" sz="1800"/>
              <a:t>2</a:t>
            </a:r>
            <a:r>
              <a:rPr lang="en-GB" sz="1800"/>
              <a:t>CrO</a:t>
            </a:r>
            <a:r>
              <a:rPr baseline="-25000" lang="en-GB" sz="1800"/>
              <a:t>4</a:t>
            </a:r>
            <a:r>
              <a:rPr lang="en-GB" sz="1800"/>
              <a:t>, is insoluble. Calculate the mass of silver chromate that forms when 50.0mL of 0.200 mol/L silver nitrate reacts with 50.0mL of 0.150 mol/L sodium chromate.</a:t>
            </a:r>
            <a:r>
              <a:rPr lang="en-GB" sz="1800">
                <a:solidFill>
                  <a:srgbClr val="FF0000"/>
                </a:solidFill>
              </a:rPr>
              <a:t> Ans: </a:t>
            </a:r>
            <a:r>
              <a:rPr lang="en-GB" sz="1800">
                <a:solidFill>
                  <a:srgbClr val="FF0000"/>
                </a:solidFill>
              </a:rPr>
              <a:t>m</a:t>
            </a:r>
            <a:r>
              <a:rPr lang="en-GB" sz="1800">
                <a:solidFill>
                  <a:srgbClr val="FF0000"/>
                </a:solidFill>
              </a:rPr>
              <a:t> = 1.66g</a:t>
            </a:r>
            <a:endParaRPr sz="1800">
              <a:solidFill>
                <a:srgbClr val="FF0000"/>
              </a:solidFill>
            </a:endParaRPr>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308" name="Google Shape;308;p44"/>
          <p:cNvSpPr txBox="1"/>
          <p:nvPr/>
        </p:nvSpPr>
        <p:spPr>
          <a:xfrm>
            <a:off x="4739550" y="3943000"/>
            <a:ext cx="4143900" cy="10788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2100">
                <a:solidFill>
                  <a:schemeClr val="dk1"/>
                </a:solidFill>
                <a:latin typeface="Corbel"/>
                <a:ea typeface="Corbel"/>
                <a:cs typeface="Corbel"/>
                <a:sym typeface="Corbel"/>
              </a:rPr>
              <a:t>Seek assistance from peers/teacher if you are unable to get the indicated answers to any problems. </a:t>
            </a:r>
            <a:endParaRPr sz="2100">
              <a:solidFill>
                <a:schemeClr val="dk1"/>
              </a:solidFill>
              <a:latin typeface="Corbel"/>
              <a:ea typeface="Corbel"/>
              <a:cs typeface="Corbel"/>
              <a:sym typeface="Corbe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dule">
  <a:themeElement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xmlns:r="http://schemas.openxmlformats.org/officeDocument/2006/relationship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xml><?xml version="1.0" encoding="utf-8"?>
<a:themeOverride xmlns:a="http://schemas.openxmlformats.org/drawingml/2006/main" xmlns:r="http://schemas.openxmlformats.org/officeDocument/2006/relationship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