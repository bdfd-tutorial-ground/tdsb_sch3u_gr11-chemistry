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Cabin"/>
      <p:regular r:id="rId30"/>
      <p:bold r:id="rId31"/>
      <p:italic r:id="rId32"/>
      <p:boldItalic r:id="rId33"/>
    </p:embeddedFont>
    <p:embeddedFont>
      <p:font typeface="Corbel"/>
      <p:regular r:id="rId34"/>
      <p:bold r:id="rId35"/>
      <p:italic r:id="rId36"/>
      <p:boldItalic r:id="rId37"/>
    </p:embeddedFont>
    <p:embeddedFont>
      <p:font typeface="Questrial"/>
      <p:regular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F890D5-AA5B-47FC-8174-FA795E17664A}">
  <a:tblStyle styleId="{80F890D5-AA5B-47FC-8174-FA795E1766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abin-bold.fntdata"/><Relationship Id="rId30" Type="http://schemas.openxmlformats.org/officeDocument/2006/relationships/font" Target="fonts/Cabin-regular.fntdata"/><Relationship Id="rId11" Type="http://schemas.openxmlformats.org/officeDocument/2006/relationships/slide" Target="slides/slide5.xml"/><Relationship Id="rId33" Type="http://schemas.openxmlformats.org/officeDocument/2006/relationships/font" Target="fonts/Cabin-boldItalic.fntdata"/><Relationship Id="rId10" Type="http://schemas.openxmlformats.org/officeDocument/2006/relationships/slide" Target="slides/slide4.xml"/><Relationship Id="rId32" Type="http://schemas.openxmlformats.org/officeDocument/2006/relationships/font" Target="fonts/Cabin-italic.fntdata"/><Relationship Id="rId13" Type="http://schemas.openxmlformats.org/officeDocument/2006/relationships/slide" Target="slides/slide7.xml"/><Relationship Id="rId35" Type="http://schemas.openxmlformats.org/officeDocument/2006/relationships/font" Target="fonts/Corbel-bold.fntdata"/><Relationship Id="rId12" Type="http://schemas.openxmlformats.org/officeDocument/2006/relationships/slide" Target="slides/slide6.xml"/><Relationship Id="rId34" Type="http://schemas.openxmlformats.org/officeDocument/2006/relationships/font" Target="fonts/Corbel-regular.fntdata"/><Relationship Id="rId15" Type="http://schemas.openxmlformats.org/officeDocument/2006/relationships/slide" Target="slides/slide9.xml"/><Relationship Id="rId37" Type="http://schemas.openxmlformats.org/officeDocument/2006/relationships/font" Target="fonts/Corbel-boldItalic.fntdata"/><Relationship Id="rId14" Type="http://schemas.openxmlformats.org/officeDocument/2006/relationships/slide" Target="slides/slide8.xml"/><Relationship Id="rId36" Type="http://schemas.openxmlformats.org/officeDocument/2006/relationships/font" Target="fonts/Corbel-italic.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Questrial-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6f9c7433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6f9c74333e_0_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29005721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29005721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429005721e_0_2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429005721e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29005721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429005721e_0_1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29005721e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429005721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429005721e_0_2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429005721e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429005721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429005721e_0_2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429005721e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42900572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429005721e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6080441a5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6080441a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26080441a57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42900572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4290057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429005721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6080441a57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6080441a5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26080441a57_0_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60820e6d3c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60820e6d3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260820e6d3c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429005721e_0_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429005721e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429005721e_0_17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6080441a57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6080441a5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26080441a57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6080441a57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6080441a5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26080441a57_0_4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6080441a57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6080441a5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26080441a57_0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6080441a57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6080441a5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26080441a57_0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62eed91e07_16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62eed91e07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262eed91e07_16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6080441a57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6080441a5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26080441a57_0_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429005721e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429005721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429005721e_0_16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080441a57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6080441a5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26080441a57_0_5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6080441a57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6080441a5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26080441a57_0_2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6080441a57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6080441a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26080441a57_0_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20d8824d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20d8824d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120d8824dd1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080441a57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6080441a5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26080441a57_0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457200" y="116586"/>
            <a:ext cx="8229600" cy="9396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9" name="Google Shape;19;p2"/>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0" name="Google Shape;20;p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2"/>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2" name="Google Shape;22;p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25" name="Google Shape;25;p3"/>
          <p:cNvSpPr txBox="1"/>
          <p:nvPr>
            <p:ph idx="1" type="body"/>
          </p:nvPr>
        </p:nvSpPr>
        <p:spPr>
          <a:xfrm>
            <a:off x="457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6" name="Google Shape;26;p3"/>
          <p:cNvSpPr txBox="1"/>
          <p:nvPr>
            <p:ph idx="2" type="body"/>
          </p:nvPr>
        </p:nvSpPr>
        <p:spPr>
          <a:xfrm>
            <a:off x="4648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7" name="Google Shape;27;p3"/>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8" name="Google Shape;28;p3"/>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9" name="Google Shape;29;p3"/>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stretch>
            <a:fillRect b="0" l="0" r="0" t="0"/>
          </a:stretch>
        </a:blipFill>
      </p:bgPr>
    </p:bg>
    <p:spTree>
      <p:nvGrpSpPr>
        <p:cNvPr id="30" name="Shape 30"/>
        <p:cNvGrpSpPr/>
        <p:nvPr/>
      </p:nvGrpSpPr>
      <p:grpSpPr>
        <a:xfrm>
          <a:off x="0" y="0"/>
          <a:ext cx="0" cy="0"/>
          <a:chOff x="0" y="0"/>
          <a:chExt cx="0" cy="0"/>
        </a:xfrm>
      </p:grpSpPr>
      <p:sp>
        <p:nvSpPr>
          <p:cNvPr id="31" name="Google Shape;31;p4"/>
          <p:cNvSpPr/>
          <p:nvPr/>
        </p:nvSpPr>
        <p:spPr>
          <a:xfrm>
            <a:off x="0" y="1"/>
            <a:ext cx="9144000" cy="3851700"/>
          </a:xfrm>
          <a:prstGeom prst="rect">
            <a:avLst/>
          </a:prstGeom>
          <a:solidFill>
            <a:srgbClr val="1155CC"/>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2" name="Google Shape;32;p4"/>
          <p:cNvSpPr/>
          <p:nvPr/>
        </p:nvSpPr>
        <p:spPr>
          <a:xfrm>
            <a:off x="0" y="3846284"/>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3" name="Google Shape;33;p4"/>
          <p:cNvSpPr txBox="1"/>
          <p:nvPr>
            <p:ph type="ctrTitle"/>
          </p:nvPr>
        </p:nvSpPr>
        <p:spPr>
          <a:xfrm>
            <a:off x="685800" y="2516887"/>
            <a:ext cx="8077200" cy="12549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4" name="Google Shape;34;p4"/>
          <p:cNvSpPr txBox="1"/>
          <p:nvPr>
            <p:ph idx="1" type="subTitle"/>
          </p:nvPr>
        </p:nvSpPr>
        <p:spPr>
          <a:xfrm>
            <a:off x="685800" y="1371600"/>
            <a:ext cx="8077200" cy="11247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12653" lvl="1" marL="457153" marR="0" rtl="0" algn="ctr">
              <a:spcBef>
                <a:spcPts val="560"/>
              </a:spcBef>
              <a:spcAft>
                <a:spcPts val="0"/>
              </a:spcAft>
              <a:buClr>
                <a:schemeClr val="accent2"/>
              </a:buClr>
              <a:buSzPts val="2520"/>
              <a:buFont typeface="Noto Sans Symbols"/>
              <a:buNone/>
              <a:defRPr b="0" i="0" sz="2800" u="none" cap="none" strike="noStrike">
                <a:solidFill>
                  <a:schemeClr val="lt1"/>
                </a:solidFill>
                <a:latin typeface="Corbel"/>
                <a:ea typeface="Corbel"/>
                <a:cs typeface="Corbel"/>
                <a:sym typeface="Corbel"/>
              </a:defRPr>
            </a:lvl2pPr>
            <a:lvl3pPr indent="-12605" lvl="2" marL="914305" marR="0" rtl="0" algn="ctr">
              <a:spcBef>
                <a:spcPts val="480"/>
              </a:spcBef>
              <a:spcAft>
                <a:spcPts val="0"/>
              </a:spcAft>
              <a:buClr>
                <a:srgbClr val="E66C7D"/>
              </a:buClr>
              <a:buSzPts val="2400"/>
              <a:buFont typeface="Arial"/>
              <a:buNone/>
              <a:defRPr b="0" i="0" sz="2400" u="none" cap="none" strike="noStrike">
                <a:solidFill>
                  <a:schemeClr val="lt1"/>
                </a:solidFill>
                <a:latin typeface="Corbel"/>
                <a:ea typeface="Corbel"/>
                <a:cs typeface="Corbel"/>
                <a:sym typeface="Corbel"/>
              </a:defRPr>
            </a:lvl3pPr>
            <a:lvl4pPr indent="-12557" lvl="3" marL="1371458" marR="0" rtl="0" algn="ctr">
              <a:spcBef>
                <a:spcPts val="400"/>
              </a:spcBef>
              <a:spcAft>
                <a:spcPts val="0"/>
              </a:spcAft>
              <a:buClr>
                <a:srgbClr val="6BB76D"/>
              </a:buClr>
              <a:buSzPts val="2000"/>
              <a:buFont typeface="Arial"/>
              <a:buNone/>
              <a:defRPr b="0" i="0" sz="2000" u="none" cap="none" strike="noStrike">
                <a:solidFill>
                  <a:schemeClr val="lt1"/>
                </a:solidFill>
                <a:latin typeface="Corbel"/>
                <a:ea typeface="Corbel"/>
                <a:cs typeface="Corbel"/>
                <a:sym typeface="Corbel"/>
              </a:defRPr>
            </a:lvl4pPr>
            <a:lvl5pPr indent="-12510" lvl="4" marL="1828610" marR="0" rtl="0" algn="ctr">
              <a:spcBef>
                <a:spcPts val="400"/>
              </a:spcBef>
              <a:spcAft>
                <a:spcPts val="0"/>
              </a:spcAft>
              <a:buClr>
                <a:srgbClr val="E88651"/>
              </a:buClr>
              <a:buSzPts val="2000"/>
              <a:buFont typeface="Noto Sans Symbols"/>
              <a:buNone/>
              <a:defRPr b="0" i="0" sz="2000" u="none" cap="none" strike="noStrike">
                <a:solidFill>
                  <a:schemeClr val="lt1"/>
                </a:solidFill>
                <a:latin typeface="Corbel"/>
                <a:ea typeface="Corbel"/>
                <a:cs typeface="Corbel"/>
                <a:sym typeface="Corbel"/>
              </a:defRPr>
            </a:lvl5pPr>
            <a:lvl6pPr indent="-12462" lvl="5" marL="2285763" marR="0" rtl="0" algn="ctr">
              <a:spcBef>
                <a:spcPts val="400"/>
              </a:spcBef>
              <a:spcAft>
                <a:spcPts val="0"/>
              </a:spcAft>
              <a:buClr>
                <a:schemeClr val="accent6"/>
              </a:buClr>
              <a:buSzPts val="2000"/>
              <a:buFont typeface="Noto Sans Symbols"/>
              <a:buNone/>
              <a:defRPr b="0" i="0" sz="2000" u="none" cap="none" strike="noStrike">
                <a:solidFill>
                  <a:schemeClr val="lt1"/>
                </a:solidFill>
                <a:latin typeface="Corbel"/>
                <a:ea typeface="Corbel"/>
                <a:cs typeface="Corbel"/>
                <a:sym typeface="Corbel"/>
              </a:defRPr>
            </a:lvl6pPr>
            <a:lvl7pPr indent="-12414" lvl="6" marL="2742915" marR="0" rtl="0" algn="ctr">
              <a:spcBef>
                <a:spcPts val="360"/>
              </a:spcBef>
              <a:spcAft>
                <a:spcPts val="0"/>
              </a:spcAft>
              <a:buClr>
                <a:schemeClr val="accent1"/>
              </a:buClr>
              <a:buSzPts val="1800"/>
              <a:buFont typeface="Noto Sans Symbols"/>
              <a:buNone/>
              <a:defRPr b="0" i="0" sz="1800" u="none" cap="none" strike="noStrike">
                <a:solidFill>
                  <a:schemeClr val="lt1"/>
                </a:solidFill>
                <a:latin typeface="Corbel"/>
                <a:ea typeface="Corbel"/>
                <a:cs typeface="Corbel"/>
                <a:sym typeface="Corbel"/>
              </a:defRPr>
            </a:lvl7pPr>
            <a:lvl8pPr indent="-12368" lvl="7" marL="3200068" marR="0" rtl="0" algn="ctr">
              <a:spcBef>
                <a:spcPts val="360"/>
              </a:spcBef>
              <a:spcAft>
                <a:spcPts val="0"/>
              </a:spcAft>
              <a:buClr>
                <a:schemeClr val="accent2"/>
              </a:buClr>
              <a:buSzPts val="1800"/>
              <a:buFont typeface="Noto Sans Symbols"/>
              <a:buNone/>
              <a:defRPr b="0" i="0" sz="1800" u="none" cap="none" strike="noStrike">
                <a:solidFill>
                  <a:schemeClr val="lt1"/>
                </a:solidFill>
                <a:latin typeface="Corbel"/>
                <a:ea typeface="Corbel"/>
                <a:cs typeface="Corbel"/>
                <a:sym typeface="Corbel"/>
              </a:defRPr>
            </a:lvl8pPr>
            <a:lvl9pPr indent="-12320" lvl="8" marL="3657220" marR="0" rtl="0" algn="ctr">
              <a:spcBef>
                <a:spcPts val="360"/>
              </a:spcBef>
              <a:spcAft>
                <a:spcPts val="0"/>
              </a:spcAft>
              <a:buClr>
                <a:schemeClr val="accent3"/>
              </a:buClr>
              <a:buSzPts val="1800"/>
              <a:buFont typeface="Noto Sans Symbols"/>
              <a:buNone/>
              <a:defRPr b="0" i="0" sz="1800" u="none" cap="none" strike="noStrike">
                <a:solidFill>
                  <a:schemeClr val="lt1"/>
                </a:solidFill>
                <a:latin typeface="Corbel"/>
                <a:ea typeface="Corbel"/>
                <a:cs typeface="Corbel"/>
                <a:sym typeface="Corbel"/>
              </a:defRPr>
            </a:lvl9pPr>
          </a:lstStyle>
          <a:p/>
        </p:txBody>
      </p:sp>
      <p:sp>
        <p:nvSpPr>
          <p:cNvPr id="35" name="Google Shape;35;p4"/>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6" name="Google Shape;36;p4"/>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7" name="Google Shape;37;p4"/>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stretch>
            <a:fillRect b="0" l="0" r="0" t="0"/>
          </a:stretch>
        </a:blipFill>
      </p:bgPr>
    </p:bg>
    <p:spTree>
      <p:nvGrpSpPr>
        <p:cNvPr id="38" name="Shape 38"/>
        <p:cNvGrpSpPr/>
        <p:nvPr/>
      </p:nvGrpSpPr>
      <p:grpSpPr>
        <a:xfrm>
          <a:off x="0" y="0"/>
          <a:ext cx="0" cy="0"/>
          <a:chOff x="0" y="0"/>
          <a:chExt cx="0" cy="0"/>
        </a:xfrm>
      </p:grpSpPr>
      <p:sp>
        <p:nvSpPr>
          <p:cNvPr id="39" name="Google Shape;39;p5"/>
          <p:cNvSpPr/>
          <p:nvPr/>
        </p:nvSpPr>
        <p:spPr>
          <a:xfrm>
            <a:off x="0" y="0"/>
            <a:ext cx="9144000" cy="1951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0" name="Google Shape;40;p5"/>
          <p:cNvSpPr/>
          <p:nvPr/>
        </p:nvSpPr>
        <p:spPr>
          <a:xfrm>
            <a:off x="0" y="1951765"/>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1" name="Google Shape;41;p5"/>
          <p:cNvSpPr txBox="1"/>
          <p:nvPr>
            <p:ph type="title"/>
          </p:nvPr>
        </p:nvSpPr>
        <p:spPr>
          <a:xfrm>
            <a:off x="749808" y="89154"/>
            <a:ext cx="8013300" cy="1227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2" name="Google Shape;42;p5"/>
          <p:cNvSpPr txBox="1"/>
          <p:nvPr>
            <p:ph idx="1" type="body"/>
          </p:nvPr>
        </p:nvSpPr>
        <p:spPr>
          <a:xfrm>
            <a:off x="740664" y="1371600"/>
            <a:ext cx="8022300" cy="514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228600" lvl="1" marL="914400" marR="0" rtl="0" algn="l">
              <a:spcBef>
                <a:spcPts val="360"/>
              </a:spcBef>
              <a:spcAft>
                <a:spcPts val="0"/>
              </a:spcAft>
              <a:buClr>
                <a:schemeClr val="accent2"/>
              </a:buClr>
              <a:buSzPts val="2520"/>
              <a:buFont typeface="Noto Sans Symbols"/>
              <a:buNone/>
              <a:defRPr b="0" i="0" sz="1800" u="none" cap="none" strike="noStrike">
                <a:solidFill>
                  <a:schemeClr val="lt1"/>
                </a:solidFill>
                <a:latin typeface="Corbel"/>
                <a:ea typeface="Corbel"/>
                <a:cs typeface="Corbel"/>
                <a:sym typeface="Corbel"/>
              </a:defRPr>
            </a:lvl2pPr>
            <a:lvl3pPr indent="-228600" lvl="2" marL="1371600" marR="0" rtl="0" algn="l">
              <a:spcBef>
                <a:spcPts val="320"/>
              </a:spcBef>
              <a:spcAft>
                <a:spcPts val="0"/>
              </a:spcAft>
              <a:buClr>
                <a:srgbClr val="E66C7D"/>
              </a:buClr>
              <a:buSzPts val="2400"/>
              <a:buFont typeface="Arial"/>
              <a:buNone/>
              <a:defRPr b="0" i="0" sz="1600" u="none" cap="none" strike="noStrike">
                <a:solidFill>
                  <a:schemeClr val="lt1"/>
                </a:solidFill>
                <a:latin typeface="Corbel"/>
                <a:ea typeface="Corbel"/>
                <a:cs typeface="Corbel"/>
                <a:sym typeface="Corbel"/>
              </a:defRPr>
            </a:lvl3pPr>
            <a:lvl4pPr indent="-228600" lvl="3" marL="1828800" marR="0" rtl="0" algn="l">
              <a:spcBef>
                <a:spcPts val="280"/>
              </a:spcBef>
              <a:spcAft>
                <a:spcPts val="0"/>
              </a:spcAft>
              <a:buClr>
                <a:srgbClr val="6BB76D"/>
              </a:buClr>
              <a:buSzPts val="2000"/>
              <a:buFont typeface="Arial"/>
              <a:buNone/>
              <a:defRPr b="0" i="0" sz="1400" u="none" cap="none" strike="noStrike">
                <a:solidFill>
                  <a:schemeClr val="lt1"/>
                </a:solidFill>
                <a:latin typeface="Corbel"/>
                <a:ea typeface="Corbel"/>
                <a:cs typeface="Corbel"/>
                <a:sym typeface="Corbel"/>
              </a:defRPr>
            </a:lvl4pPr>
            <a:lvl5pPr indent="-228600" lvl="4" marL="2286000" marR="0" rtl="0" algn="l">
              <a:spcBef>
                <a:spcPts val="280"/>
              </a:spcBef>
              <a:spcAft>
                <a:spcPts val="0"/>
              </a:spcAft>
              <a:buClr>
                <a:srgbClr val="E88651"/>
              </a:buClr>
              <a:buSzPts val="2000"/>
              <a:buFont typeface="Noto Sans Symbols"/>
              <a:buNone/>
              <a:defRPr b="0" i="0" sz="1400" u="none" cap="none" strike="noStrike">
                <a:solidFill>
                  <a:schemeClr val="lt1"/>
                </a:solidFill>
                <a:latin typeface="Corbel"/>
                <a:ea typeface="Corbel"/>
                <a:cs typeface="Corbel"/>
                <a:sym typeface="Corbel"/>
              </a:defRPr>
            </a:lvl5pPr>
            <a:lvl6pPr indent="-228600" lvl="5" marL="2743200" marR="0" rtl="0" algn="l">
              <a:spcBef>
                <a:spcPts val="280"/>
              </a:spcBef>
              <a:spcAft>
                <a:spcPts val="0"/>
              </a:spcAft>
              <a:buClr>
                <a:schemeClr val="accent6"/>
              </a:buClr>
              <a:buSzPts val="2000"/>
              <a:buFont typeface="Noto Sans Symbols"/>
              <a:buNone/>
              <a:defRPr b="0" i="0" sz="1400" u="none" cap="none" strike="noStrike">
                <a:solidFill>
                  <a:schemeClr val="lt1"/>
                </a:solidFill>
                <a:latin typeface="Corbel"/>
                <a:ea typeface="Corbel"/>
                <a:cs typeface="Corbel"/>
                <a:sym typeface="Corbel"/>
              </a:defRPr>
            </a:lvl6pPr>
            <a:lvl7pPr indent="-228600" lvl="6" marL="3200400" marR="0" rtl="0" algn="l">
              <a:spcBef>
                <a:spcPts val="280"/>
              </a:spcBef>
              <a:spcAft>
                <a:spcPts val="0"/>
              </a:spcAft>
              <a:buClr>
                <a:schemeClr val="accent1"/>
              </a:buClr>
              <a:buSzPts val="1800"/>
              <a:buFont typeface="Noto Sans Symbols"/>
              <a:buNone/>
              <a:defRPr b="0" i="0" sz="1400" u="none" cap="none" strike="noStrike">
                <a:solidFill>
                  <a:schemeClr val="lt1"/>
                </a:solidFill>
                <a:latin typeface="Corbel"/>
                <a:ea typeface="Corbel"/>
                <a:cs typeface="Corbel"/>
                <a:sym typeface="Corbel"/>
              </a:defRPr>
            </a:lvl7pPr>
            <a:lvl8pPr indent="-228600" lvl="7" marL="3657600" marR="0" rtl="0" algn="l">
              <a:spcBef>
                <a:spcPts val="280"/>
              </a:spcBef>
              <a:spcAft>
                <a:spcPts val="0"/>
              </a:spcAft>
              <a:buClr>
                <a:schemeClr val="accent2"/>
              </a:buClr>
              <a:buSzPts val="1800"/>
              <a:buFont typeface="Noto Sans Symbols"/>
              <a:buNone/>
              <a:defRPr b="0" i="0" sz="1400" u="none" cap="none" strike="noStrike">
                <a:solidFill>
                  <a:schemeClr val="lt1"/>
                </a:solidFill>
                <a:latin typeface="Corbel"/>
                <a:ea typeface="Corbel"/>
                <a:cs typeface="Corbel"/>
                <a:sym typeface="Corbel"/>
              </a:defRPr>
            </a:lvl8pPr>
            <a:lvl9pPr indent="-228600" lvl="8" marL="4114800" marR="0" rtl="0" algn="l">
              <a:spcBef>
                <a:spcPts val="280"/>
              </a:spcBef>
              <a:spcAft>
                <a:spcPts val="0"/>
              </a:spcAft>
              <a:buClr>
                <a:schemeClr val="accent3"/>
              </a:buClr>
              <a:buSzPts val="1800"/>
              <a:buFont typeface="Noto Sans Symbols"/>
              <a:buNone/>
              <a:defRPr b="0" i="0" sz="1400" u="none" cap="none" strike="noStrike">
                <a:solidFill>
                  <a:schemeClr val="lt1"/>
                </a:solidFill>
                <a:latin typeface="Corbel"/>
                <a:ea typeface="Corbel"/>
                <a:cs typeface="Corbel"/>
                <a:sym typeface="Corbel"/>
              </a:defRPr>
            </a:lvl9pPr>
          </a:lstStyle>
          <a:p/>
        </p:txBody>
      </p:sp>
      <p:sp>
        <p:nvSpPr>
          <p:cNvPr id="43" name="Google Shape;43;p5"/>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4" name="Google Shape;44;p5"/>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5" name="Google Shape;45;p5"/>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6"/>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8" name="Google Shape;48;p6"/>
          <p:cNvSpPr txBox="1"/>
          <p:nvPr>
            <p:ph idx="1" type="body"/>
          </p:nvPr>
        </p:nvSpPr>
        <p:spPr>
          <a:xfrm>
            <a:off x="457200" y="1274240"/>
            <a:ext cx="40401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9" name="Google Shape;49;p6"/>
          <p:cNvSpPr txBox="1"/>
          <p:nvPr>
            <p:ph idx="2" type="body"/>
          </p:nvPr>
        </p:nvSpPr>
        <p:spPr>
          <a:xfrm>
            <a:off x="457200" y="1837135"/>
            <a:ext cx="40401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0" name="Google Shape;50;p6"/>
          <p:cNvSpPr txBox="1"/>
          <p:nvPr>
            <p:ph idx="3" type="body"/>
          </p:nvPr>
        </p:nvSpPr>
        <p:spPr>
          <a:xfrm>
            <a:off x="4645025" y="1274240"/>
            <a:ext cx="40419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51" name="Google Shape;51;p6"/>
          <p:cNvSpPr txBox="1"/>
          <p:nvPr>
            <p:ph idx="4" type="body"/>
          </p:nvPr>
        </p:nvSpPr>
        <p:spPr>
          <a:xfrm>
            <a:off x="4645025" y="1837135"/>
            <a:ext cx="40419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2" name="Google Shape;52;p6"/>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3" name="Google Shape;53;p6"/>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4" name="Google Shape;54;p6"/>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57" name="Google Shape;57;p7"/>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8" name="Google Shape;58;p7"/>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9" name="Google Shape;59;p7"/>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0" name="Shape 60"/>
        <p:cNvGrpSpPr/>
        <p:nvPr/>
      </p:nvGrpSpPr>
      <p:grpSpPr>
        <a:xfrm>
          <a:off x="0" y="0"/>
          <a:ext cx="0" cy="0"/>
          <a:chOff x="0" y="0"/>
          <a:chExt cx="0" cy="0"/>
        </a:xfrm>
      </p:grpSpPr>
      <p:sp>
        <p:nvSpPr>
          <p:cNvPr id="61" name="Google Shape;61;p8"/>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2" name="Google Shape;62;p8"/>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3" name="Google Shape;63;p8"/>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6" name="Google Shape;66;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7" name="Google Shape;67;p9"/>
          <p:cNvSpPr txBox="1"/>
          <p:nvPr>
            <p:ph type="title"/>
          </p:nvPr>
        </p:nvSpPr>
        <p:spPr>
          <a:xfrm>
            <a:off x="167838" y="114300"/>
            <a:ext cx="25236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8" name="Google Shape;68;p9"/>
          <p:cNvSpPr txBox="1"/>
          <p:nvPr>
            <p:ph idx="1" type="body"/>
          </p:nvPr>
        </p:nvSpPr>
        <p:spPr>
          <a:xfrm>
            <a:off x="3019378" y="1307350"/>
            <a:ext cx="5920500" cy="3419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Corbel"/>
                <a:ea typeface="Corbel"/>
                <a:cs typeface="Corbel"/>
                <a:sym typeface="Corbel"/>
              </a:defRPr>
            </a:lvl7pPr>
            <a:lvl8pPr indent="-355600" lvl="7" marL="3657600" marR="0" rtl="0" algn="l">
              <a:spcBef>
                <a:spcPts val="400"/>
              </a:spcBef>
              <a:spcAft>
                <a:spcPts val="0"/>
              </a:spcAft>
              <a:buClr>
                <a:schemeClr val="accent2"/>
              </a:buClr>
              <a:buSzPts val="2000"/>
              <a:buFont typeface="Noto Sans Symbols"/>
              <a:buChar char="⚫"/>
              <a:defRPr b="0" i="0" sz="2000" u="none" cap="none" strike="noStrike">
                <a:solidFill>
                  <a:schemeClr val="dk1"/>
                </a:solidFill>
                <a:latin typeface="Corbel"/>
                <a:ea typeface="Corbel"/>
                <a:cs typeface="Corbel"/>
                <a:sym typeface="Corbel"/>
              </a:defRPr>
            </a:lvl8pPr>
            <a:lvl9pPr indent="-355600" lvl="8" marL="4114800" marR="0" rtl="0" algn="l">
              <a:spcBef>
                <a:spcPts val="400"/>
              </a:spcBef>
              <a:spcAft>
                <a:spcPts val="0"/>
              </a:spcAft>
              <a:buClr>
                <a:schemeClr val="accent3"/>
              </a:buClr>
              <a:buSzPts val="2000"/>
              <a:buFont typeface="Noto Sans Symbols"/>
              <a:buChar char="⚫"/>
              <a:defRPr b="0" i="0" sz="2000" u="none" cap="none" strike="noStrike">
                <a:solidFill>
                  <a:schemeClr val="dk1"/>
                </a:solidFill>
                <a:latin typeface="Corbel"/>
                <a:ea typeface="Corbel"/>
                <a:cs typeface="Corbel"/>
                <a:sym typeface="Corbel"/>
              </a:defRPr>
            </a:lvl9pPr>
          </a:lstStyle>
          <a:p/>
        </p:txBody>
      </p:sp>
      <p:sp>
        <p:nvSpPr>
          <p:cNvPr id="69" name="Google Shape;69;p9"/>
          <p:cNvSpPr txBox="1"/>
          <p:nvPr>
            <p:ph idx="2" type="body"/>
          </p:nvPr>
        </p:nvSpPr>
        <p:spPr>
          <a:xfrm>
            <a:off x="167839" y="1297514"/>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0" name="Google Shape;70;p9"/>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1" name="Google Shape;71;p9"/>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2" name="Google Shape;72;p9"/>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73" name="Shape 73"/>
        <p:cNvGrpSpPr/>
        <p:nvPr/>
      </p:nvGrpSpPr>
      <p:grpSpPr>
        <a:xfrm>
          <a:off x="0" y="0"/>
          <a:ext cx="0" cy="0"/>
          <a:chOff x="0" y="0"/>
          <a:chExt cx="0" cy="0"/>
        </a:xfrm>
      </p:grpSpPr>
      <p:sp>
        <p:nvSpPr>
          <p:cNvPr id="74" name="Google Shape;74;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5" name="Google Shape;75;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6" name="Google Shape;76;p10"/>
          <p:cNvSpPr txBox="1"/>
          <p:nvPr>
            <p:ph type="title"/>
          </p:nvPr>
        </p:nvSpPr>
        <p:spPr>
          <a:xfrm>
            <a:off x="164592" y="116586"/>
            <a:ext cx="25251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77" name="Google Shape;77;p10"/>
          <p:cNvSpPr/>
          <p:nvPr>
            <p:ph idx="2" type="pic"/>
          </p:nvPr>
        </p:nvSpPr>
        <p:spPr>
          <a:xfrm>
            <a:off x="2903806" y="1113607"/>
            <a:ext cx="6247500" cy="4029900"/>
          </a:xfrm>
          <a:prstGeom prst="rect">
            <a:avLst/>
          </a:prstGeom>
          <a:solidFill>
            <a:srgbClr val="BABABB"/>
          </a:solid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accent1"/>
              </a:buClr>
              <a:buSzPts val="1400"/>
              <a:buFont typeface="Noto Sans Symbols"/>
              <a:buNone/>
              <a:defRPr b="0" i="0" sz="3200" u="none" cap="none" strike="noStrike">
                <a:solidFill>
                  <a:schemeClr val="dk1"/>
                </a:solidFill>
                <a:latin typeface="Corbel"/>
                <a:ea typeface="Corbel"/>
                <a:cs typeface="Corbel"/>
                <a:sym typeface="Corbel"/>
              </a:defRPr>
            </a:lvl1pPr>
            <a:lvl2pPr indent="-12653" lvl="1" marL="457153" marR="0" rtl="0" algn="l">
              <a:spcBef>
                <a:spcPts val="560"/>
              </a:spcBef>
              <a:spcAft>
                <a:spcPts val="0"/>
              </a:spcAft>
              <a:buClr>
                <a:schemeClr val="accent2"/>
              </a:buClr>
              <a:buSzPts val="1400"/>
              <a:buFont typeface="Noto Sans Symbols"/>
              <a:buNone/>
              <a:defRPr b="0" i="0" sz="2800" u="none" cap="none" strike="noStrike">
                <a:solidFill>
                  <a:schemeClr val="dk1"/>
                </a:solidFill>
                <a:latin typeface="Corbel"/>
                <a:ea typeface="Corbel"/>
                <a:cs typeface="Corbel"/>
                <a:sym typeface="Corbel"/>
              </a:defRPr>
            </a:lvl2pPr>
            <a:lvl3pPr indent="-12605" lvl="2" marL="914305" marR="0" rtl="0" algn="l">
              <a:spcBef>
                <a:spcPts val="480"/>
              </a:spcBef>
              <a:spcAft>
                <a:spcPts val="0"/>
              </a:spcAft>
              <a:buClr>
                <a:srgbClr val="E66C7D"/>
              </a:buClr>
              <a:buSzPts val="1400"/>
              <a:buFont typeface="Arial"/>
              <a:buNone/>
              <a:defRPr b="0" i="0" sz="2400" u="none" cap="none" strike="noStrike">
                <a:solidFill>
                  <a:schemeClr val="dk1"/>
                </a:solidFill>
                <a:latin typeface="Corbel"/>
                <a:ea typeface="Corbel"/>
                <a:cs typeface="Corbel"/>
                <a:sym typeface="Corbel"/>
              </a:defRPr>
            </a:lvl3pPr>
            <a:lvl4pPr indent="-12557" lvl="3" marL="1371458" marR="0" rtl="0" algn="l">
              <a:spcBef>
                <a:spcPts val="400"/>
              </a:spcBef>
              <a:spcAft>
                <a:spcPts val="0"/>
              </a:spcAft>
              <a:buClr>
                <a:srgbClr val="6BB76D"/>
              </a:buClr>
              <a:buSzPts val="1400"/>
              <a:buFont typeface="Arial"/>
              <a:buNone/>
              <a:defRPr b="0" i="0" sz="2000" u="none" cap="none" strike="noStrike">
                <a:solidFill>
                  <a:schemeClr val="dk1"/>
                </a:solidFill>
                <a:latin typeface="Corbel"/>
                <a:ea typeface="Corbel"/>
                <a:cs typeface="Corbel"/>
                <a:sym typeface="Corbel"/>
              </a:defRPr>
            </a:lvl4pPr>
            <a:lvl5pPr indent="-12510" lvl="4" marL="1828610" marR="0" rtl="0" algn="l">
              <a:spcBef>
                <a:spcPts val="400"/>
              </a:spcBef>
              <a:spcAft>
                <a:spcPts val="0"/>
              </a:spcAft>
              <a:buClr>
                <a:srgbClr val="E88651"/>
              </a:buClr>
              <a:buSzPts val="1400"/>
              <a:buFont typeface="Noto Sans Symbols"/>
              <a:buNone/>
              <a:defRPr b="0" i="0" sz="2000" u="none" cap="none" strike="noStrike">
                <a:solidFill>
                  <a:schemeClr val="dk1"/>
                </a:solidFill>
                <a:latin typeface="Corbel"/>
                <a:ea typeface="Corbel"/>
                <a:cs typeface="Corbel"/>
                <a:sym typeface="Corbel"/>
              </a:defRPr>
            </a:lvl5pPr>
            <a:lvl6pPr indent="-12462" lvl="5" marL="2285763" marR="0" rtl="0" algn="l">
              <a:spcBef>
                <a:spcPts val="400"/>
              </a:spcBef>
              <a:spcAft>
                <a:spcPts val="0"/>
              </a:spcAft>
              <a:buClr>
                <a:schemeClr val="accent6"/>
              </a:buClr>
              <a:buSzPts val="1400"/>
              <a:buFont typeface="Noto Sans Symbols"/>
              <a:buNone/>
              <a:defRPr b="0" i="0" sz="2000" u="none" cap="none" strike="noStrike">
                <a:solidFill>
                  <a:schemeClr val="dk1"/>
                </a:solidFill>
                <a:latin typeface="Corbel"/>
                <a:ea typeface="Corbel"/>
                <a:cs typeface="Corbel"/>
                <a:sym typeface="Corbel"/>
              </a:defRPr>
            </a:lvl6pPr>
            <a:lvl7pPr indent="-12414" lvl="6" marL="2742915" marR="0" rtl="0" algn="l">
              <a:spcBef>
                <a:spcPts val="400"/>
              </a:spcBef>
              <a:spcAft>
                <a:spcPts val="0"/>
              </a:spcAft>
              <a:buClr>
                <a:schemeClr val="accent1"/>
              </a:buClr>
              <a:buSzPts val="1400"/>
              <a:buFont typeface="Noto Sans Symbols"/>
              <a:buNone/>
              <a:defRPr b="0" i="0" sz="2000" u="none" cap="none" strike="noStrike">
                <a:solidFill>
                  <a:schemeClr val="dk1"/>
                </a:solidFill>
                <a:latin typeface="Corbel"/>
                <a:ea typeface="Corbel"/>
                <a:cs typeface="Corbel"/>
                <a:sym typeface="Corbel"/>
              </a:defRPr>
            </a:lvl7pPr>
            <a:lvl8pPr indent="-12368" lvl="7" marL="3200068" marR="0" rtl="0" algn="l">
              <a:spcBef>
                <a:spcPts val="400"/>
              </a:spcBef>
              <a:spcAft>
                <a:spcPts val="0"/>
              </a:spcAft>
              <a:buClr>
                <a:schemeClr val="accent2"/>
              </a:buClr>
              <a:buSzPts val="1400"/>
              <a:buFont typeface="Noto Sans Symbols"/>
              <a:buNone/>
              <a:defRPr b="0" i="0" sz="2000" u="none" cap="none" strike="noStrike">
                <a:solidFill>
                  <a:schemeClr val="dk1"/>
                </a:solidFill>
                <a:latin typeface="Corbel"/>
                <a:ea typeface="Corbel"/>
                <a:cs typeface="Corbel"/>
                <a:sym typeface="Corbel"/>
              </a:defRPr>
            </a:lvl8pPr>
            <a:lvl9pPr indent="-12320" lvl="8" marL="3657220" marR="0" rtl="0" algn="l">
              <a:spcBef>
                <a:spcPts val="400"/>
              </a:spcBef>
              <a:spcAft>
                <a:spcPts val="0"/>
              </a:spcAft>
              <a:buClr>
                <a:schemeClr val="accent3"/>
              </a:buClr>
              <a:buSzPts val="1400"/>
              <a:buFont typeface="Noto Sans Symbols"/>
              <a:buNone/>
              <a:defRPr b="0" i="0" sz="2000" u="none" cap="none" strike="noStrike">
                <a:solidFill>
                  <a:schemeClr val="dk1"/>
                </a:solidFill>
                <a:latin typeface="Corbel"/>
                <a:ea typeface="Corbel"/>
                <a:cs typeface="Corbel"/>
                <a:sym typeface="Corbel"/>
              </a:defRPr>
            </a:lvl9pPr>
          </a:lstStyle>
          <a:p/>
        </p:txBody>
      </p:sp>
      <p:sp>
        <p:nvSpPr>
          <p:cNvPr id="78" name="Google Shape;78;p10"/>
          <p:cNvSpPr txBox="1"/>
          <p:nvPr>
            <p:ph idx="1" type="body"/>
          </p:nvPr>
        </p:nvSpPr>
        <p:spPr>
          <a:xfrm>
            <a:off x="164592" y="1296162"/>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9" name="Google Shape;79;p10"/>
          <p:cNvSpPr txBox="1"/>
          <p:nvPr>
            <p:ph idx="10" type="dt"/>
          </p:nvPr>
        </p:nvSpPr>
        <p:spPr>
          <a:xfrm>
            <a:off x="164160" y="878132"/>
            <a:ext cx="252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0" name="Google Shape;80;p10"/>
          <p:cNvSpPr txBox="1"/>
          <p:nvPr>
            <p:ph idx="11" type="ftr"/>
          </p:nvPr>
        </p:nvSpPr>
        <p:spPr>
          <a:xfrm>
            <a:off x="3035521" y="878132"/>
            <a:ext cx="519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BABABA"/>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1" name="Google Shape;81;p10"/>
          <p:cNvSpPr txBox="1"/>
          <p:nvPr>
            <p:ph idx="12" type="sldNum"/>
          </p:nvPr>
        </p:nvSpPr>
        <p:spPr>
          <a:xfrm>
            <a:off x="8339041" y="878132"/>
            <a:ext cx="734400" cy="1500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4" name="Google Shape;84;p11"/>
          <p:cNvSpPr txBox="1"/>
          <p:nvPr>
            <p:ph idx="1" type="body"/>
          </p:nvPr>
        </p:nvSpPr>
        <p:spPr>
          <a:xfrm rot="5400000">
            <a:off x="2837370" y="-1049170"/>
            <a:ext cx="3469200" cy="8231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5" name="Google Shape;85;p1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6" name="Google Shape;86;p1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7" name="Google Shape;87;p1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8" name="Shape 88"/>
        <p:cNvGrpSpPr/>
        <p:nvPr/>
      </p:nvGrpSpPr>
      <p:grpSpPr>
        <a:xfrm>
          <a:off x="0" y="0"/>
          <a:ext cx="0" cy="0"/>
          <a:chOff x="0" y="0"/>
          <a:chExt cx="0" cy="0"/>
        </a:xfrm>
      </p:grpSpPr>
      <p:sp>
        <p:nvSpPr>
          <p:cNvPr id="89" name="Google Shape;89;p12"/>
          <p:cNvSpPr/>
          <p:nvPr/>
        </p:nvSpPr>
        <p:spPr>
          <a:xfrm>
            <a:off x="6599520" y="0"/>
            <a:ext cx="44700" cy="51435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0" name="Google Shape;90;p12"/>
          <p:cNvSpPr/>
          <p:nvPr/>
        </p:nvSpPr>
        <p:spPr>
          <a:xfrm>
            <a:off x="6647041" y="0"/>
            <a:ext cx="2515800" cy="51435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1" name="Google Shape;91;p12"/>
          <p:cNvSpPr txBox="1"/>
          <p:nvPr>
            <p:ph type="title"/>
          </p:nvPr>
        </p:nvSpPr>
        <p:spPr>
          <a:xfrm rot="5400000">
            <a:off x="5539950" y="1447831"/>
            <a:ext cx="4388700" cy="1905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92" name="Google Shape;92;p12"/>
          <p:cNvSpPr txBox="1"/>
          <p:nvPr>
            <p:ph idx="1" type="body"/>
          </p:nvPr>
        </p:nvSpPr>
        <p:spPr>
          <a:xfrm rot="5400000">
            <a:off x="1272750" y="-586949"/>
            <a:ext cx="4388700" cy="60198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93" name="Google Shape;93;p1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4" name="Google Shape;94;p12"/>
          <p:cNvSpPr txBox="1"/>
          <p:nvPr>
            <p:ph idx="11" type="ftr"/>
          </p:nvPr>
        </p:nvSpPr>
        <p:spPr>
          <a:xfrm>
            <a:off x="2640960" y="4782742"/>
            <a:ext cx="3836100" cy="274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5" name="Google Shape;95;p1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2" name="Google Shape;10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3" name="Google Shape;10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6" name="Google Shape;106;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sp>
        <p:nvSpPr>
          <p:cNvPr id="108" name="Google Shape;108;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0" name="Google Shape;11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4" name="Google Shape;114;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5" name="Google Shape;11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1" name="Google Shape;12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2" name="Google Shape;12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3" name="Shape 123"/>
        <p:cNvGrpSpPr/>
        <p:nvPr/>
      </p:nvGrpSpPr>
      <p:grpSpPr>
        <a:xfrm>
          <a:off x="0" y="0"/>
          <a:ext cx="0" cy="0"/>
          <a:chOff x="0" y="0"/>
          <a:chExt cx="0" cy="0"/>
        </a:xfrm>
      </p:grpSpPr>
      <p:sp>
        <p:nvSpPr>
          <p:cNvPr id="124" name="Google Shape;12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5" name="Google Shape;12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9" name="Google Shape;12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0" name="Google Shape;13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1" name="Google Shape;13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4" name="Google Shape;13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5" name="Shape 135"/>
        <p:cNvGrpSpPr/>
        <p:nvPr/>
      </p:nvGrpSpPr>
      <p:grpSpPr>
        <a:xfrm>
          <a:off x="0" y="0"/>
          <a:ext cx="0" cy="0"/>
          <a:chOff x="0" y="0"/>
          <a:chExt cx="0" cy="0"/>
        </a:xfrm>
      </p:grpSpPr>
      <p:sp>
        <p:nvSpPr>
          <p:cNvPr id="136" name="Google Shape;13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7" name="Google Shape;13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076873"/>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1" name="Google Shape;11;p1"/>
          <p:cNvSpPr/>
          <p:nvPr/>
        </p:nvSpPr>
        <p:spPr>
          <a:xfrm>
            <a:off x="25" y="0"/>
            <a:ext cx="9144000" cy="1075800"/>
          </a:xfrm>
          <a:prstGeom prst="rect">
            <a:avLst/>
          </a:prstGeom>
          <a:solidFill>
            <a:srgbClr val="1155CC"/>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2" name="Google Shape;12;p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3" name="Google Shape;13;p1"/>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4" name="Google Shape;14;p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6" name="Shape 96"/>
        <p:cNvGrpSpPr/>
        <p:nvPr/>
      </p:nvGrpSpPr>
      <p:grpSpPr>
        <a:xfrm>
          <a:off x="0" y="0"/>
          <a:ext cx="0" cy="0"/>
          <a:chOff x="0" y="0"/>
          <a:chExt cx="0" cy="0"/>
        </a:xfrm>
      </p:grpSpPr>
      <p:sp>
        <p:nvSpPr>
          <p:cNvPr id="97" name="Google Shape;9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8" name="Google Shape;98;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99" name="Google Shape;9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11.xml"/><Relationship Id="rId4" Type="http://schemas.openxmlformats.org/officeDocument/2006/relationships/slide" Target="/ppt/slid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www.youtube.com/watch?v=KOrq5i0rXUA" TargetMode="Externa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44" name="Shape 144"/>
        <p:cNvGrpSpPr/>
        <p:nvPr/>
      </p:nvGrpSpPr>
      <p:grpSpPr>
        <a:xfrm>
          <a:off x="0" y="0"/>
          <a:ext cx="0" cy="0"/>
          <a:chOff x="0" y="0"/>
          <a:chExt cx="0" cy="0"/>
        </a:xfrm>
      </p:grpSpPr>
      <p:sp>
        <p:nvSpPr>
          <p:cNvPr id="145" name="Google Shape;145;p25"/>
          <p:cNvSpPr txBox="1"/>
          <p:nvPr>
            <p:ph type="ctrTitle"/>
          </p:nvPr>
        </p:nvSpPr>
        <p:spPr>
          <a:xfrm>
            <a:off x="311700" y="270475"/>
            <a:ext cx="8520600" cy="1771200"/>
          </a:xfrm>
          <a:prstGeom prst="rect">
            <a:avLst/>
          </a:prstGeom>
          <a:solidFill>
            <a:srgbClr val="FFF2CC"/>
          </a:solidFill>
        </p:spPr>
        <p:txBody>
          <a:bodyPr anchorCtr="0" anchor="b" bIns="91425" lIns="91425" spcFirstLastPara="1" rIns="91425" wrap="square" tIns="91425">
            <a:noAutofit/>
          </a:bodyPr>
          <a:lstStyle/>
          <a:p>
            <a:pPr indent="0" lvl="0" marL="0" rtl="0" algn="ctr">
              <a:spcBef>
                <a:spcPts val="0"/>
              </a:spcBef>
              <a:spcAft>
                <a:spcPts val="0"/>
              </a:spcAft>
              <a:buNone/>
            </a:pPr>
            <a:r>
              <a:rPr lang="en-GB" sz="4800"/>
              <a:t>ONE PERSON IN GROUP-&gt; CLICK USE TEMPLATE</a:t>
            </a:r>
            <a:endParaRPr sz="4800"/>
          </a:p>
        </p:txBody>
      </p:sp>
      <p:sp>
        <p:nvSpPr>
          <p:cNvPr id="146" name="Google Shape;146;p25"/>
          <p:cNvSpPr txBox="1"/>
          <p:nvPr>
            <p:ph idx="1" type="subTitle"/>
          </p:nvPr>
        </p:nvSpPr>
        <p:spPr>
          <a:xfrm>
            <a:off x="78525" y="2238000"/>
            <a:ext cx="8886600" cy="26829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FF00FF"/>
                </a:solidFill>
              </a:rPr>
              <a:t>WHEN THE COPIED TEMPLATE OF THESE SLIDES OPENS IN A NEW TAB:</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ADD YOUR Group NAME TO THE TITLE </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SHARE WITH GROUP MEMBERS (USE SHARE BUTTON)</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COPY THE TITLE AND LINK TO YOUR RECORDS (Digital folder/table of contents)</a:t>
            </a:r>
            <a:endParaRPr sz="2000">
              <a:solidFill>
                <a:srgbClr val="FF00FF"/>
              </a:solidFill>
            </a:endParaRPr>
          </a:p>
          <a:p>
            <a:pPr indent="-342900" lvl="0" marL="457200" rtl="0" algn="l">
              <a:spcBef>
                <a:spcPts val="0"/>
              </a:spcBef>
              <a:spcAft>
                <a:spcPts val="0"/>
              </a:spcAft>
              <a:buClr>
                <a:srgbClr val="00ACC3"/>
              </a:buClr>
              <a:buSzPts val="1800"/>
              <a:buChar char="●"/>
            </a:pPr>
            <a:r>
              <a:rPr lang="en-GB" sz="1800">
                <a:solidFill>
                  <a:srgbClr val="00ACC3"/>
                </a:solidFill>
              </a:rPr>
              <a:t>Remember it is advisable to make a PERSONAL copy and link it when DONE</a:t>
            </a:r>
            <a:endParaRPr sz="1800">
              <a:solidFill>
                <a:srgbClr val="00ACC3"/>
              </a:solidFill>
            </a:endParaRPr>
          </a:p>
        </p:txBody>
      </p:sp>
      <p:cxnSp>
        <p:nvCxnSpPr>
          <p:cNvPr id="147" name="Google Shape;147;p25"/>
          <p:cNvCxnSpPr/>
          <p:nvPr/>
        </p:nvCxnSpPr>
        <p:spPr>
          <a:xfrm flipH="1" rot="10800000">
            <a:off x="8310750" y="475525"/>
            <a:ext cx="693600" cy="1361100"/>
          </a:xfrm>
          <a:prstGeom prst="straightConnector1">
            <a:avLst/>
          </a:prstGeom>
          <a:noFill/>
          <a:ln cap="flat" cmpd="sng" w="152400">
            <a:solidFill>
              <a:srgbClr val="00FF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ctrTitle"/>
          </p:nvPr>
        </p:nvSpPr>
        <p:spPr>
          <a:xfrm>
            <a:off x="711650" y="1857787"/>
            <a:ext cx="8077200" cy="125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Solubility Table and Double Displacments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ESSENTIAL QUESTIONS</a:t>
            </a:r>
            <a:endParaRPr/>
          </a:p>
        </p:txBody>
      </p:sp>
      <p:sp>
        <p:nvSpPr>
          <p:cNvPr id="160" name="Google Shape;160;p27"/>
          <p:cNvSpPr txBox="1"/>
          <p:nvPr>
            <p:ph idx="1" type="body"/>
          </p:nvPr>
        </p:nvSpPr>
        <p:spPr>
          <a:xfrm>
            <a:off x="456450" y="1173149"/>
            <a:ext cx="8231100" cy="402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FF0000"/>
                </a:solidFill>
                <a:latin typeface="Cabin"/>
                <a:ea typeface="Cabin"/>
                <a:cs typeface="Cabin"/>
                <a:sym typeface="Cabin"/>
              </a:rPr>
              <a:t>Remember, you should be able to thoroughly answer these AFTER learning through following resources.</a:t>
            </a:r>
            <a:endParaRPr b="1" sz="2400">
              <a:solidFill>
                <a:srgbClr val="FF0000"/>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 What are the predictable ways elements and compounds come together in double displacement reactions?</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How do precipitates form during double displacement reactions?</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How can we predict the solubility of various ionic compounds using a solubility table</a:t>
            </a:r>
            <a:endParaRPr b="1" sz="2400">
              <a:solidFill>
                <a:srgbClr val="434343"/>
              </a:solidFill>
              <a:latin typeface="Cabin"/>
              <a:ea typeface="Cabin"/>
              <a:cs typeface="Cabin"/>
              <a:sym typeface="Cab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Instructions</a:t>
            </a:r>
            <a:endParaRPr/>
          </a:p>
        </p:txBody>
      </p:sp>
      <p:sp>
        <p:nvSpPr>
          <p:cNvPr id="167" name="Google Shape;167;p28"/>
          <p:cNvSpPr txBox="1"/>
          <p:nvPr>
            <p:ph idx="1" type="body"/>
          </p:nvPr>
        </p:nvSpPr>
        <p:spPr>
          <a:xfrm>
            <a:off x="456450" y="1056174"/>
            <a:ext cx="8231100" cy="40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rgbClr val="434343"/>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rPr b="1" lang="en-GB" sz="2400">
                <a:latin typeface="Questrial"/>
                <a:ea typeface="Questrial"/>
                <a:cs typeface="Questrial"/>
                <a:sym typeface="Questrial"/>
              </a:rPr>
              <a:t>Follow through the </a:t>
            </a:r>
            <a:r>
              <a:rPr b="1" lang="en-GB" sz="2400">
                <a:highlight>
                  <a:srgbClr val="FFFF00"/>
                </a:highlight>
                <a:latin typeface="Questrial"/>
                <a:ea typeface="Questrial"/>
                <a:cs typeface="Questrial"/>
                <a:sym typeface="Questrial"/>
              </a:rPr>
              <a:t>Engage to Apply </a:t>
            </a:r>
            <a:r>
              <a:rPr b="1" lang="en-GB" sz="2400">
                <a:latin typeface="Questrial"/>
                <a:ea typeface="Questrial"/>
                <a:cs typeface="Questrial"/>
                <a:sym typeface="Questrial"/>
              </a:rPr>
              <a:t>resources in order .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Once complete, choose from Extend resources as interested.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Record your learning in your </a:t>
            </a:r>
            <a:r>
              <a:rPr b="1" lang="en-GB" sz="2400">
                <a:highlight>
                  <a:srgbClr val="FFFF00"/>
                </a:highlight>
                <a:latin typeface="Questrial"/>
                <a:ea typeface="Questrial"/>
                <a:cs typeface="Questrial"/>
                <a:sym typeface="Questrial"/>
              </a:rPr>
              <a:t>these slides- Remember to keep track of where to find these slides for studying!</a:t>
            </a:r>
            <a:endParaRPr b="1" sz="2400">
              <a:highlight>
                <a:srgbClr val="FFFF00"/>
              </a:highlight>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Complete the  </a:t>
            </a:r>
            <a:r>
              <a:rPr b="1" lang="en-GB" sz="2400">
                <a:highlight>
                  <a:srgbClr val="FFFF00"/>
                </a:highlight>
                <a:latin typeface="Questrial"/>
                <a:ea typeface="Questrial"/>
                <a:cs typeface="Questrial"/>
                <a:sym typeface="Questrial"/>
              </a:rPr>
              <a:t>Essential Questions Response in the Apply Section</a:t>
            </a:r>
            <a:r>
              <a:rPr b="1" lang="en-GB" sz="2400">
                <a:latin typeface="Questrial"/>
                <a:ea typeface="Questrial"/>
                <a:cs typeface="Questrial"/>
                <a:sym typeface="Questrial"/>
              </a:rPr>
              <a:t>. </a:t>
            </a:r>
            <a:endParaRPr b="1" sz="2400">
              <a:latin typeface="Questrial"/>
              <a:ea typeface="Questrial"/>
              <a:cs typeface="Questrial"/>
              <a:sym typeface="Questrial"/>
            </a:endParaRPr>
          </a:p>
          <a:p>
            <a:pPr indent="-381000" lvl="0" marL="457200" rtl="0" algn="l">
              <a:lnSpc>
                <a:spcPct val="115000"/>
              </a:lnSpc>
              <a:spcBef>
                <a:spcPts val="0"/>
              </a:spcBef>
              <a:spcAft>
                <a:spcPts val="0"/>
              </a:spcAft>
              <a:buSzPts val="2400"/>
              <a:buFont typeface="Questrial"/>
              <a:buChar char="●"/>
            </a:pPr>
            <a:r>
              <a:rPr b="1" lang="en-GB" sz="2400">
                <a:latin typeface="Questrial"/>
                <a:ea typeface="Questrial"/>
                <a:cs typeface="Questrial"/>
                <a:sym typeface="Questrial"/>
              </a:rPr>
              <a:t>Try the Extend section and optional Apply practice as desired to deepen your understanding</a:t>
            </a:r>
            <a:endParaRPr b="1" sz="2400">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Hyperdoc Elements</a:t>
            </a:r>
            <a:endParaRPr/>
          </a:p>
        </p:txBody>
      </p:sp>
      <p:sp>
        <p:nvSpPr>
          <p:cNvPr id="174" name="Google Shape;174;p29"/>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Click for quick access to:</a:t>
            </a:r>
            <a:endParaRPr/>
          </a:p>
          <a:p>
            <a:pPr indent="-391160" lvl="0" marL="457200" rtl="0" algn="l">
              <a:spcBef>
                <a:spcPts val="0"/>
              </a:spcBef>
              <a:spcAft>
                <a:spcPts val="0"/>
              </a:spcAft>
              <a:buSzPts val="2560"/>
              <a:buChar char="◼"/>
            </a:pPr>
            <a:r>
              <a:rPr lang="en-GB" u="sng">
                <a:solidFill>
                  <a:schemeClr val="hlink"/>
                </a:solidFill>
                <a:hlinkClick/>
              </a:rPr>
              <a:t>Engage</a:t>
            </a:r>
            <a:endParaRPr/>
          </a:p>
          <a:p>
            <a:pPr indent="-391160" lvl="0" marL="457200" rtl="0" algn="l">
              <a:spcBef>
                <a:spcPts val="0"/>
              </a:spcBef>
              <a:spcAft>
                <a:spcPts val="0"/>
              </a:spcAft>
              <a:buSzPts val="2560"/>
              <a:buChar char="◼"/>
            </a:pPr>
            <a:r>
              <a:rPr lang="en-GB" u="sng">
                <a:solidFill>
                  <a:schemeClr val="hlink"/>
                </a:solidFill>
                <a:hlinkClick action="ppaction://hlinksldjump" r:id="rId3"/>
              </a:rPr>
              <a:t>Explore</a:t>
            </a:r>
            <a:endParaRPr/>
          </a:p>
          <a:p>
            <a:pPr indent="-391160" lvl="0" marL="457200" rtl="0" algn="l">
              <a:spcBef>
                <a:spcPts val="0"/>
              </a:spcBef>
              <a:spcAft>
                <a:spcPts val="0"/>
              </a:spcAft>
              <a:buSzPts val="2560"/>
              <a:buChar char="◼"/>
            </a:pPr>
            <a:r>
              <a:rPr lang="en-GB" u="sng">
                <a:solidFill>
                  <a:schemeClr val="hlink"/>
                </a:solidFill>
                <a:hlinkClick/>
              </a:rPr>
              <a:t>Explain</a:t>
            </a:r>
            <a:endParaRPr/>
          </a:p>
          <a:p>
            <a:pPr indent="-391160" lvl="0" marL="457200" rtl="0" algn="l">
              <a:spcBef>
                <a:spcPts val="0"/>
              </a:spcBef>
              <a:spcAft>
                <a:spcPts val="0"/>
              </a:spcAft>
              <a:buSzPts val="2560"/>
              <a:buChar char="◼"/>
            </a:pPr>
            <a:r>
              <a:rPr lang="en-GB" u="sng">
                <a:solidFill>
                  <a:schemeClr val="hlink"/>
                </a:solidFill>
                <a:hlinkClick action="ppaction://hlinksldjump" r:id="rId4"/>
              </a:rPr>
              <a:t>Apply</a:t>
            </a:r>
            <a:endParaRPr/>
          </a:p>
          <a:p>
            <a:pPr indent="-391160" lvl="0" marL="457200" rtl="0" algn="l">
              <a:spcBef>
                <a:spcPts val="0"/>
              </a:spcBef>
              <a:spcAft>
                <a:spcPts val="0"/>
              </a:spcAft>
              <a:buSzPts val="2560"/>
              <a:buChar char="◼"/>
            </a:pPr>
            <a:r>
              <a:rPr lang="en-GB" u="sng">
                <a:solidFill>
                  <a:schemeClr val="hlink"/>
                </a:solidFill>
                <a:hlinkClick/>
              </a:rPr>
              <a:t>Extend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Terminology - As you encounter terms new to you, define in your own words here, include examples (make them up!)</a:t>
            </a:r>
            <a:endParaRPr sz="2400"/>
          </a:p>
        </p:txBody>
      </p:sp>
      <p:sp>
        <p:nvSpPr>
          <p:cNvPr id="181" name="Google Shape;181;p3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ctrTitle"/>
          </p:nvPr>
        </p:nvSpPr>
        <p:spPr>
          <a:xfrm>
            <a:off x="776250" y="15176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1: ENGAGE </a:t>
            </a:r>
            <a:endParaRPr sz="7200"/>
          </a:p>
          <a:p>
            <a:pPr indent="0" lvl="0" marL="0" rtl="0" algn="l">
              <a:spcBef>
                <a:spcPts val="0"/>
              </a:spcBef>
              <a:spcAft>
                <a:spcPts val="0"/>
              </a:spcAft>
              <a:buClr>
                <a:schemeClr val="dk1"/>
              </a:buClr>
              <a:buSzPts val="1100"/>
              <a:buFont typeface="Arial"/>
              <a:buNone/>
            </a:pPr>
            <a:r>
              <a:rPr lang="en-GB" sz="7200"/>
              <a:t>(5 mins)</a:t>
            </a:r>
            <a:endParaRPr sz="7200"/>
          </a:p>
          <a:p>
            <a:pPr indent="0" lvl="0" marL="0" rtl="0" algn="l">
              <a:spcBef>
                <a:spcPts val="0"/>
              </a:spcBef>
              <a:spcAft>
                <a:spcPts val="0"/>
              </a:spcAft>
              <a:buNone/>
            </a:pPr>
            <a:r>
              <a:t/>
            </a:r>
            <a:endParaRPr sz="7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As a group discuss the following</a:t>
            </a:r>
            <a:endParaRPr sz="3900"/>
          </a:p>
        </p:txBody>
      </p:sp>
      <p:sp>
        <p:nvSpPr>
          <p:cNvPr id="194" name="Google Shape;194;p32"/>
          <p:cNvSpPr txBox="1"/>
          <p:nvPr/>
        </p:nvSpPr>
        <p:spPr>
          <a:xfrm>
            <a:off x="311375" y="1453100"/>
            <a:ext cx="8229600" cy="3252300"/>
          </a:xfrm>
          <a:prstGeom prst="rect">
            <a:avLst/>
          </a:prstGeom>
          <a:noFill/>
          <a:ln>
            <a:noFill/>
          </a:ln>
        </p:spPr>
        <p:txBody>
          <a:bodyPr anchorCtr="0" anchor="t" bIns="91425" lIns="91425" spcFirstLastPara="1" rIns="91425" wrap="square" tIns="91425">
            <a:noAutofit/>
          </a:bodyPr>
          <a:lstStyle/>
          <a:p>
            <a:pPr indent="-412750" lvl="0" marL="457200" rtl="0" algn="l">
              <a:spcBef>
                <a:spcPts val="0"/>
              </a:spcBef>
              <a:spcAft>
                <a:spcPts val="0"/>
              </a:spcAft>
              <a:buClr>
                <a:schemeClr val="dk1"/>
              </a:buClr>
              <a:buSzPts val="2900"/>
              <a:buFont typeface="Corbel"/>
              <a:buAutoNum type="arabicPeriod"/>
            </a:pPr>
            <a:r>
              <a:rPr lang="en-GB" sz="2900">
                <a:solidFill>
                  <a:schemeClr val="dk1"/>
                </a:solidFill>
                <a:latin typeface="Corbel"/>
                <a:ea typeface="Corbel"/>
                <a:cs typeface="Corbel"/>
                <a:sym typeface="Corbel"/>
              </a:rPr>
              <a:t>What do the terms soluble and insoluble mean?</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AutoNum type="arabicPeriod"/>
            </a:pPr>
            <a:r>
              <a:rPr lang="en-GB" sz="2900">
                <a:solidFill>
                  <a:schemeClr val="dk1"/>
                </a:solidFill>
                <a:latin typeface="Corbel"/>
                <a:ea typeface="Corbel"/>
                <a:cs typeface="Corbel"/>
                <a:sym typeface="Corbel"/>
              </a:rPr>
              <a:t>Which of the following do you think are most likely to be insoluble? Hint: Recall what we learned about charge and size of ions.</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AutoNum type="arabicPeriod"/>
            </a:pPr>
            <a:r>
              <a:rPr lang="en-GB" sz="2900">
                <a:solidFill>
                  <a:schemeClr val="dk1"/>
                </a:solidFill>
                <a:latin typeface="Corbel"/>
                <a:ea typeface="Corbel"/>
                <a:cs typeface="Corbel"/>
                <a:sym typeface="Corbel"/>
              </a:rPr>
              <a:t>LiCl              MgS          PbI</a:t>
            </a:r>
            <a:r>
              <a:rPr baseline="-25000" lang="en-GB" sz="2900">
                <a:solidFill>
                  <a:schemeClr val="dk1"/>
                </a:solidFill>
                <a:latin typeface="Corbel"/>
                <a:ea typeface="Corbel"/>
                <a:cs typeface="Corbel"/>
                <a:sym typeface="Corbel"/>
              </a:rPr>
              <a:t>2</a:t>
            </a:r>
            <a:endParaRPr sz="29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304800" y="116575"/>
            <a:ext cx="86868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700"/>
              <a:t>Speed challenge on SINGLE displacement reactions</a:t>
            </a:r>
            <a:endParaRPr sz="3500"/>
          </a:p>
        </p:txBody>
      </p:sp>
      <p:sp>
        <p:nvSpPr>
          <p:cNvPr id="201" name="Google Shape;201;p33"/>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Using your metal and halogen activity series, race against your group mates to predict whether the following reactions will take place. </a:t>
            </a:r>
            <a:endParaRPr sz="2200"/>
          </a:p>
          <a:p>
            <a:pPr indent="0" lvl="0" marL="0" rtl="0" algn="l">
              <a:spcBef>
                <a:spcPts val="0"/>
              </a:spcBef>
              <a:spcAft>
                <a:spcPts val="0"/>
              </a:spcAft>
              <a:buNone/>
            </a:pPr>
            <a:r>
              <a:rPr lang="en-GB" sz="2200"/>
              <a:t>Click to the next slide to check your answers once you are done! </a:t>
            </a:r>
            <a:endParaRPr sz="2200"/>
          </a:p>
          <a:p>
            <a:pPr indent="0" lvl="0" marL="0" rtl="0" algn="l">
              <a:spcBef>
                <a:spcPts val="0"/>
              </a:spcBef>
              <a:spcAft>
                <a:spcPts val="0"/>
              </a:spcAft>
              <a:buNone/>
            </a:pPr>
            <a:r>
              <a:t/>
            </a:r>
            <a:endParaRPr sz="2500"/>
          </a:p>
          <a:p>
            <a:pPr indent="-419100" lvl="0" marL="457200" rtl="0" algn="l">
              <a:spcBef>
                <a:spcPts val="0"/>
              </a:spcBef>
              <a:spcAft>
                <a:spcPts val="0"/>
              </a:spcAft>
              <a:buSzPts val="3000"/>
              <a:buAutoNum type="arabicParenR"/>
            </a:pPr>
            <a:r>
              <a:rPr lang="en-GB" sz="3000"/>
              <a:t>Pb  +  Zn(C</a:t>
            </a:r>
            <a:r>
              <a:rPr baseline="-25000" lang="en-GB" sz="3000"/>
              <a:t>2</a:t>
            </a:r>
            <a:r>
              <a:rPr lang="en-GB" sz="3000"/>
              <a:t>H</a:t>
            </a:r>
            <a:r>
              <a:rPr baseline="-25000" lang="en-GB" sz="3000"/>
              <a:t>3</a:t>
            </a:r>
            <a:r>
              <a:rPr lang="en-GB" sz="3000"/>
              <a:t>O</a:t>
            </a:r>
            <a:r>
              <a:rPr baseline="-25000" lang="en-GB" sz="3000"/>
              <a:t>2</a:t>
            </a:r>
            <a:r>
              <a:rPr lang="en-GB" sz="3000"/>
              <a:t>)</a:t>
            </a:r>
            <a:r>
              <a:rPr baseline="-25000" lang="en-GB" sz="3000"/>
              <a:t>2 </a:t>
            </a:r>
            <a:r>
              <a:rPr lang="en-GB" sz="3000"/>
              <a:t> →</a:t>
            </a:r>
            <a:endParaRPr sz="3000"/>
          </a:p>
          <a:p>
            <a:pPr indent="-419100" lvl="0" marL="457200" rtl="0" algn="l">
              <a:spcBef>
                <a:spcPts val="0"/>
              </a:spcBef>
              <a:spcAft>
                <a:spcPts val="0"/>
              </a:spcAft>
              <a:buSzPts val="3000"/>
              <a:buAutoNum type="arabicParenR"/>
            </a:pPr>
            <a:r>
              <a:rPr lang="en-GB" sz="3000"/>
              <a:t>AgNO</a:t>
            </a:r>
            <a:r>
              <a:rPr baseline="-25000" lang="en-GB" sz="3000"/>
              <a:t>3</a:t>
            </a:r>
            <a:r>
              <a:rPr lang="en-GB" sz="3000"/>
              <a:t>  +   Ni  → </a:t>
            </a:r>
            <a:endParaRPr sz="3000"/>
          </a:p>
          <a:p>
            <a:pPr indent="-419100" lvl="0" marL="457200" rtl="0" algn="l">
              <a:spcBef>
                <a:spcPts val="0"/>
              </a:spcBef>
              <a:spcAft>
                <a:spcPts val="0"/>
              </a:spcAft>
              <a:buSzPts val="3000"/>
              <a:buAutoNum type="arabicParenR"/>
            </a:pPr>
            <a:r>
              <a:rPr lang="en-GB" sz="3000"/>
              <a:t>Ag +  H</a:t>
            </a:r>
            <a:r>
              <a:rPr baseline="-25000" lang="en-GB" sz="3000"/>
              <a:t>2</a:t>
            </a:r>
            <a:r>
              <a:rPr lang="en-GB" sz="3000"/>
              <a:t>SO</a:t>
            </a:r>
            <a:r>
              <a:rPr baseline="-25000" lang="en-GB" sz="3000"/>
              <a:t>4</a:t>
            </a:r>
            <a:r>
              <a:rPr lang="en-GB" sz="3000"/>
              <a:t> →</a:t>
            </a:r>
            <a:endParaRPr sz="3000"/>
          </a:p>
          <a:p>
            <a:pPr indent="-419100" lvl="0" marL="457200" rtl="0" algn="l">
              <a:spcBef>
                <a:spcPts val="0"/>
              </a:spcBef>
              <a:spcAft>
                <a:spcPts val="0"/>
              </a:spcAft>
              <a:buSzPts val="3000"/>
              <a:buAutoNum type="arabicParenR"/>
            </a:pPr>
            <a:r>
              <a:rPr lang="en-GB" sz="3000"/>
              <a:t>NaI  +  Br</a:t>
            </a:r>
            <a:r>
              <a:rPr baseline="-25000" lang="en-GB" sz="3000"/>
              <a:t>2</a:t>
            </a:r>
            <a:r>
              <a:rPr lang="en-GB" sz="3000"/>
              <a:t>  → </a:t>
            </a:r>
            <a:endParaRPr sz="3000"/>
          </a:p>
          <a:p>
            <a:pPr indent="0" lvl="0" marL="0" rtl="0" algn="l">
              <a:spcBef>
                <a:spcPts val="0"/>
              </a:spcBef>
              <a:spcAft>
                <a:spcPts val="0"/>
              </a:spcAft>
              <a:buNone/>
            </a:pPr>
            <a:r>
              <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304800" y="116575"/>
            <a:ext cx="86868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700"/>
              <a:t>Speed challenge on SINGLE displacement reactions</a:t>
            </a:r>
            <a:endParaRPr sz="3500"/>
          </a:p>
        </p:txBody>
      </p:sp>
      <p:sp>
        <p:nvSpPr>
          <p:cNvPr id="208" name="Google Shape;208;p34"/>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Using your metal and halogen activity series, race against your group mates to predict whether the following reactions will take place. </a:t>
            </a:r>
            <a:endParaRPr sz="2200"/>
          </a:p>
          <a:p>
            <a:pPr indent="0" lvl="0" marL="0" rtl="0" algn="l">
              <a:spcBef>
                <a:spcPts val="0"/>
              </a:spcBef>
              <a:spcAft>
                <a:spcPts val="0"/>
              </a:spcAft>
              <a:buNone/>
            </a:pPr>
            <a:r>
              <a:rPr lang="en-GB" sz="2200"/>
              <a:t>Click to the next slide to check your answers once you are done! </a:t>
            </a:r>
            <a:endParaRPr sz="2200"/>
          </a:p>
          <a:p>
            <a:pPr indent="0" lvl="0" marL="0" rtl="0" algn="l">
              <a:spcBef>
                <a:spcPts val="0"/>
              </a:spcBef>
              <a:spcAft>
                <a:spcPts val="0"/>
              </a:spcAft>
              <a:buNone/>
            </a:pPr>
            <a:r>
              <a:t/>
            </a:r>
            <a:endParaRPr sz="2500"/>
          </a:p>
          <a:p>
            <a:pPr indent="-419100" lvl="0" marL="457200" rtl="0" algn="l">
              <a:spcBef>
                <a:spcPts val="0"/>
              </a:spcBef>
              <a:spcAft>
                <a:spcPts val="0"/>
              </a:spcAft>
              <a:buSzPts val="3000"/>
              <a:buAutoNum type="arabicParenR"/>
            </a:pPr>
            <a:r>
              <a:rPr lang="en-GB" sz="3000"/>
              <a:t>Pb  +  Zn(C</a:t>
            </a:r>
            <a:r>
              <a:rPr baseline="-25000" lang="en-GB" sz="3000"/>
              <a:t>2</a:t>
            </a:r>
            <a:r>
              <a:rPr lang="en-GB" sz="3000"/>
              <a:t>H</a:t>
            </a:r>
            <a:r>
              <a:rPr baseline="-25000" lang="en-GB" sz="3000"/>
              <a:t>3</a:t>
            </a:r>
            <a:r>
              <a:rPr lang="en-GB" sz="3000"/>
              <a:t>O</a:t>
            </a:r>
            <a:r>
              <a:rPr baseline="-25000" lang="en-GB" sz="3000"/>
              <a:t>2</a:t>
            </a:r>
            <a:r>
              <a:rPr lang="en-GB" sz="3000"/>
              <a:t>)</a:t>
            </a:r>
            <a:r>
              <a:rPr baseline="-25000" lang="en-GB" sz="3000"/>
              <a:t>2 </a:t>
            </a:r>
            <a:r>
              <a:rPr lang="en-GB" sz="3000"/>
              <a:t> → </a:t>
            </a:r>
            <a:r>
              <a:rPr lang="en-GB" sz="3000">
                <a:solidFill>
                  <a:srgbClr val="E88651"/>
                </a:solidFill>
              </a:rPr>
              <a:t>NR</a:t>
            </a:r>
            <a:endParaRPr sz="3000">
              <a:solidFill>
                <a:srgbClr val="E88651"/>
              </a:solidFill>
            </a:endParaRPr>
          </a:p>
          <a:p>
            <a:pPr indent="-419100" lvl="0" marL="457200" rtl="0" algn="l">
              <a:spcBef>
                <a:spcPts val="0"/>
              </a:spcBef>
              <a:spcAft>
                <a:spcPts val="0"/>
              </a:spcAft>
              <a:buSzPts val="3000"/>
              <a:buAutoNum type="arabicParenR"/>
            </a:pPr>
            <a:r>
              <a:rPr lang="en-GB" sz="3000"/>
              <a:t>AgNO</a:t>
            </a:r>
            <a:r>
              <a:rPr baseline="-25000" lang="en-GB" sz="3000"/>
              <a:t>3</a:t>
            </a:r>
            <a:r>
              <a:rPr lang="en-GB" sz="3000"/>
              <a:t>  +   Ni  → </a:t>
            </a:r>
            <a:r>
              <a:rPr lang="en-GB" sz="3000">
                <a:solidFill>
                  <a:srgbClr val="E88651"/>
                </a:solidFill>
              </a:rPr>
              <a:t>Ni(NO</a:t>
            </a:r>
            <a:r>
              <a:rPr baseline="-25000" lang="en-GB" sz="3000">
                <a:solidFill>
                  <a:srgbClr val="E88651"/>
                </a:solidFill>
              </a:rPr>
              <a:t>3</a:t>
            </a:r>
            <a:r>
              <a:rPr lang="en-GB" sz="3000">
                <a:solidFill>
                  <a:srgbClr val="E88651"/>
                </a:solidFill>
              </a:rPr>
              <a:t>)</a:t>
            </a:r>
            <a:r>
              <a:rPr baseline="-25000" lang="en-GB" sz="3000">
                <a:solidFill>
                  <a:srgbClr val="E88651"/>
                </a:solidFill>
              </a:rPr>
              <a:t>2</a:t>
            </a:r>
            <a:r>
              <a:rPr lang="en-GB" sz="3000">
                <a:solidFill>
                  <a:srgbClr val="E88651"/>
                </a:solidFill>
              </a:rPr>
              <a:t>   +  Ag </a:t>
            </a:r>
            <a:endParaRPr sz="3000">
              <a:solidFill>
                <a:srgbClr val="E88651"/>
              </a:solidFill>
            </a:endParaRPr>
          </a:p>
          <a:p>
            <a:pPr indent="-419100" lvl="0" marL="457200" rtl="0" algn="l">
              <a:spcBef>
                <a:spcPts val="0"/>
              </a:spcBef>
              <a:spcAft>
                <a:spcPts val="0"/>
              </a:spcAft>
              <a:buSzPts val="3000"/>
              <a:buAutoNum type="arabicParenR"/>
            </a:pPr>
            <a:r>
              <a:rPr lang="en-GB" sz="3000"/>
              <a:t>Ag +  H</a:t>
            </a:r>
            <a:r>
              <a:rPr baseline="-25000" lang="en-GB" sz="3000"/>
              <a:t>2</a:t>
            </a:r>
            <a:r>
              <a:rPr lang="en-GB" sz="3000"/>
              <a:t>SO</a:t>
            </a:r>
            <a:r>
              <a:rPr baseline="-25000" lang="en-GB" sz="3000"/>
              <a:t>4</a:t>
            </a:r>
            <a:r>
              <a:rPr lang="en-GB" sz="3000"/>
              <a:t> → </a:t>
            </a:r>
            <a:r>
              <a:rPr lang="en-GB" sz="3000">
                <a:solidFill>
                  <a:srgbClr val="E88651"/>
                </a:solidFill>
              </a:rPr>
              <a:t>NR</a:t>
            </a:r>
            <a:endParaRPr sz="3000">
              <a:solidFill>
                <a:srgbClr val="E88651"/>
              </a:solidFill>
            </a:endParaRPr>
          </a:p>
          <a:p>
            <a:pPr indent="-419100" lvl="0" marL="457200" rtl="0" algn="l">
              <a:spcBef>
                <a:spcPts val="0"/>
              </a:spcBef>
              <a:spcAft>
                <a:spcPts val="0"/>
              </a:spcAft>
              <a:buSzPts val="3000"/>
              <a:buAutoNum type="arabicParenR"/>
            </a:pPr>
            <a:r>
              <a:rPr lang="en-GB" sz="3000"/>
              <a:t>NaI  +  Br</a:t>
            </a:r>
            <a:r>
              <a:rPr baseline="-25000" lang="en-GB" sz="3000"/>
              <a:t>2</a:t>
            </a:r>
            <a:r>
              <a:rPr lang="en-GB" sz="3000"/>
              <a:t>  → </a:t>
            </a:r>
            <a:r>
              <a:rPr lang="en-GB" sz="3000">
                <a:solidFill>
                  <a:srgbClr val="E88651"/>
                </a:solidFill>
              </a:rPr>
              <a:t>NaBr  +  I</a:t>
            </a:r>
            <a:r>
              <a:rPr baseline="-25000" lang="en-GB" sz="3000">
                <a:solidFill>
                  <a:srgbClr val="E88651"/>
                </a:solidFill>
              </a:rPr>
              <a:t>2</a:t>
            </a:r>
            <a:endParaRPr baseline="-25000" sz="3000">
              <a:solidFill>
                <a:srgbClr val="E88651"/>
              </a:solidFill>
            </a:endParaRPr>
          </a:p>
          <a:p>
            <a:pPr indent="0" lvl="0" marL="0" rtl="0" algn="l">
              <a:spcBef>
                <a:spcPts val="0"/>
              </a:spcBef>
              <a:spcAft>
                <a:spcPts val="0"/>
              </a:spcAft>
              <a:buNone/>
            </a:pPr>
            <a:r>
              <a:t/>
            </a:r>
            <a:endParaRPr sz="3000"/>
          </a:p>
        </p:txBody>
      </p:sp>
      <p:sp>
        <p:nvSpPr>
          <p:cNvPr id="209" name="Google Shape;209;p34"/>
          <p:cNvSpPr txBox="1"/>
          <p:nvPr/>
        </p:nvSpPr>
        <p:spPr>
          <a:xfrm>
            <a:off x="273325" y="2581550"/>
            <a:ext cx="8358300" cy="2154900"/>
          </a:xfrm>
          <a:prstGeom prst="rect">
            <a:avLst/>
          </a:prstGeom>
          <a:solidFill>
            <a:srgbClr val="9E9E9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orbel"/>
              <a:ea typeface="Corbel"/>
              <a:cs typeface="Corbel"/>
              <a:sym typeface="Corbel"/>
            </a:endParaRPr>
          </a:p>
          <a:p>
            <a:pPr indent="0" lvl="0" marL="0" rtl="0" algn="ctr">
              <a:spcBef>
                <a:spcPts val="0"/>
              </a:spcBef>
              <a:spcAft>
                <a:spcPts val="0"/>
              </a:spcAft>
              <a:buNone/>
            </a:pPr>
            <a:r>
              <a:rPr lang="en-GB" sz="3200">
                <a:solidFill>
                  <a:schemeClr val="dk1"/>
                </a:solidFill>
                <a:latin typeface="Corbel"/>
                <a:ea typeface="Corbel"/>
                <a:cs typeface="Corbel"/>
                <a:sym typeface="Corbel"/>
              </a:rPr>
              <a:t>Move this box to see answers</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2: EXPLORE</a:t>
            </a:r>
            <a:endParaRPr sz="7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Watch &amp; learn</a:t>
            </a:r>
            <a:endParaRPr/>
          </a:p>
        </p:txBody>
      </p:sp>
      <p:sp>
        <p:nvSpPr>
          <p:cNvPr id="222" name="Google Shape;222;p36"/>
          <p:cNvSpPr txBox="1"/>
          <p:nvPr/>
        </p:nvSpPr>
        <p:spPr>
          <a:xfrm>
            <a:off x="311375" y="1453100"/>
            <a:ext cx="24777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700">
                <a:solidFill>
                  <a:schemeClr val="dk1"/>
                </a:solidFill>
                <a:latin typeface="Corbel"/>
                <a:ea typeface="Corbel"/>
                <a:cs typeface="Corbel"/>
                <a:sym typeface="Corbel"/>
              </a:rPr>
              <a:t>Pause at the 4 minute mark</a:t>
            </a:r>
            <a:r>
              <a:rPr lang="en-GB" sz="2700">
                <a:solidFill>
                  <a:schemeClr val="dk1"/>
                </a:solidFill>
                <a:latin typeface="Corbel"/>
                <a:ea typeface="Corbel"/>
                <a:cs typeface="Corbel"/>
                <a:sym typeface="Corbel"/>
              </a:rPr>
              <a:t> and predict the solubility of the compounds. Continue video to check your work</a:t>
            </a:r>
            <a:endParaRPr sz="2700">
              <a:solidFill>
                <a:schemeClr val="dk1"/>
              </a:solidFill>
              <a:latin typeface="Corbel"/>
              <a:ea typeface="Corbel"/>
              <a:cs typeface="Corbel"/>
              <a:sym typeface="Corbel"/>
            </a:endParaRPr>
          </a:p>
        </p:txBody>
      </p:sp>
      <p:pic>
        <p:nvPicPr>
          <p:cNvPr descr="So Solubility can be difficult if you don't know how to properly use a solubility table! In this video I go over all of the solubility rules plus we do a bunch of examples predicting the solubility of ionic compounds whether they are soluble or insoluble. Chemistry doesn't have to be so confusing, it can actually make sense! Yay to less stressful nights! &#10;&#10;📙 📗 FREE CHEMISTRY SURVIVAL GUIDE AND SOLUBILITY TABLE&#10;https://melissa.help/freechemguide&#10;&#10;💯 HERE'S HOW TO PASS ORGANIC CHEMISTRY 🎉&#10;https://chemmunity.info/youtube&#10;&#10;👉 MORE CHEMISTRY RESOURCES I CREATED 👈&#10;https://melissamaribel.com/&#10;&#10;🎓 CHECKOUT MY COMPLETE CHEMISTRY GUIDES:&#10;&#10;📕 Thermochemistry Guide&#10;https://melissa.help/thermonotes&#10;📗 Acids and Bases Guide&#10;https://melissa.help/acidbase1notes&#10;📘 Naming Compounds and Acids Guide&#10;https://melissa.help/namingnotes&#10;📙 Dimensional Analysis, Significant Figures, and Density Guide&#10;https://melissa.help/sigfignotes&#10;📕 Gas Laws Guide&#10;https://melissa.help/gaslawsnotes&#10;📗 Stoichiometry Guide&#10;https://melissa.help/stoichnotes&#10;📘 Redox Reactions Guide&#10;https://melissa.help/redoxnotes&#10;📙 Molarity Guide&#10;https://melissa.help/molaritynotes&#10;📕 Limiting Reactants Guide&#10;https://melissa.help/limreactnotes&#10;📗 Lewis Structures Guide&#10;https://melissa.help/lewisnotes&#10;📘 Kinetics Guide&#10;https://melissa.help/kineticsnotes&#10;📙 Titrations Guide&#10;https://melissa.help/titrations&#10;📕 Matter, Atomic Structure, Empirical and Molecular Formulas Guide&#10;https://melissa.help/matterguide&#10;&#10;🙌  This was my go-to homework help when I was in school. Chegg Study is one of my favorites.&#10;https://melissa.help/cheggstudy&#10;&#10;📚  I made the mistake of buying all of my textbooks, I wish I had the option of renting them. Thankfully you do, with Chegg Textbook Rentals.&#10;https://melissa.help/cheggbooks&#10;&#10;💁‍♀️ HI I'M MELISSA MARIBEL&#10;I help students pass Chemistry and Organic Chemistry. I used to struggle with this subject, so when I finally graduated with a bachelor's degree in Chemistry, I became a tutor so that you wouldn't have to struggle like I did. I know that with the right help, YOU CAN LEARN ANYTHING!&#10;&#10;DISCLAIMER: Some links in the description are affiliate links, which means that if you buy from those links, I’ll receive a small commission. This helps support the channel and allows me to continue making videos like this. Thanks for the support!" id="223" name="Google Shape;223;p36" title="Solubility Rules and How to Use a Solubility Table">
            <a:hlinkClick r:id="rId3"/>
          </p:cNvPr>
          <p:cNvPicPr preferRelativeResize="0"/>
          <p:nvPr/>
        </p:nvPicPr>
        <p:blipFill>
          <a:blip r:embed="rId4">
            <a:alphaModFix/>
          </a:blip>
          <a:stretch>
            <a:fillRect/>
          </a:stretch>
        </p:blipFill>
        <p:spPr>
          <a:xfrm>
            <a:off x="2789225" y="1329075"/>
            <a:ext cx="6222850" cy="3500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457200" y="473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200"/>
              <a:t>Make sure you can define the following terms:</a:t>
            </a:r>
            <a:endParaRPr sz="3200"/>
          </a:p>
        </p:txBody>
      </p:sp>
      <p:sp>
        <p:nvSpPr>
          <p:cNvPr id="230" name="Google Shape;230;p37"/>
          <p:cNvSpPr txBox="1"/>
          <p:nvPr/>
        </p:nvSpPr>
        <p:spPr>
          <a:xfrm>
            <a:off x="288325" y="1282725"/>
            <a:ext cx="8673600" cy="3252300"/>
          </a:xfrm>
          <a:prstGeom prst="rect">
            <a:avLst/>
          </a:prstGeom>
          <a:noFill/>
          <a:ln>
            <a:noFill/>
          </a:ln>
        </p:spPr>
        <p:txBody>
          <a:bodyPr anchorCtr="0" anchor="t" bIns="91425" lIns="91425" spcFirstLastPara="1" rIns="91425" wrap="square" tIns="91425">
            <a:noAutofit/>
          </a:bodyPr>
          <a:lstStyle/>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Soluble</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Aqueous</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Insoluble</a:t>
            </a:r>
            <a:endParaRPr sz="2900">
              <a:solidFill>
                <a:schemeClr val="dk1"/>
              </a:solidFill>
              <a:latin typeface="Corbel"/>
              <a:ea typeface="Corbel"/>
              <a:cs typeface="Corbel"/>
              <a:sym typeface="Corbel"/>
            </a:endParaRPr>
          </a:p>
          <a:p>
            <a:pPr indent="-412750" lvl="2" marL="13716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How do we indicate in a chemical formula that it is aqueous or insoluble? </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Precipitate</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Precipitation (NOT the kind that falls from the sky !)</a:t>
            </a:r>
            <a:endParaRPr sz="2900">
              <a:solidFill>
                <a:schemeClr val="dk1"/>
              </a:solidFill>
              <a:latin typeface="Corbel"/>
              <a:ea typeface="Corbel"/>
              <a:cs typeface="Corbel"/>
              <a:sym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Precipitates</a:t>
            </a:r>
            <a:endParaRPr/>
          </a:p>
        </p:txBody>
      </p:sp>
      <p:sp>
        <p:nvSpPr>
          <p:cNvPr id="237" name="Google Shape;237;p38"/>
          <p:cNvSpPr txBox="1"/>
          <p:nvPr/>
        </p:nvSpPr>
        <p:spPr>
          <a:xfrm>
            <a:off x="248250" y="1520500"/>
            <a:ext cx="44385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200">
                <a:solidFill>
                  <a:schemeClr val="dk1"/>
                </a:solidFill>
                <a:latin typeface="Corbel"/>
                <a:ea typeface="Corbel"/>
                <a:cs typeface="Corbel"/>
                <a:sym typeface="Corbel"/>
              </a:rPr>
              <a:t>A precipitate is formed when two soluble salts/ionic compounds react in solution to form a new insoluble product</a:t>
            </a:r>
            <a:endParaRPr sz="3200">
              <a:solidFill>
                <a:schemeClr val="dk1"/>
              </a:solidFill>
              <a:latin typeface="Corbel"/>
              <a:ea typeface="Corbel"/>
              <a:cs typeface="Corbel"/>
              <a:sym typeface="Corbel"/>
            </a:endParaRPr>
          </a:p>
        </p:txBody>
      </p:sp>
      <p:pic>
        <p:nvPicPr>
          <p:cNvPr id="238" name="Google Shape;238;p38"/>
          <p:cNvPicPr preferRelativeResize="0"/>
          <p:nvPr/>
        </p:nvPicPr>
        <p:blipFill>
          <a:blip r:embed="rId3">
            <a:alphaModFix/>
          </a:blip>
          <a:stretch>
            <a:fillRect/>
          </a:stretch>
        </p:blipFill>
        <p:spPr>
          <a:xfrm>
            <a:off x="5047900" y="1822100"/>
            <a:ext cx="3868374" cy="2159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457200" y="70461"/>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800"/>
              <a:t>Predict the success of a double </a:t>
            </a:r>
            <a:r>
              <a:rPr lang="en-GB" sz="3800"/>
              <a:t>displacement</a:t>
            </a:r>
            <a:r>
              <a:rPr lang="en-GB" sz="3800"/>
              <a:t> reaction!</a:t>
            </a:r>
            <a:endParaRPr sz="3800"/>
          </a:p>
        </p:txBody>
      </p:sp>
      <p:sp>
        <p:nvSpPr>
          <p:cNvPr id="245" name="Google Shape;245;p39"/>
          <p:cNvSpPr txBox="1"/>
          <p:nvPr/>
        </p:nvSpPr>
        <p:spPr>
          <a:xfrm>
            <a:off x="276775" y="1187850"/>
            <a:ext cx="5639400" cy="3529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Corbel"/>
                <a:ea typeface="Corbel"/>
                <a:cs typeface="Corbel"/>
                <a:sym typeface="Corbel"/>
              </a:rPr>
              <a:t>At a white board, determine if the reactions to the right will form a precipitate:</a:t>
            </a:r>
            <a:endParaRPr sz="2700">
              <a:solidFill>
                <a:schemeClr val="dk1"/>
              </a:solidFill>
              <a:latin typeface="Corbel"/>
              <a:ea typeface="Corbel"/>
              <a:cs typeface="Corbel"/>
              <a:sym typeface="Corbel"/>
            </a:endParaRPr>
          </a:p>
          <a:p>
            <a:pPr indent="0" lvl="0" marL="0" rtl="0" algn="l">
              <a:spcBef>
                <a:spcPts val="0"/>
              </a:spcBef>
              <a:spcAft>
                <a:spcPts val="0"/>
              </a:spcAft>
              <a:buNone/>
            </a:pPr>
            <a:r>
              <a:rPr lang="en-GB" sz="2700">
                <a:solidFill>
                  <a:schemeClr val="dk1"/>
                </a:solidFill>
                <a:latin typeface="Corbel"/>
                <a:ea typeface="Corbel"/>
                <a:cs typeface="Corbel"/>
                <a:sym typeface="Corbel"/>
              </a:rPr>
              <a:t>1. Write the two reactant FORMULAS</a:t>
            </a:r>
            <a:endParaRPr sz="2700">
              <a:solidFill>
                <a:schemeClr val="dk1"/>
              </a:solidFill>
              <a:latin typeface="Corbel"/>
              <a:ea typeface="Corbel"/>
              <a:cs typeface="Corbel"/>
              <a:sym typeface="Corbel"/>
            </a:endParaRPr>
          </a:p>
          <a:p>
            <a:pPr indent="0" lvl="0" marL="0" rtl="0" algn="l">
              <a:spcBef>
                <a:spcPts val="0"/>
              </a:spcBef>
              <a:spcAft>
                <a:spcPts val="0"/>
              </a:spcAft>
              <a:buNone/>
            </a:pPr>
            <a:r>
              <a:rPr lang="en-GB" sz="2700">
                <a:solidFill>
                  <a:schemeClr val="dk1"/>
                </a:solidFill>
                <a:latin typeface="Corbel"/>
                <a:ea typeface="Corbel"/>
                <a:cs typeface="Corbel"/>
                <a:sym typeface="Corbel"/>
              </a:rPr>
              <a:t>2. Determine the two possible products</a:t>
            </a:r>
            <a:endParaRPr sz="2700">
              <a:solidFill>
                <a:schemeClr val="dk1"/>
              </a:solidFill>
              <a:latin typeface="Corbel"/>
              <a:ea typeface="Corbel"/>
              <a:cs typeface="Corbel"/>
              <a:sym typeface="Corbel"/>
            </a:endParaRPr>
          </a:p>
          <a:p>
            <a:pPr indent="0" lvl="0" marL="0" rtl="0" algn="l">
              <a:spcBef>
                <a:spcPts val="0"/>
              </a:spcBef>
              <a:spcAft>
                <a:spcPts val="0"/>
              </a:spcAft>
              <a:buNone/>
            </a:pPr>
            <a:r>
              <a:rPr lang="en-GB" sz="2700">
                <a:solidFill>
                  <a:schemeClr val="dk1"/>
                </a:solidFill>
                <a:latin typeface="Corbel"/>
                <a:ea typeface="Corbel"/>
                <a:cs typeface="Corbel"/>
                <a:sym typeface="Corbel"/>
              </a:rPr>
              <a:t>3. Use the solubility table to </a:t>
            </a:r>
            <a:r>
              <a:rPr lang="en-GB" sz="2700">
                <a:solidFill>
                  <a:schemeClr val="dk1"/>
                </a:solidFill>
                <a:latin typeface="Corbel"/>
                <a:ea typeface="Corbel"/>
                <a:cs typeface="Corbel"/>
                <a:sym typeface="Corbel"/>
              </a:rPr>
              <a:t>determine the solubility of BOTH products</a:t>
            </a:r>
            <a:endParaRPr sz="27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
        <p:nvSpPr>
          <p:cNvPr id="246" name="Google Shape;246;p39"/>
          <p:cNvSpPr txBox="1"/>
          <p:nvPr/>
        </p:nvSpPr>
        <p:spPr>
          <a:xfrm>
            <a:off x="6031500" y="1187850"/>
            <a:ext cx="2998500" cy="35292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Corbel"/>
                <a:ea typeface="Corbel"/>
                <a:cs typeface="Corbel"/>
                <a:sym typeface="Corbel"/>
              </a:rPr>
              <a:t>Reactants:</a:t>
            </a:r>
            <a:endParaRPr sz="2600">
              <a:solidFill>
                <a:schemeClr val="dk1"/>
              </a:solidFill>
              <a:latin typeface="Corbel"/>
              <a:ea typeface="Corbel"/>
              <a:cs typeface="Corbel"/>
              <a:sym typeface="Corbel"/>
            </a:endParaRPr>
          </a:p>
          <a:p>
            <a:pPr indent="0" lvl="0" marL="0" rtl="0" algn="l">
              <a:spcBef>
                <a:spcPts val="0"/>
              </a:spcBef>
              <a:spcAft>
                <a:spcPts val="0"/>
              </a:spcAft>
              <a:buNone/>
            </a:pPr>
            <a:r>
              <a:t/>
            </a:r>
            <a:endParaRPr sz="17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1. MgBr2(</a:t>
            </a:r>
            <a:r>
              <a:rPr i="1" lang="en-GB" sz="2000">
                <a:solidFill>
                  <a:schemeClr val="dk1"/>
                </a:solidFill>
                <a:latin typeface="Corbel"/>
                <a:ea typeface="Corbel"/>
                <a:cs typeface="Corbel"/>
                <a:sym typeface="Corbel"/>
              </a:rPr>
              <a:t>aq</a:t>
            </a:r>
            <a:r>
              <a:rPr lang="en-GB" sz="2000">
                <a:solidFill>
                  <a:schemeClr val="dk1"/>
                </a:solidFill>
                <a:latin typeface="Corbel"/>
                <a:ea typeface="Corbel"/>
                <a:cs typeface="Corbel"/>
                <a:sym typeface="Corbel"/>
              </a:rPr>
              <a:t>)  + AgNO3(</a:t>
            </a:r>
            <a:r>
              <a:rPr i="1" lang="en-GB" sz="2000">
                <a:solidFill>
                  <a:schemeClr val="dk1"/>
                </a:solidFill>
                <a:latin typeface="Corbel"/>
                <a:ea typeface="Corbel"/>
                <a:cs typeface="Corbel"/>
                <a:sym typeface="Corbel"/>
              </a:rPr>
              <a:t>aq</a:t>
            </a:r>
            <a:r>
              <a:rPr lang="en-GB" sz="2000">
                <a:solidFill>
                  <a:schemeClr val="dk1"/>
                </a:solidFill>
                <a:latin typeface="Corbel"/>
                <a:ea typeface="Corbel"/>
                <a:cs typeface="Corbel"/>
                <a:sym typeface="Corbel"/>
              </a:rPr>
              <a:t>) </a:t>
            </a:r>
            <a:endParaRPr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2. Silver nitrate    +      potassium phosphate </a:t>
            </a:r>
            <a:endParaRPr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3. CuBr</a:t>
            </a:r>
            <a:r>
              <a:rPr baseline="-25000" lang="en-GB" sz="2000">
                <a:solidFill>
                  <a:schemeClr val="dk1"/>
                </a:solidFill>
                <a:latin typeface="Corbel"/>
                <a:ea typeface="Corbel"/>
                <a:cs typeface="Corbel"/>
                <a:sym typeface="Corbel"/>
              </a:rPr>
              <a:t>2</a:t>
            </a:r>
            <a:r>
              <a:rPr lang="en-GB" sz="2000">
                <a:solidFill>
                  <a:schemeClr val="dk1"/>
                </a:solidFill>
                <a:latin typeface="Corbel"/>
                <a:ea typeface="Corbel"/>
                <a:cs typeface="Corbel"/>
                <a:sym typeface="Corbel"/>
              </a:rPr>
              <a:t>   +  AlCl</a:t>
            </a:r>
            <a:r>
              <a:rPr baseline="-25000" lang="en-GB" sz="2000">
                <a:solidFill>
                  <a:schemeClr val="dk1"/>
                </a:solidFill>
                <a:latin typeface="Corbel"/>
                <a:ea typeface="Corbel"/>
                <a:cs typeface="Corbel"/>
                <a:sym typeface="Corbel"/>
              </a:rPr>
              <a:t>3</a:t>
            </a:r>
            <a:r>
              <a:rPr lang="en-GB" sz="2000">
                <a:solidFill>
                  <a:schemeClr val="dk1"/>
                </a:solidFill>
                <a:latin typeface="Corbel"/>
                <a:ea typeface="Corbel"/>
                <a:cs typeface="Corbel"/>
                <a:sym typeface="Corbel"/>
              </a:rPr>
              <a:t> </a:t>
            </a:r>
            <a:endParaRPr sz="2000">
              <a:solidFill>
                <a:schemeClr val="dk1"/>
              </a:solidFill>
              <a:highlight>
                <a:srgbClr val="EEEEEE"/>
              </a:highlight>
            </a:endParaRPr>
          </a:p>
          <a:p>
            <a:pPr indent="0" lvl="0" marL="0" rtl="0" algn="l">
              <a:spcBef>
                <a:spcPts val="0"/>
              </a:spcBef>
              <a:spcAft>
                <a:spcPts val="0"/>
              </a:spcAft>
              <a:buNone/>
            </a:pPr>
            <a:r>
              <a:t/>
            </a:r>
            <a:endParaRPr sz="2000">
              <a:solidFill>
                <a:schemeClr val="dk1"/>
              </a:solidFill>
              <a:highlight>
                <a:srgbClr val="EEEEEE"/>
              </a:highlight>
            </a:endParaRPr>
          </a:p>
          <a:p>
            <a:pPr indent="0" lvl="0" marL="0" rtl="0" algn="l">
              <a:spcBef>
                <a:spcPts val="0"/>
              </a:spcBef>
              <a:spcAft>
                <a:spcPts val="0"/>
              </a:spcAft>
              <a:buNone/>
            </a:pPr>
            <a:r>
              <a:rPr lang="en-GB" sz="2000">
                <a:solidFill>
                  <a:schemeClr val="dk1"/>
                </a:solidFill>
              </a:rPr>
              <a:t>Note: you don’t need to balance for this activity</a:t>
            </a:r>
            <a:endParaRPr sz="2000">
              <a:solidFill>
                <a:schemeClr val="dk1"/>
              </a:solidFill>
            </a:endParaRPr>
          </a:p>
        </p:txBody>
      </p:sp>
      <p:pic>
        <p:nvPicPr>
          <p:cNvPr id="247" name="Google Shape;247;p39"/>
          <p:cNvPicPr preferRelativeResize="0"/>
          <p:nvPr/>
        </p:nvPicPr>
        <p:blipFill>
          <a:blip r:embed="rId3">
            <a:alphaModFix/>
          </a:blip>
          <a:stretch>
            <a:fillRect/>
          </a:stretch>
        </p:blipFill>
        <p:spPr>
          <a:xfrm>
            <a:off x="8001025" y="56875"/>
            <a:ext cx="939600" cy="939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Photo of board work</a:t>
            </a:r>
            <a:endParaRPr/>
          </a:p>
        </p:txBody>
      </p:sp>
      <p:sp>
        <p:nvSpPr>
          <p:cNvPr id="254" name="Google Shape;254;p40"/>
          <p:cNvSpPr txBox="1"/>
          <p:nvPr>
            <p:ph idx="1" type="body"/>
          </p:nvPr>
        </p:nvSpPr>
        <p:spPr>
          <a:xfrm>
            <a:off x="5129403" y="1372150"/>
            <a:ext cx="35574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Explain why there is no reaction if neither product forms a precipitate (what is happening at the level of ions in water before and after the reactant solutions mix).</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What makes a reaction?</a:t>
            </a:r>
            <a:endParaRPr/>
          </a:p>
        </p:txBody>
      </p:sp>
      <p:sp>
        <p:nvSpPr>
          <p:cNvPr id="261" name="Google Shape;261;p41"/>
          <p:cNvSpPr txBox="1"/>
          <p:nvPr/>
        </p:nvSpPr>
        <p:spPr>
          <a:xfrm>
            <a:off x="311375" y="1453100"/>
            <a:ext cx="82296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Corbel"/>
                <a:ea typeface="Corbel"/>
                <a:cs typeface="Corbel"/>
                <a:sym typeface="Corbel"/>
              </a:rPr>
              <a:t>If BOTH products are soluble, has a reaction occurred?</a:t>
            </a:r>
            <a:endParaRPr sz="2700">
              <a:solidFill>
                <a:schemeClr val="dk1"/>
              </a:solidFill>
              <a:latin typeface="Corbel"/>
              <a:ea typeface="Corbel"/>
              <a:cs typeface="Corbel"/>
              <a:sym typeface="Corbel"/>
            </a:endParaRPr>
          </a:p>
          <a:p>
            <a:pPr indent="0" lvl="0" marL="0" rtl="0" algn="l">
              <a:spcBef>
                <a:spcPts val="0"/>
              </a:spcBef>
              <a:spcAft>
                <a:spcPts val="0"/>
              </a:spcAft>
              <a:buNone/>
            </a:pPr>
            <a:r>
              <a:rPr lang="en-GB" sz="2700">
                <a:solidFill>
                  <a:schemeClr val="dk1"/>
                </a:solidFill>
                <a:latin typeface="Corbel"/>
                <a:ea typeface="Corbel"/>
                <a:cs typeface="Corbel"/>
                <a:sym typeface="Corbel"/>
              </a:rPr>
              <a:t> </a:t>
            </a:r>
            <a:endParaRPr sz="2700">
              <a:solidFill>
                <a:schemeClr val="dk1"/>
              </a:solidFill>
              <a:latin typeface="Corbel"/>
              <a:ea typeface="Corbel"/>
              <a:cs typeface="Corbel"/>
              <a:sym typeface="Corbel"/>
            </a:endParaRPr>
          </a:p>
          <a:p>
            <a:pPr indent="0" lvl="0" marL="0" rtl="0" algn="l">
              <a:spcBef>
                <a:spcPts val="0"/>
              </a:spcBef>
              <a:spcAft>
                <a:spcPts val="0"/>
              </a:spcAft>
              <a:buClr>
                <a:schemeClr val="dk1"/>
              </a:buClr>
              <a:buSzPts val="1100"/>
              <a:buFont typeface="Arial"/>
              <a:buNone/>
            </a:pPr>
            <a:r>
              <a:rPr lang="en-GB" sz="2700">
                <a:solidFill>
                  <a:schemeClr val="dk1"/>
                </a:solidFill>
                <a:latin typeface="Corbel"/>
                <a:ea typeface="Corbel"/>
                <a:cs typeface="Corbel"/>
                <a:sym typeface="Corbel"/>
              </a:rPr>
              <a:t>Hint: on your board, draw a beaker of the </a:t>
            </a:r>
            <a:r>
              <a:rPr lang="en-GB" sz="2700">
                <a:solidFill>
                  <a:srgbClr val="9900FF"/>
                </a:solidFill>
                <a:latin typeface="Corbel"/>
                <a:ea typeface="Corbel"/>
                <a:cs typeface="Corbel"/>
                <a:sym typeface="Corbel"/>
              </a:rPr>
              <a:t>reactants </a:t>
            </a:r>
            <a:r>
              <a:rPr b="1" lang="en-GB" sz="2700">
                <a:solidFill>
                  <a:schemeClr val="dk1"/>
                </a:solidFill>
                <a:latin typeface="Corbel"/>
                <a:ea typeface="Corbel"/>
                <a:cs typeface="Corbel"/>
                <a:sym typeface="Corbel"/>
              </a:rPr>
              <a:t>dissolved</a:t>
            </a:r>
            <a:r>
              <a:rPr lang="en-GB" sz="2700">
                <a:solidFill>
                  <a:schemeClr val="dk1"/>
                </a:solidFill>
                <a:latin typeface="Corbel"/>
                <a:ea typeface="Corbel"/>
                <a:cs typeface="Corbel"/>
                <a:sym typeface="Corbel"/>
              </a:rPr>
              <a:t> and a beaker of the </a:t>
            </a:r>
            <a:r>
              <a:rPr lang="en-GB" sz="2700">
                <a:solidFill>
                  <a:srgbClr val="E88651"/>
                </a:solidFill>
                <a:latin typeface="Corbel"/>
                <a:ea typeface="Corbel"/>
                <a:cs typeface="Corbel"/>
                <a:sym typeface="Corbel"/>
              </a:rPr>
              <a:t>products</a:t>
            </a:r>
            <a:r>
              <a:rPr lang="en-GB" sz="2700">
                <a:solidFill>
                  <a:schemeClr val="dk1"/>
                </a:solidFill>
                <a:latin typeface="Corbel"/>
                <a:ea typeface="Corbel"/>
                <a:cs typeface="Corbel"/>
                <a:sym typeface="Corbel"/>
              </a:rPr>
              <a:t> </a:t>
            </a:r>
            <a:r>
              <a:rPr b="1" lang="en-GB" sz="2700">
                <a:solidFill>
                  <a:schemeClr val="dk1"/>
                </a:solidFill>
                <a:latin typeface="Corbel"/>
                <a:ea typeface="Corbel"/>
                <a:cs typeface="Corbel"/>
                <a:sym typeface="Corbel"/>
              </a:rPr>
              <a:t>dissolved.</a:t>
            </a:r>
            <a:r>
              <a:rPr lang="en-GB" sz="2700">
                <a:solidFill>
                  <a:schemeClr val="dk1"/>
                </a:solidFill>
                <a:latin typeface="Corbel"/>
                <a:ea typeface="Corbel"/>
                <a:cs typeface="Corbel"/>
                <a:sym typeface="Corbel"/>
              </a:rPr>
              <a:t> </a:t>
            </a:r>
            <a:endParaRPr sz="27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3: Apply</a:t>
            </a:r>
            <a:endParaRPr sz="7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Explain   - Check in</a:t>
            </a:r>
            <a:endParaRPr/>
          </a:p>
        </p:txBody>
      </p:sp>
      <p:sp>
        <p:nvSpPr>
          <p:cNvPr id="274" name="Google Shape;274;p43"/>
          <p:cNvSpPr txBox="1"/>
          <p:nvPr/>
        </p:nvSpPr>
        <p:spPr>
          <a:xfrm>
            <a:off x="311375" y="1453100"/>
            <a:ext cx="82296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200">
                <a:solidFill>
                  <a:schemeClr val="dk1"/>
                </a:solidFill>
                <a:latin typeface="Corbel"/>
                <a:ea typeface="Corbel"/>
                <a:cs typeface="Corbel"/>
                <a:sym typeface="Corbel"/>
              </a:rPr>
              <a:t>Explain the difference between a precipitate that </a:t>
            </a:r>
            <a:r>
              <a:rPr lang="en-GB" sz="3200">
                <a:solidFill>
                  <a:schemeClr val="dk1"/>
                </a:solidFill>
                <a:latin typeface="Corbel"/>
                <a:ea typeface="Corbel"/>
                <a:cs typeface="Corbel"/>
                <a:sym typeface="Corbel"/>
              </a:rPr>
              <a:t>forms</a:t>
            </a:r>
            <a:r>
              <a:rPr lang="en-GB" sz="3200">
                <a:solidFill>
                  <a:schemeClr val="dk1"/>
                </a:solidFill>
                <a:latin typeface="Corbel"/>
                <a:ea typeface="Corbel"/>
                <a:cs typeface="Corbel"/>
                <a:sym typeface="Corbel"/>
              </a:rPr>
              <a:t> from a supersaturated solution and the precipitate that is formed in a double displacement reaction.</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a:p>
            <a:pPr indent="0" lvl="0" marL="0" rtl="0" algn="l">
              <a:spcBef>
                <a:spcPts val="0"/>
              </a:spcBef>
              <a:spcAft>
                <a:spcPts val="0"/>
              </a:spcAft>
              <a:buNone/>
            </a:pPr>
            <a:r>
              <a:rPr lang="en-GB" sz="3200">
                <a:solidFill>
                  <a:schemeClr val="dk1"/>
                </a:solidFill>
                <a:latin typeface="Corbel"/>
                <a:ea typeface="Corbel"/>
                <a:cs typeface="Corbel"/>
                <a:sym typeface="Corbel"/>
              </a:rPr>
              <a:t>Diagrams are beneficial!</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pic>
        <p:nvPicPr>
          <p:cNvPr id="275" name="Google Shape;275;p43"/>
          <p:cNvPicPr preferRelativeResize="0"/>
          <p:nvPr/>
        </p:nvPicPr>
        <p:blipFill>
          <a:blip r:embed="rId3">
            <a:alphaModFix/>
          </a:blip>
          <a:stretch>
            <a:fillRect/>
          </a:stretch>
        </p:blipFill>
        <p:spPr>
          <a:xfrm>
            <a:off x="8001025" y="56875"/>
            <a:ext cx="939600" cy="939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Practice Worksheet</a:t>
            </a:r>
            <a:endParaRPr/>
          </a:p>
        </p:txBody>
      </p:sp>
      <p:sp>
        <p:nvSpPr>
          <p:cNvPr id="282" name="Google Shape;282;p44"/>
          <p:cNvSpPr txBox="1"/>
          <p:nvPr/>
        </p:nvSpPr>
        <p:spPr>
          <a:xfrm>
            <a:off x="250050" y="1413925"/>
            <a:ext cx="86439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200">
                <a:solidFill>
                  <a:schemeClr val="dk1"/>
                </a:solidFill>
                <a:latin typeface="Corbel"/>
                <a:ea typeface="Corbel"/>
                <a:cs typeface="Corbel"/>
                <a:sym typeface="Corbel"/>
              </a:rPr>
              <a:t>Go to the folder and take one of the double displacement reaction practice worksheets.</a:t>
            </a:r>
            <a:endParaRPr sz="3200">
              <a:solidFill>
                <a:schemeClr val="dk1"/>
              </a:solidFill>
              <a:latin typeface="Corbel"/>
              <a:ea typeface="Corbel"/>
              <a:cs typeface="Corbel"/>
              <a:sym typeface="Corbel"/>
            </a:endParaRPr>
          </a:p>
          <a:p>
            <a:pPr indent="0" lvl="0" marL="0" rtl="0" algn="ctr">
              <a:spcBef>
                <a:spcPts val="0"/>
              </a:spcBef>
              <a:spcAft>
                <a:spcPts val="0"/>
              </a:spcAft>
              <a:buNone/>
            </a:pPr>
            <a:r>
              <a:t/>
            </a:r>
            <a:endParaRPr sz="3200">
              <a:solidFill>
                <a:schemeClr val="dk1"/>
              </a:solidFill>
              <a:latin typeface="Corbel"/>
              <a:ea typeface="Corbel"/>
              <a:cs typeface="Corbel"/>
              <a:sym typeface="Corbel"/>
            </a:endParaRPr>
          </a:p>
          <a:p>
            <a:pPr indent="0" lvl="0" marL="0" rtl="0" algn="ctr">
              <a:spcBef>
                <a:spcPts val="0"/>
              </a:spcBef>
              <a:spcAft>
                <a:spcPts val="0"/>
              </a:spcAft>
              <a:buNone/>
            </a:pPr>
            <a:r>
              <a:rPr lang="en-GB" sz="3200">
                <a:solidFill>
                  <a:schemeClr val="dk1"/>
                </a:solidFill>
                <a:latin typeface="Corbel"/>
                <a:ea typeface="Corbel"/>
                <a:cs typeface="Corbel"/>
                <a:sym typeface="Corbel"/>
              </a:rPr>
              <a:t>Work independently to complete as many of the problems as necessary until you are confident. Be sure to check your answers as you go along. </a:t>
            </a:r>
            <a:endParaRPr sz="3200">
              <a:solidFill>
                <a:schemeClr val="dk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5"/>
          <p:cNvSpPr txBox="1"/>
          <p:nvPr>
            <p:ph type="title"/>
          </p:nvPr>
        </p:nvSpPr>
        <p:spPr>
          <a:xfrm>
            <a:off x="381000" y="116575"/>
            <a:ext cx="84570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600"/>
              <a:t>Taking it Further: </a:t>
            </a:r>
            <a:r>
              <a:rPr lang="en-GB" sz="3600"/>
              <a:t>Generate your own double displacement reaction!</a:t>
            </a:r>
            <a:endParaRPr sz="3600"/>
          </a:p>
        </p:txBody>
      </p:sp>
      <p:sp>
        <p:nvSpPr>
          <p:cNvPr id="289" name="Google Shape;289;p45"/>
          <p:cNvSpPr txBox="1"/>
          <p:nvPr/>
        </p:nvSpPr>
        <p:spPr>
          <a:xfrm>
            <a:off x="311375" y="1453100"/>
            <a:ext cx="51585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Corbel"/>
                <a:ea typeface="Corbel"/>
                <a:cs typeface="Corbel"/>
                <a:sym typeface="Corbel"/>
              </a:rPr>
              <a:t>If you are given one (1) of the products, determine two potential reactants that would generate the product for both of the double displacement reactions on the right.</a:t>
            </a:r>
            <a:endParaRPr sz="2800">
              <a:solidFill>
                <a:schemeClr val="dk1"/>
              </a:solidFill>
              <a:latin typeface="Corbel"/>
              <a:ea typeface="Corbel"/>
              <a:cs typeface="Corbel"/>
              <a:sym typeface="Corbel"/>
            </a:endParaRPr>
          </a:p>
          <a:p>
            <a:pPr indent="0" lvl="0" marL="0" rtl="0" algn="l">
              <a:spcBef>
                <a:spcPts val="0"/>
              </a:spcBef>
              <a:spcAft>
                <a:spcPts val="0"/>
              </a:spcAft>
              <a:buNone/>
            </a:pPr>
            <a:r>
              <a:t/>
            </a:r>
            <a:endParaRPr sz="2800">
              <a:solidFill>
                <a:schemeClr val="dk1"/>
              </a:solidFill>
              <a:latin typeface="Corbel"/>
              <a:ea typeface="Corbel"/>
              <a:cs typeface="Corbel"/>
              <a:sym typeface="Corbel"/>
            </a:endParaRPr>
          </a:p>
        </p:txBody>
      </p:sp>
      <p:graphicFrame>
        <p:nvGraphicFramePr>
          <p:cNvPr id="290" name="Google Shape;290;p45"/>
          <p:cNvGraphicFramePr/>
          <p:nvPr/>
        </p:nvGraphicFramePr>
        <p:xfrm>
          <a:off x="5469875" y="1748850"/>
          <a:ext cx="3000000" cy="3000000"/>
        </p:xfrm>
        <a:graphic>
          <a:graphicData uri="http://schemas.openxmlformats.org/drawingml/2006/table">
            <a:tbl>
              <a:tblPr>
                <a:noFill/>
                <a:tableStyleId>{80F890D5-AA5B-47FC-8174-FA795E17664A}</a:tableStyleId>
              </a:tblPr>
              <a:tblGrid>
                <a:gridCol w="1609100"/>
                <a:gridCol w="1609100"/>
              </a:tblGrid>
              <a:tr h="381000">
                <a:tc>
                  <a:txBody>
                    <a:bodyPr/>
                    <a:lstStyle/>
                    <a:p>
                      <a:pPr indent="0" lvl="0" marL="0" rtl="0" algn="ctr">
                        <a:spcBef>
                          <a:spcPts val="0"/>
                        </a:spcBef>
                        <a:spcAft>
                          <a:spcPts val="0"/>
                        </a:spcAft>
                        <a:buNone/>
                      </a:pPr>
                      <a:r>
                        <a:t/>
                      </a:r>
                      <a:endParaRPr b="1" sz="2400"/>
                    </a:p>
                  </a:txBody>
                  <a:tcPr marT="91425" marB="91425" marR="91425" marL="91425"/>
                </a:tc>
                <a:tc>
                  <a:txBody>
                    <a:bodyPr/>
                    <a:lstStyle/>
                    <a:p>
                      <a:pPr indent="0" lvl="0" marL="0" rtl="0" algn="ctr">
                        <a:spcBef>
                          <a:spcPts val="0"/>
                        </a:spcBef>
                        <a:spcAft>
                          <a:spcPts val="0"/>
                        </a:spcAft>
                        <a:buNone/>
                      </a:pPr>
                      <a:r>
                        <a:rPr b="1" lang="en-GB" sz="2400"/>
                        <a:t>Product</a:t>
                      </a:r>
                      <a:endParaRPr b="1" sz="2400"/>
                    </a:p>
                  </a:txBody>
                  <a:tcPr marT="91425" marB="91425" marR="91425" marL="91425"/>
                </a:tc>
              </a:tr>
              <a:tr h="100000">
                <a:tc>
                  <a:txBody>
                    <a:bodyPr/>
                    <a:lstStyle/>
                    <a:p>
                      <a:pPr indent="0" lvl="0" marL="0" rtl="0" algn="ctr">
                        <a:spcBef>
                          <a:spcPts val="0"/>
                        </a:spcBef>
                        <a:spcAft>
                          <a:spcPts val="0"/>
                        </a:spcAft>
                        <a:buNone/>
                      </a:pPr>
                      <a:r>
                        <a:rPr lang="en-GB" sz="2300"/>
                        <a:t>Reaction 1</a:t>
                      </a:r>
                      <a:endParaRPr sz="2300"/>
                    </a:p>
                  </a:txBody>
                  <a:tcPr marT="91425" marB="91425" marR="91425" marL="91425"/>
                </a:tc>
                <a:tc>
                  <a:txBody>
                    <a:bodyPr/>
                    <a:lstStyle/>
                    <a:p>
                      <a:pPr indent="0" lvl="0" marL="0" rtl="0" algn="ctr">
                        <a:spcBef>
                          <a:spcPts val="0"/>
                        </a:spcBef>
                        <a:spcAft>
                          <a:spcPts val="0"/>
                        </a:spcAft>
                        <a:buNone/>
                      </a:pPr>
                      <a:r>
                        <a:rPr lang="en-GB" sz="2400"/>
                        <a:t>Ag</a:t>
                      </a:r>
                      <a:r>
                        <a:rPr baseline="-25000" lang="en-GB" sz="2400"/>
                        <a:t>3</a:t>
                      </a:r>
                      <a:r>
                        <a:rPr lang="en-GB" sz="2400"/>
                        <a:t>PO</a:t>
                      </a:r>
                      <a:r>
                        <a:rPr baseline="-25000" lang="en-GB" sz="2400"/>
                        <a:t>4(s)</a:t>
                      </a:r>
                      <a:endParaRPr baseline="-25000" sz="2400"/>
                    </a:p>
                  </a:txBody>
                  <a:tcPr marT="91425" marB="91425" marR="91425" marL="91425"/>
                </a:tc>
              </a:tr>
              <a:tr h="381000">
                <a:tc>
                  <a:txBody>
                    <a:bodyPr/>
                    <a:lstStyle/>
                    <a:p>
                      <a:pPr indent="0" lvl="0" marL="0" rtl="0" algn="ctr">
                        <a:spcBef>
                          <a:spcPts val="0"/>
                        </a:spcBef>
                        <a:spcAft>
                          <a:spcPts val="0"/>
                        </a:spcAft>
                        <a:buNone/>
                      </a:pPr>
                      <a:r>
                        <a:rPr lang="en-GB" sz="2300">
                          <a:solidFill>
                            <a:schemeClr val="dk1"/>
                          </a:solidFill>
                        </a:rPr>
                        <a:t>Reaction 2</a:t>
                      </a:r>
                      <a:endParaRPr sz="2300">
                        <a:solidFill>
                          <a:schemeClr val="dk1"/>
                        </a:solidFill>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GB" sz="2400">
                          <a:solidFill>
                            <a:schemeClr val="dk1"/>
                          </a:solidFill>
                        </a:rPr>
                        <a:t>CuCl</a:t>
                      </a:r>
                      <a:r>
                        <a:rPr baseline="-25000" lang="en-GB" sz="2400">
                          <a:solidFill>
                            <a:schemeClr val="dk1"/>
                          </a:solidFill>
                        </a:rPr>
                        <a:t>(s)</a:t>
                      </a:r>
                      <a:endParaRPr baseline="-25000" sz="2400"/>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6"/>
          <p:cNvSpPr txBox="1"/>
          <p:nvPr>
            <p:ph type="ctrTitle"/>
          </p:nvPr>
        </p:nvSpPr>
        <p:spPr>
          <a:xfrm>
            <a:off x="708850" y="127136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900"/>
              <a:t>Next slide(s) provide answers to activities</a:t>
            </a:r>
            <a:endParaRPr sz="3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7"/>
          <p:cNvSpPr txBox="1"/>
          <p:nvPr>
            <p:ph type="title"/>
          </p:nvPr>
        </p:nvSpPr>
        <p:spPr>
          <a:xfrm>
            <a:off x="76625" y="568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900"/>
              <a:t>ANSWERS: USE IF YOU WERE AWAY </a:t>
            </a:r>
            <a:r>
              <a:rPr lang="en-GB" sz="2900"/>
              <a:t>Predict the success of a double displacement reaction!</a:t>
            </a:r>
            <a:endParaRPr sz="2900"/>
          </a:p>
        </p:txBody>
      </p:sp>
      <p:sp>
        <p:nvSpPr>
          <p:cNvPr id="303" name="Google Shape;303;p47"/>
          <p:cNvSpPr txBox="1"/>
          <p:nvPr/>
        </p:nvSpPr>
        <p:spPr>
          <a:xfrm>
            <a:off x="634275" y="1164775"/>
            <a:ext cx="2998500" cy="38403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Corbel"/>
                <a:ea typeface="Corbel"/>
                <a:cs typeface="Corbel"/>
                <a:sym typeface="Corbel"/>
              </a:rPr>
              <a:t>Reactants:</a:t>
            </a:r>
            <a:endParaRPr sz="2600">
              <a:solidFill>
                <a:schemeClr val="dk1"/>
              </a:solidFill>
              <a:latin typeface="Corbel"/>
              <a:ea typeface="Corbel"/>
              <a:cs typeface="Corbel"/>
              <a:sym typeface="Corbel"/>
            </a:endParaRPr>
          </a:p>
          <a:p>
            <a:pPr indent="0" lvl="0" marL="0" rtl="0" algn="l">
              <a:spcBef>
                <a:spcPts val="0"/>
              </a:spcBef>
              <a:spcAft>
                <a:spcPts val="0"/>
              </a:spcAft>
              <a:buNone/>
            </a:pPr>
            <a:r>
              <a:t/>
            </a:r>
            <a:endParaRPr sz="17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1. MgBr2</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a:t>
            </a:r>
            <a:r>
              <a:rPr lang="en-GB" sz="2000">
                <a:solidFill>
                  <a:schemeClr val="dk1"/>
                </a:solidFill>
                <a:latin typeface="Corbel"/>
                <a:ea typeface="Corbel"/>
                <a:cs typeface="Corbel"/>
                <a:sym typeface="Corbel"/>
              </a:rPr>
              <a:t>  + AgNO3</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a:t>
            </a:r>
            <a:r>
              <a:rPr lang="en-GB" sz="2000">
                <a:solidFill>
                  <a:schemeClr val="dk1"/>
                </a:solidFill>
                <a:latin typeface="Corbel"/>
                <a:ea typeface="Corbel"/>
                <a:cs typeface="Corbel"/>
                <a:sym typeface="Corbel"/>
              </a:rPr>
              <a:t> </a:t>
            </a:r>
            <a:endParaRPr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2. Silver nitrate    +      potassium phosphate </a:t>
            </a:r>
            <a:endParaRPr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3. </a:t>
            </a:r>
            <a:r>
              <a:rPr lang="en-GB" sz="2000">
                <a:solidFill>
                  <a:schemeClr val="dk1"/>
                </a:solidFill>
                <a:latin typeface="Corbel"/>
                <a:ea typeface="Corbel"/>
                <a:cs typeface="Corbel"/>
                <a:sym typeface="Corbel"/>
              </a:rPr>
              <a:t>Ca(NO</a:t>
            </a:r>
            <a:r>
              <a:rPr baseline="-25000" lang="en-GB" sz="2000">
                <a:solidFill>
                  <a:schemeClr val="dk1"/>
                </a:solidFill>
                <a:latin typeface="Corbel"/>
                <a:ea typeface="Corbel"/>
                <a:cs typeface="Corbel"/>
                <a:sym typeface="Corbel"/>
              </a:rPr>
              <a:t>3</a:t>
            </a:r>
            <a:r>
              <a:rPr lang="en-GB" sz="2000">
                <a:solidFill>
                  <a:schemeClr val="dk1"/>
                </a:solidFill>
                <a:latin typeface="Corbel"/>
                <a:ea typeface="Corbel"/>
                <a:cs typeface="Corbel"/>
                <a:sym typeface="Corbel"/>
              </a:rPr>
              <a:t>)</a:t>
            </a:r>
            <a:r>
              <a:rPr baseline="-25000" lang="en-GB" sz="2000">
                <a:solidFill>
                  <a:schemeClr val="dk1"/>
                </a:solidFill>
                <a:latin typeface="Corbel"/>
                <a:ea typeface="Corbel"/>
                <a:cs typeface="Corbel"/>
                <a:sym typeface="Corbel"/>
              </a:rPr>
              <a:t>2 (</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a:t>
            </a:r>
            <a:r>
              <a:rPr lang="en-GB" sz="2000">
                <a:solidFill>
                  <a:schemeClr val="dk1"/>
                </a:solidFill>
                <a:latin typeface="Corbel"/>
                <a:ea typeface="Corbel"/>
                <a:cs typeface="Corbel"/>
                <a:sym typeface="Corbel"/>
              </a:rPr>
              <a:t>     +    HCl </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a:t>
            </a:r>
            <a:r>
              <a:rPr lang="en-GB" sz="2000">
                <a:solidFill>
                  <a:schemeClr val="dk1"/>
                </a:solidFill>
                <a:latin typeface="Corbel"/>
                <a:ea typeface="Corbel"/>
                <a:cs typeface="Corbel"/>
                <a:sym typeface="Corbel"/>
              </a:rPr>
              <a:t> </a:t>
            </a:r>
            <a:endParaRPr sz="2000">
              <a:solidFill>
                <a:schemeClr val="dk1"/>
              </a:solidFill>
              <a:highlight>
                <a:srgbClr val="EEEEEE"/>
              </a:highlight>
            </a:endParaRPr>
          </a:p>
          <a:p>
            <a:pPr indent="0" lvl="0" marL="0" rtl="0" algn="l">
              <a:spcBef>
                <a:spcPts val="0"/>
              </a:spcBef>
              <a:spcAft>
                <a:spcPts val="0"/>
              </a:spcAft>
              <a:buNone/>
            </a:pPr>
            <a:r>
              <a:t/>
            </a:r>
            <a:endParaRPr sz="2000">
              <a:solidFill>
                <a:schemeClr val="dk1"/>
              </a:solidFill>
              <a:highlight>
                <a:srgbClr val="EEEEEE"/>
              </a:highlight>
            </a:endParaRPr>
          </a:p>
          <a:p>
            <a:pPr indent="0" lvl="0" marL="0" rtl="0" algn="l">
              <a:spcBef>
                <a:spcPts val="0"/>
              </a:spcBef>
              <a:spcAft>
                <a:spcPts val="0"/>
              </a:spcAft>
              <a:buNone/>
            </a:pPr>
            <a:r>
              <a:rPr lang="en-GB" sz="2000">
                <a:solidFill>
                  <a:schemeClr val="dk1"/>
                </a:solidFill>
              </a:rPr>
              <a:t>Note: you don’t need to balance for this activity</a:t>
            </a:r>
            <a:endParaRPr sz="2000">
              <a:solidFill>
                <a:schemeClr val="dk1"/>
              </a:solidFill>
            </a:endParaRPr>
          </a:p>
        </p:txBody>
      </p:sp>
      <p:pic>
        <p:nvPicPr>
          <p:cNvPr id="304" name="Google Shape;304;p47"/>
          <p:cNvPicPr preferRelativeResize="0"/>
          <p:nvPr/>
        </p:nvPicPr>
        <p:blipFill>
          <a:blip r:embed="rId3">
            <a:alphaModFix/>
          </a:blip>
          <a:stretch>
            <a:fillRect/>
          </a:stretch>
        </p:blipFill>
        <p:spPr>
          <a:xfrm>
            <a:off x="8001025" y="56875"/>
            <a:ext cx="939600" cy="939600"/>
          </a:xfrm>
          <a:prstGeom prst="rect">
            <a:avLst/>
          </a:prstGeom>
          <a:noFill/>
          <a:ln>
            <a:noFill/>
          </a:ln>
        </p:spPr>
      </p:pic>
      <p:sp>
        <p:nvSpPr>
          <p:cNvPr id="305" name="Google Shape;305;p47"/>
          <p:cNvSpPr txBox="1"/>
          <p:nvPr/>
        </p:nvSpPr>
        <p:spPr>
          <a:xfrm>
            <a:off x="3900475" y="1164775"/>
            <a:ext cx="4944900" cy="38403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Corbel"/>
                <a:ea typeface="Corbel"/>
                <a:cs typeface="Corbel"/>
                <a:sym typeface="Corbel"/>
              </a:rPr>
              <a:t>Products</a:t>
            </a:r>
            <a:r>
              <a:rPr lang="en-GB" sz="2600">
                <a:solidFill>
                  <a:schemeClr val="dk1"/>
                </a:solidFill>
                <a:latin typeface="Corbel"/>
                <a:ea typeface="Corbel"/>
                <a:cs typeface="Corbel"/>
                <a:sym typeface="Corbel"/>
              </a:rPr>
              <a:t>:</a:t>
            </a:r>
            <a:endParaRPr sz="2600">
              <a:solidFill>
                <a:schemeClr val="dk1"/>
              </a:solidFill>
              <a:latin typeface="Corbel"/>
              <a:ea typeface="Corbel"/>
              <a:cs typeface="Corbel"/>
              <a:sym typeface="Corbel"/>
            </a:endParaRPr>
          </a:p>
          <a:p>
            <a:pPr indent="0" lvl="0" marL="0" rtl="0" algn="l">
              <a:spcBef>
                <a:spcPts val="0"/>
              </a:spcBef>
              <a:spcAft>
                <a:spcPts val="0"/>
              </a:spcAft>
              <a:buNone/>
            </a:pPr>
            <a:r>
              <a:t/>
            </a:r>
            <a:endParaRPr sz="17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1. Mg</a:t>
            </a:r>
            <a:r>
              <a:rPr lang="en-GB" sz="2000">
                <a:solidFill>
                  <a:schemeClr val="dk1"/>
                </a:solidFill>
                <a:latin typeface="Corbel"/>
                <a:ea typeface="Corbel"/>
                <a:cs typeface="Corbel"/>
                <a:sym typeface="Corbel"/>
              </a:rPr>
              <a:t>NO3</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 </a:t>
            </a:r>
            <a:r>
              <a:rPr baseline="-25000" lang="en-GB" sz="2000">
                <a:solidFill>
                  <a:schemeClr val="dk1"/>
                </a:solidFill>
                <a:latin typeface="Corbel"/>
                <a:ea typeface="Corbel"/>
                <a:cs typeface="Corbel"/>
                <a:sym typeface="Corbel"/>
              </a:rPr>
              <a:t> </a:t>
            </a:r>
            <a:r>
              <a:rPr lang="en-GB" sz="2000">
                <a:solidFill>
                  <a:schemeClr val="dk1"/>
                </a:solidFill>
                <a:latin typeface="Corbel"/>
                <a:ea typeface="Corbel"/>
                <a:cs typeface="Corbel"/>
                <a:sym typeface="Corbel"/>
              </a:rPr>
              <a:t> + AgBr</a:t>
            </a:r>
            <a:r>
              <a:rPr baseline="-25000" lang="en-GB" sz="2000">
                <a:solidFill>
                  <a:schemeClr val="dk1"/>
                </a:solidFill>
                <a:latin typeface="Corbel"/>
                <a:ea typeface="Corbel"/>
                <a:cs typeface="Corbel"/>
                <a:sym typeface="Corbel"/>
              </a:rPr>
              <a:t>(s) </a:t>
            </a:r>
            <a:endParaRPr baseline="-25000"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2. </a:t>
            </a:r>
            <a:r>
              <a:rPr lang="en-GB" sz="2000">
                <a:solidFill>
                  <a:schemeClr val="dk1"/>
                </a:solidFill>
                <a:latin typeface="Corbel"/>
                <a:ea typeface="Corbel"/>
                <a:cs typeface="Corbel"/>
                <a:sym typeface="Corbel"/>
              </a:rPr>
              <a:t>Ag3PO4</a:t>
            </a:r>
            <a:r>
              <a:rPr baseline="-25000" lang="en-GB" sz="2000">
                <a:solidFill>
                  <a:schemeClr val="dk1"/>
                </a:solidFill>
                <a:latin typeface="Corbel"/>
                <a:ea typeface="Corbel"/>
                <a:cs typeface="Corbel"/>
                <a:sym typeface="Corbel"/>
              </a:rPr>
              <a:t>(s)</a:t>
            </a:r>
            <a:r>
              <a:rPr lang="en-GB" sz="2000">
                <a:solidFill>
                  <a:schemeClr val="dk1"/>
                </a:solidFill>
                <a:latin typeface="Corbel"/>
                <a:ea typeface="Corbel"/>
                <a:cs typeface="Corbel"/>
                <a:sym typeface="Corbel"/>
              </a:rPr>
              <a:t>      +  KNO3 </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  </a:t>
            </a:r>
            <a:r>
              <a:rPr lang="en-GB" sz="2000">
                <a:solidFill>
                  <a:schemeClr val="dk1"/>
                </a:solidFill>
                <a:latin typeface="Corbel"/>
                <a:ea typeface="Corbel"/>
                <a:cs typeface="Corbel"/>
                <a:sym typeface="Corbel"/>
              </a:rPr>
              <a:t> </a:t>
            </a:r>
            <a:endParaRPr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3. </a:t>
            </a:r>
            <a:r>
              <a:rPr lang="en-GB" sz="2000">
                <a:solidFill>
                  <a:schemeClr val="dk1"/>
                </a:solidFill>
                <a:latin typeface="Corbel"/>
                <a:ea typeface="Corbel"/>
                <a:cs typeface="Corbel"/>
                <a:sym typeface="Corbel"/>
              </a:rPr>
              <a:t> CuCl2 </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 </a:t>
            </a:r>
            <a:r>
              <a:rPr lang="en-GB" sz="2000">
                <a:solidFill>
                  <a:schemeClr val="dk1"/>
                </a:solidFill>
                <a:latin typeface="Corbel"/>
                <a:ea typeface="Corbel"/>
                <a:cs typeface="Corbel"/>
                <a:sym typeface="Corbel"/>
              </a:rPr>
              <a:t>   +    AlBr3 </a:t>
            </a:r>
            <a:r>
              <a:rPr baseline="-25000" lang="en-GB" sz="2000">
                <a:solidFill>
                  <a:schemeClr val="dk1"/>
                </a:solidFill>
                <a:latin typeface="Corbel"/>
                <a:ea typeface="Corbel"/>
                <a:cs typeface="Corbel"/>
                <a:sym typeface="Corbel"/>
              </a:rPr>
              <a:t>(</a:t>
            </a:r>
            <a:r>
              <a:rPr baseline="-25000" i="1" lang="en-GB" sz="2000">
                <a:solidFill>
                  <a:schemeClr val="dk1"/>
                </a:solidFill>
                <a:latin typeface="Corbel"/>
                <a:ea typeface="Corbel"/>
                <a:cs typeface="Corbel"/>
                <a:sym typeface="Corbel"/>
              </a:rPr>
              <a:t>aq</a:t>
            </a:r>
            <a:r>
              <a:rPr baseline="-25000" lang="en-GB" sz="2000">
                <a:solidFill>
                  <a:schemeClr val="dk1"/>
                </a:solidFill>
                <a:latin typeface="Corbel"/>
                <a:ea typeface="Corbel"/>
                <a:cs typeface="Corbel"/>
                <a:sym typeface="Corbel"/>
              </a:rPr>
              <a:t>) </a:t>
            </a:r>
            <a:endParaRPr baseline="-25000" sz="2000">
              <a:solidFill>
                <a:schemeClr val="dk1"/>
              </a:solidFill>
              <a:latin typeface="Corbel"/>
              <a:ea typeface="Corbel"/>
              <a:cs typeface="Corbel"/>
              <a:sym typeface="Corbel"/>
            </a:endParaRPr>
          </a:p>
          <a:p>
            <a:pPr indent="0" lvl="0" marL="0" rtl="0" algn="l">
              <a:spcBef>
                <a:spcPts val="0"/>
              </a:spcBef>
              <a:spcAft>
                <a:spcPts val="0"/>
              </a:spcAft>
              <a:buNone/>
            </a:pPr>
            <a:r>
              <a:t/>
            </a:r>
            <a:endParaRPr baseline="-25000" sz="2000">
              <a:solidFill>
                <a:schemeClr val="dk1"/>
              </a:solidFill>
              <a:latin typeface="Corbel"/>
              <a:ea typeface="Corbel"/>
              <a:cs typeface="Corbel"/>
              <a:sym typeface="Corbel"/>
            </a:endParaRPr>
          </a:p>
          <a:p>
            <a:pPr indent="0" lvl="0" marL="0" rtl="0" algn="l">
              <a:spcBef>
                <a:spcPts val="0"/>
              </a:spcBef>
              <a:spcAft>
                <a:spcPts val="0"/>
              </a:spcAft>
              <a:buNone/>
            </a:pPr>
            <a:r>
              <a:rPr lang="en-GB" sz="2000">
                <a:solidFill>
                  <a:schemeClr val="dk1"/>
                </a:solidFill>
                <a:latin typeface="Corbel"/>
                <a:ea typeface="Corbel"/>
                <a:cs typeface="Corbel"/>
                <a:sym typeface="Corbel"/>
              </a:rPr>
              <a:t>If ONE product precipates the reaction occurs. If BOTH products remained soluble, ions remain separated and there is NO reaction (NO new substance forms)</a:t>
            </a:r>
            <a:endParaRPr sz="2000">
              <a:solidFill>
                <a:schemeClr val="dk1"/>
              </a:solidFill>
              <a:latin typeface="Corbel"/>
              <a:ea typeface="Corbel"/>
              <a:cs typeface="Corbel"/>
              <a:sym typeface="Corbel"/>
            </a:endParaRPr>
          </a:p>
          <a:p>
            <a:pPr indent="0" lvl="0" marL="0" rtl="0" algn="l">
              <a:spcBef>
                <a:spcPts val="0"/>
              </a:spcBef>
              <a:spcAft>
                <a:spcPts val="0"/>
              </a:spcAft>
              <a:buNone/>
            </a:pPr>
            <a:r>
              <a:t/>
            </a:r>
            <a:endParaRPr sz="2000">
              <a:solidFill>
                <a:schemeClr val="dk1"/>
              </a:solidFill>
              <a:highlight>
                <a:srgbClr val="EEEEEE"/>
              </a:highlight>
            </a:endParaRPr>
          </a:p>
          <a:p>
            <a:pPr indent="0" lvl="0" marL="0" rtl="0" algn="l">
              <a:spcBef>
                <a:spcPts val="0"/>
              </a:spcBef>
              <a:spcAft>
                <a:spcPts val="0"/>
              </a:spcAft>
              <a:buNone/>
            </a:pPr>
            <a:r>
              <a:t/>
            </a:r>
            <a:endParaRPr sz="2000">
              <a:solidFill>
                <a:schemeClr val="dk1"/>
              </a:solidFill>
            </a:endParaRPr>
          </a:p>
        </p:txBody>
      </p:sp>
      <p:sp>
        <p:nvSpPr>
          <p:cNvPr id="306" name="Google Shape;306;p47"/>
          <p:cNvSpPr txBox="1"/>
          <p:nvPr/>
        </p:nvSpPr>
        <p:spPr>
          <a:xfrm>
            <a:off x="6988700" y="1337775"/>
            <a:ext cx="11400" cy="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ule">
  <a:themeElements>
    <a:clrScheme name="Module">
      <a:dk1>
        <a:srgbClr val="000000"/>
      </a:dk1>
      <a:lt1>
        <a:srgbClr val="FFFFFF"/>
      </a:lt1>
      <a:dk2>
        <a:srgbClr val="4476EB"/>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