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themeOverride+xml" PartName="/ppt/theme/themeOverride2.xml"/>
  <Override ContentType="application/vnd.openxmlformats-officedocument.themeOverride+xml" PartName="/ppt/theme/themeOverr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4"/>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5143500" cx="9144000"/>
  <p:notesSz cx="6858000" cy="9144000"/>
  <p:embeddedFontLst>
    <p:embeddedFont>
      <p:font typeface="Cabin"/>
      <p:regular r:id="rId41"/>
      <p:bold r:id="rId42"/>
      <p:italic r:id="rId43"/>
      <p:boldItalic r:id="rId44"/>
    </p:embeddedFont>
    <p:embeddedFont>
      <p:font typeface="Corbel"/>
      <p:regular r:id="rId45"/>
      <p:bold r:id="rId46"/>
      <p:italic r:id="rId47"/>
      <p:boldItalic r:id="rId48"/>
    </p:embeddedFont>
    <p:embeddedFont>
      <p:font typeface="Questrial"/>
      <p:regular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20D3D0C-6538-4BA3-BA53-FF2FE57230F8}">
  <a:tblStyle styleId="{320D3D0C-6538-4BA3-BA53-FF2FE57230F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font" Target="fonts/Cabin-bold.fntdata"/><Relationship Id="rId41" Type="http://schemas.openxmlformats.org/officeDocument/2006/relationships/font" Target="fonts/Cabin-regular.fntdata"/><Relationship Id="rId44" Type="http://schemas.openxmlformats.org/officeDocument/2006/relationships/font" Target="fonts/Cabin-boldItalic.fntdata"/><Relationship Id="rId43" Type="http://schemas.openxmlformats.org/officeDocument/2006/relationships/font" Target="fonts/Cabin-italic.fntdata"/><Relationship Id="rId46" Type="http://schemas.openxmlformats.org/officeDocument/2006/relationships/font" Target="fonts/Corbel-bold.fntdata"/><Relationship Id="rId45" Type="http://schemas.openxmlformats.org/officeDocument/2006/relationships/font" Target="fonts/Corbel-regular.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Corbel-boldItalic.fntdata"/><Relationship Id="rId47" Type="http://schemas.openxmlformats.org/officeDocument/2006/relationships/font" Target="fonts/Corbel-italic.fntdata"/><Relationship Id="rId49" Type="http://schemas.openxmlformats.org/officeDocument/2006/relationships/font" Target="fonts/Questrial-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91425" lIns="91425" spcFirstLastPara="1" rIns="91425" wrap="square" tIns="91425">
            <a:noAutofit/>
          </a:bodyPr>
          <a:lstStyle>
            <a:lvl1pPr indent="0" lvl="0" mar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6f9c74333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6f9c74333e_0_6: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429005721e_0_2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429005721e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g429005721e_0_20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429005721e_0_1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429005721e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429005721e_0_19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429005721e_0_2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429005721e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g429005721e_0_23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429005721e_0_2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429005721e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429005721e_0_23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429005721e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429005721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g429005721e_0_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429005721e_0_1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429005721e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g429005721e_0_15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429005721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42900572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g429005721e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6072f04052_1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6072f04052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g26072f04052_1_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6072f04052_1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6072f04052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g26072f04052_1_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6072f04052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6072f04052_0_1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6072f04052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6072f04052_0_1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429005721e_0_1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429005721e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g429005721e_0_16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6072f04052_0_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6072f04052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g26072f04052_0_9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6072f04052_0_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6072f04052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g26072f04052_0_8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9deec4ab8a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9deec4ab8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g29deec4ab8a_0_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9deec4ab8a_0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29deec4ab8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g29deec4ab8a_0_1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9deec4ab8a_0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29deec4ab8a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g29deec4ab8a_0_2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9deec4ab8a_0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9deec4ab8a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g29deec4ab8a_0_3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9deec4ab8a_0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9deec4ab8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g29deec4ab8a_0_5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9deec4ab8a_0_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9deec4ab8a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g29deec4ab8a_0_6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9deec4ab8a_0_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9deec4ab8a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g29deec4ab8a_0_6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9deec4ab8a_0_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9deec4ab8a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g29deec4ab8a_0_7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26072f04052_0_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26072f04052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g26072f04052_0_8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6072f04052_0_1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26072f04052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g26072f04052_0_11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6072f04052_0_1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26072f04052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g26072f04052_0_10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429005721e_0_1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429005721e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g429005721e_0_16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6072f04052_1_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26072f04052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g26072f04052_1_6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52d0ecfe4d_5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52d0ecfe4d_5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g352d0ecfe4d_5_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6072f04052_1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26072f04052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g26072f04052_1_1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120d8824dd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120d8824d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g120d8824dd1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26072f04052_0_1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26072f04052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g26072f04052_0_13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429005721e_0_1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429005721e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g429005721e_0_17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29e65b3b6aa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29e65b3b6a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g29e65b3b6aa_1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
          <p:cNvSpPr txBox="1"/>
          <p:nvPr>
            <p:ph type="title"/>
          </p:nvPr>
        </p:nvSpPr>
        <p:spPr>
          <a:xfrm>
            <a:off x="457200" y="116586"/>
            <a:ext cx="8229600" cy="9396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19" name="Google Shape;19;p2"/>
          <p:cNvSpPr txBox="1"/>
          <p:nvPr>
            <p:ph idx="1" type="body"/>
          </p:nvPr>
        </p:nvSpPr>
        <p:spPr>
          <a:xfrm>
            <a:off x="456480" y="1331780"/>
            <a:ext cx="8231100" cy="34692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20" name="Google Shape;20;p2"/>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1" name="Google Shape;21;p2"/>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2" name="Google Shape;22;p2"/>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3"/>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25" name="Google Shape;25;p3"/>
          <p:cNvSpPr txBox="1"/>
          <p:nvPr>
            <p:ph idx="1" type="body"/>
          </p:nvPr>
        </p:nvSpPr>
        <p:spPr>
          <a:xfrm>
            <a:off x="457200" y="1330453"/>
            <a:ext cx="4038600" cy="3468000"/>
          </a:xfrm>
          <a:prstGeom prst="rect">
            <a:avLst/>
          </a:prstGeom>
          <a:noFill/>
          <a:ln>
            <a:noFill/>
          </a:ln>
        </p:spPr>
        <p:txBody>
          <a:bodyPr anchorCtr="0" anchor="t" bIns="91425" lIns="91425" spcFirstLastPara="1" rIns="91425" wrap="square" tIns="91425">
            <a:noAutofit/>
          </a:bodyPr>
          <a:lstStyle>
            <a:lvl1pPr indent="-370840" lvl="0" marL="457200" marR="0" rtl="0" algn="l">
              <a:spcBef>
                <a:spcPts val="0"/>
              </a:spcBef>
              <a:spcAft>
                <a:spcPts val="0"/>
              </a:spcAft>
              <a:buClr>
                <a:schemeClr val="accent1"/>
              </a:buClr>
              <a:buSzPts val="2240"/>
              <a:buFont typeface="Noto Sans Symbols"/>
              <a:buChar char="◼"/>
              <a:defRPr b="0" i="0" sz="2800" u="none" cap="none" strike="noStrike">
                <a:solidFill>
                  <a:schemeClr val="dk1"/>
                </a:solidFill>
                <a:latin typeface="Corbel"/>
                <a:ea typeface="Corbel"/>
                <a:cs typeface="Corbel"/>
                <a:sym typeface="Corbel"/>
              </a:defRPr>
            </a:lvl1pPr>
            <a:lvl2pPr indent="-365760" lvl="1" marL="914400" marR="0" rtl="0" algn="l">
              <a:spcBef>
                <a:spcPts val="480"/>
              </a:spcBef>
              <a:spcAft>
                <a:spcPts val="0"/>
              </a:spcAft>
              <a:buClr>
                <a:schemeClr val="accent2"/>
              </a:buClr>
              <a:buSzPts val="2160"/>
              <a:buFont typeface="Noto Sans Symbols"/>
              <a:buChar char="▪"/>
              <a:defRPr b="0" i="0" sz="2400" u="none" cap="none" strike="noStrike">
                <a:solidFill>
                  <a:schemeClr val="dk1"/>
                </a:solidFill>
                <a:latin typeface="Corbel"/>
                <a:ea typeface="Corbel"/>
                <a:cs typeface="Corbel"/>
                <a:sym typeface="Corbel"/>
              </a:defRPr>
            </a:lvl2pPr>
            <a:lvl3pPr indent="-355600" lvl="2" marL="1371600" marR="0" rtl="0" algn="l">
              <a:spcBef>
                <a:spcPts val="400"/>
              </a:spcBef>
              <a:spcAft>
                <a:spcPts val="0"/>
              </a:spcAft>
              <a:buClr>
                <a:srgbClr val="E66C7D"/>
              </a:buClr>
              <a:buSzPts val="2000"/>
              <a:buFont typeface="Arial"/>
              <a:buChar char="▪"/>
              <a:defRPr b="0" i="0" sz="2000" u="none" cap="none" strike="noStrike">
                <a:solidFill>
                  <a:schemeClr val="dk1"/>
                </a:solidFill>
                <a:latin typeface="Corbel"/>
                <a:ea typeface="Corbel"/>
                <a:cs typeface="Corbel"/>
                <a:sym typeface="Corbel"/>
              </a:defRPr>
            </a:lvl3pPr>
            <a:lvl4pPr indent="-342900" lvl="3" marL="1828800" marR="0" rtl="0" algn="l">
              <a:spcBef>
                <a:spcPts val="360"/>
              </a:spcBef>
              <a:spcAft>
                <a:spcPts val="0"/>
              </a:spcAft>
              <a:buClr>
                <a:srgbClr val="6BB76D"/>
              </a:buClr>
              <a:buSzPts val="1800"/>
              <a:buFont typeface="Arial"/>
              <a:buChar char="▪"/>
              <a:defRPr b="0" i="0" sz="1800" u="none" cap="none" strike="noStrike">
                <a:solidFill>
                  <a:schemeClr val="dk1"/>
                </a:solidFill>
                <a:latin typeface="Corbel"/>
                <a:ea typeface="Corbel"/>
                <a:cs typeface="Corbel"/>
                <a:sym typeface="Corbel"/>
              </a:defRPr>
            </a:lvl4pPr>
            <a:lvl5pPr indent="-342900" lvl="4" marL="2286000" marR="0" rtl="0" algn="l">
              <a:spcBef>
                <a:spcPts val="360"/>
              </a:spcBef>
              <a:spcAft>
                <a:spcPts val="0"/>
              </a:spcAft>
              <a:buClr>
                <a:srgbClr val="E88651"/>
              </a:buClr>
              <a:buSzPts val="1800"/>
              <a:buFont typeface="Noto Sans Symbols"/>
              <a:buChar char="•"/>
              <a:defRPr b="0" i="0" sz="1800" u="none" cap="none" strike="noStrike">
                <a:solidFill>
                  <a:schemeClr val="dk1"/>
                </a:solidFill>
                <a:latin typeface="Corbel"/>
                <a:ea typeface="Corbel"/>
                <a:cs typeface="Corbel"/>
                <a:sym typeface="Corbel"/>
              </a:defRPr>
            </a:lvl5pPr>
            <a:lvl6pPr indent="-342900" lvl="5" marL="2743200" marR="0" rtl="0" algn="l">
              <a:spcBef>
                <a:spcPts val="360"/>
              </a:spcBef>
              <a:spcAft>
                <a:spcPts val="0"/>
              </a:spcAft>
              <a:buClr>
                <a:schemeClr val="accent6"/>
              </a:buClr>
              <a:buSzPts val="1800"/>
              <a:buFont typeface="Noto Sans Symbols"/>
              <a:buChar char="⚫"/>
              <a:defRPr b="0" i="0" sz="18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26" name="Google Shape;26;p3"/>
          <p:cNvSpPr txBox="1"/>
          <p:nvPr>
            <p:ph idx="2" type="body"/>
          </p:nvPr>
        </p:nvSpPr>
        <p:spPr>
          <a:xfrm>
            <a:off x="4648200" y="1330453"/>
            <a:ext cx="4038600" cy="3468000"/>
          </a:xfrm>
          <a:prstGeom prst="rect">
            <a:avLst/>
          </a:prstGeom>
          <a:noFill/>
          <a:ln>
            <a:noFill/>
          </a:ln>
        </p:spPr>
        <p:txBody>
          <a:bodyPr anchorCtr="0" anchor="t" bIns="91425" lIns="91425" spcFirstLastPara="1" rIns="91425" wrap="square" tIns="91425">
            <a:noAutofit/>
          </a:bodyPr>
          <a:lstStyle>
            <a:lvl1pPr indent="-370840" lvl="0" marL="457200" marR="0" rtl="0" algn="l">
              <a:spcBef>
                <a:spcPts val="0"/>
              </a:spcBef>
              <a:spcAft>
                <a:spcPts val="0"/>
              </a:spcAft>
              <a:buClr>
                <a:schemeClr val="accent1"/>
              </a:buClr>
              <a:buSzPts val="2240"/>
              <a:buFont typeface="Noto Sans Symbols"/>
              <a:buChar char="◼"/>
              <a:defRPr b="0" i="0" sz="2800" u="none" cap="none" strike="noStrike">
                <a:solidFill>
                  <a:schemeClr val="dk1"/>
                </a:solidFill>
                <a:latin typeface="Corbel"/>
                <a:ea typeface="Corbel"/>
                <a:cs typeface="Corbel"/>
                <a:sym typeface="Corbel"/>
              </a:defRPr>
            </a:lvl1pPr>
            <a:lvl2pPr indent="-365760" lvl="1" marL="914400" marR="0" rtl="0" algn="l">
              <a:spcBef>
                <a:spcPts val="480"/>
              </a:spcBef>
              <a:spcAft>
                <a:spcPts val="0"/>
              </a:spcAft>
              <a:buClr>
                <a:schemeClr val="accent2"/>
              </a:buClr>
              <a:buSzPts val="2160"/>
              <a:buFont typeface="Noto Sans Symbols"/>
              <a:buChar char="▪"/>
              <a:defRPr b="0" i="0" sz="2400" u="none" cap="none" strike="noStrike">
                <a:solidFill>
                  <a:schemeClr val="dk1"/>
                </a:solidFill>
                <a:latin typeface="Corbel"/>
                <a:ea typeface="Corbel"/>
                <a:cs typeface="Corbel"/>
                <a:sym typeface="Corbel"/>
              </a:defRPr>
            </a:lvl2pPr>
            <a:lvl3pPr indent="-355600" lvl="2" marL="1371600" marR="0" rtl="0" algn="l">
              <a:spcBef>
                <a:spcPts val="400"/>
              </a:spcBef>
              <a:spcAft>
                <a:spcPts val="0"/>
              </a:spcAft>
              <a:buClr>
                <a:srgbClr val="E66C7D"/>
              </a:buClr>
              <a:buSzPts val="2000"/>
              <a:buFont typeface="Arial"/>
              <a:buChar char="▪"/>
              <a:defRPr b="0" i="0" sz="2000" u="none" cap="none" strike="noStrike">
                <a:solidFill>
                  <a:schemeClr val="dk1"/>
                </a:solidFill>
                <a:latin typeface="Corbel"/>
                <a:ea typeface="Corbel"/>
                <a:cs typeface="Corbel"/>
                <a:sym typeface="Corbel"/>
              </a:defRPr>
            </a:lvl3pPr>
            <a:lvl4pPr indent="-342900" lvl="3" marL="1828800" marR="0" rtl="0" algn="l">
              <a:spcBef>
                <a:spcPts val="360"/>
              </a:spcBef>
              <a:spcAft>
                <a:spcPts val="0"/>
              </a:spcAft>
              <a:buClr>
                <a:srgbClr val="6BB76D"/>
              </a:buClr>
              <a:buSzPts val="1800"/>
              <a:buFont typeface="Arial"/>
              <a:buChar char="▪"/>
              <a:defRPr b="0" i="0" sz="1800" u="none" cap="none" strike="noStrike">
                <a:solidFill>
                  <a:schemeClr val="dk1"/>
                </a:solidFill>
                <a:latin typeface="Corbel"/>
                <a:ea typeface="Corbel"/>
                <a:cs typeface="Corbel"/>
                <a:sym typeface="Corbel"/>
              </a:defRPr>
            </a:lvl4pPr>
            <a:lvl5pPr indent="-342900" lvl="4" marL="2286000" marR="0" rtl="0" algn="l">
              <a:spcBef>
                <a:spcPts val="360"/>
              </a:spcBef>
              <a:spcAft>
                <a:spcPts val="0"/>
              </a:spcAft>
              <a:buClr>
                <a:srgbClr val="E88651"/>
              </a:buClr>
              <a:buSzPts val="1800"/>
              <a:buFont typeface="Noto Sans Symbols"/>
              <a:buChar char="•"/>
              <a:defRPr b="0" i="0" sz="1800" u="none" cap="none" strike="noStrike">
                <a:solidFill>
                  <a:schemeClr val="dk1"/>
                </a:solidFill>
                <a:latin typeface="Corbel"/>
                <a:ea typeface="Corbel"/>
                <a:cs typeface="Corbel"/>
                <a:sym typeface="Corbel"/>
              </a:defRPr>
            </a:lvl5pPr>
            <a:lvl6pPr indent="-342900" lvl="5" marL="2743200" marR="0" rtl="0" algn="l">
              <a:spcBef>
                <a:spcPts val="360"/>
              </a:spcBef>
              <a:spcAft>
                <a:spcPts val="0"/>
              </a:spcAft>
              <a:buClr>
                <a:schemeClr val="accent6"/>
              </a:buClr>
              <a:buSzPts val="1800"/>
              <a:buFont typeface="Noto Sans Symbols"/>
              <a:buChar char="⚫"/>
              <a:defRPr b="0" i="0" sz="18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27" name="Google Shape;27;p3"/>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8" name="Google Shape;28;p3"/>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29" name="Google Shape;29;p3"/>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rotWithShape="1">
          <a:blip r:embed="rId2">
            <a:alphaModFix/>
          </a:blip>
          <a:stretch>
            <a:fillRect b="0" l="0" r="0" t="0"/>
          </a:stretch>
        </a:blipFill>
      </p:bgPr>
    </p:bg>
    <p:spTree>
      <p:nvGrpSpPr>
        <p:cNvPr id="30" name="Shape 30"/>
        <p:cNvGrpSpPr/>
        <p:nvPr/>
      </p:nvGrpSpPr>
      <p:grpSpPr>
        <a:xfrm>
          <a:off x="0" y="0"/>
          <a:ext cx="0" cy="0"/>
          <a:chOff x="0" y="0"/>
          <a:chExt cx="0" cy="0"/>
        </a:xfrm>
      </p:grpSpPr>
      <p:sp>
        <p:nvSpPr>
          <p:cNvPr id="31" name="Google Shape;31;p4"/>
          <p:cNvSpPr/>
          <p:nvPr/>
        </p:nvSpPr>
        <p:spPr>
          <a:xfrm>
            <a:off x="0" y="1"/>
            <a:ext cx="9144000" cy="38517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32" name="Google Shape;32;p4"/>
          <p:cNvSpPr/>
          <p:nvPr/>
        </p:nvSpPr>
        <p:spPr>
          <a:xfrm>
            <a:off x="0" y="3846284"/>
            <a:ext cx="9144000" cy="34500"/>
          </a:xfrm>
          <a:prstGeom prst="rect">
            <a:avLst/>
          </a:prstGeom>
          <a:solidFill>
            <a:srgbClr val="FFFFFF"/>
          </a:solidFill>
          <a:ln>
            <a:noFill/>
          </a:ln>
          <a:effectLst>
            <a:outerShdw blurRad="31750" rotWithShape="0" algn="tl" dir="5400000" dist="10160">
              <a:srgbClr val="000000">
                <a:alpha val="60000"/>
              </a:srgbClr>
            </a:outerShdw>
          </a:effectLst>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33" name="Google Shape;33;p4"/>
          <p:cNvSpPr txBox="1"/>
          <p:nvPr>
            <p:ph type="ctrTitle"/>
          </p:nvPr>
        </p:nvSpPr>
        <p:spPr>
          <a:xfrm>
            <a:off x="685800" y="2516887"/>
            <a:ext cx="8077200" cy="1254900"/>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SzPts val="1400"/>
              <a:buNone/>
              <a:defRPr b="1" i="0" sz="47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34" name="Google Shape;34;p4"/>
          <p:cNvSpPr txBox="1"/>
          <p:nvPr>
            <p:ph idx="1" type="subTitle"/>
          </p:nvPr>
        </p:nvSpPr>
        <p:spPr>
          <a:xfrm>
            <a:off x="685800" y="1371600"/>
            <a:ext cx="8077200" cy="11247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Clr>
                <a:schemeClr val="accent1"/>
              </a:buClr>
              <a:buSzPts val="2560"/>
              <a:buFont typeface="Noto Sans Symbols"/>
              <a:buNone/>
              <a:defRPr b="0" i="0" sz="2000" u="none" cap="none" strike="noStrike">
                <a:solidFill>
                  <a:srgbClr val="FFFFFF"/>
                </a:solidFill>
                <a:latin typeface="Corbel"/>
                <a:ea typeface="Corbel"/>
                <a:cs typeface="Corbel"/>
                <a:sym typeface="Corbel"/>
              </a:defRPr>
            </a:lvl1pPr>
            <a:lvl2pPr indent="-12653" lvl="1" marL="457153" marR="0" rtl="0" algn="ctr">
              <a:spcBef>
                <a:spcPts val="560"/>
              </a:spcBef>
              <a:spcAft>
                <a:spcPts val="0"/>
              </a:spcAft>
              <a:buClr>
                <a:schemeClr val="accent2"/>
              </a:buClr>
              <a:buSzPts val="2520"/>
              <a:buFont typeface="Noto Sans Symbols"/>
              <a:buNone/>
              <a:defRPr b="0" i="0" sz="2800" u="none" cap="none" strike="noStrike">
                <a:solidFill>
                  <a:schemeClr val="lt1"/>
                </a:solidFill>
                <a:latin typeface="Corbel"/>
                <a:ea typeface="Corbel"/>
                <a:cs typeface="Corbel"/>
                <a:sym typeface="Corbel"/>
              </a:defRPr>
            </a:lvl2pPr>
            <a:lvl3pPr indent="-12605" lvl="2" marL="914305" marR="0" rtl="0" algn="ctr">
              <a:spcBef>
                <a:spcPts val="480"/>
              </a:spcBef>
              <a:spcAft>
                <a:spcPts val="0"/>
              </a:spcAft>
              <a:buClr>
                <a:srgbClr val="E66C7D"/>
              </a:buClr>
              <a:buSzPts val="2400"/>
              <a:buFont typeface="Arial"/>
              <a:buNone/>
              <a:defRPr b="0" i="0" sz="2400" u="none" cap="none" strike="noStrike">
                <a:solidFill>
                  <a:schemeClr val="lt1"/>
                </a:solidFill>
                <a:latin typeface="Corbel"/>
                <a:ea typeface="Corbel"/>
                <a:cs typeface="Corbel"/>
                <a:sym typeface="Corbel"/>
              </a:defRPr>
            </a:lvl3pPr>
            <a:lvl4pPr indent="-12557" lvl="3" marL="1371458" marR="0" rtl="0" algn="ctr">
              <a:spcBef>
                <a:spcPts val="400"/>
              </a:spcBef>
              <a:spcAft>
                <a:spcPts val="0"/>
              </a:spcAft>
              <a:buClr>
                <a:srgbClr val="6BB76D"/>
              </a:buClr>
              <a:buSzPts val="2000"/>
              <a:buFont typeface="Arial"/>
              <a:buNone/>
              <a:defRPr b="0" i="0" sz="2000" u="none" cap="none" strike="noStrike">
                <a:solidFill>
                  <a:schemeClr val="lt1"/>
                </a:solidFill>
                <a:latin typeface="Corbel"/>
                <a:ea typeface="Corbel"/>
                <a:cs typeface="Corbel"/>
                <a:sym typeface="Corbel"/>
              </a:defRPr>
            </a:lvl4pPr>
            <a:lvl5pPr indent="-12510" lvl="4" marL="1828610" marR="0" rtl="0" algn="ctr">
              <a:spcBef>
                <a:spcPts val="400"/>
              </a:spcBef>
              <a:spcAft>
                <a:spcPts val="0"/>
              </a:spcAft>
              <a:buClr>
                <a:srgbClr val="E88651"/>
              </a:buClr>
              <a:buSzPts val="2000"/>
              <a:buFont typeface="Noto Sans Symbols"/>
              <a:buNone/>
              <a:defRPr b="0" i="0" sz="2000" u="none" cap="none" strike="noStrike">
                <a:solidFill>
                  <a:schemeClr val="lt1"/>
                </a:solidFill>
                <a:latin typeface="Corbel"/>
                <a:ea typeface="Corbel"/>
                <a:cs typeface="Corbel"/>
                <a:sym typeface="Corbel"/>
              </a:defRPr>
            </a:lvl5pPr>
            <a:lvl6pPr indent="-12462" lvl="5" marL="2285763" marR="0" rtl="0" algn="ctr">
              <a:spcBef>
                <a:spcPts val="400"/>
              </a:spcBef>
              <a:spcAft>
                <a:spcPts val="0"/>
              </a:spcAft>
              <a:buClr>
                <a:schemeClr val="accent6"/>
              </a:buClr>
              <a:buSzPts val="2000"/>
              <a:buFont typeface="Noto Sans Symbols"/>
              <a:buNone/>
              <a:defRPr b="0" i="0" sz="2000" u="none" cap="none" strike="noStrike">
                <a:solidFill>
                  <a:schemeClr val="lt1"/>
                </a:solidFill>
                <a:latin typeface="Corbel"/>
                <a:ea typeface="Corbel"/>
                <a:cs typeface="Corbel"/>
                <a:sym typeface="Corbel"/>
              </a:defRPr>
            </a:lvl6pPr>
            <a:lvl7pPr indent="-12414" lvl="6" marL="2742915" marR="0" rtl="0" algn="ctr">
              <a:spcBef>
                <a:spcPts val="360"/>
              </a:spcBef>
              <a:spcAft>
                <a:spcPts val="0"/>
              </a:spcAft>
              <a:buClr>
                <a:schemeClr val="accent1"/>
              </a:buClr>
              <a:buSzPts val="1800"/>
              <a:buFont typeface="Noto Sans Symbols"/>
              <a:buNone/>
              <a:defRPr b="0" i="0" sz="1800" u="none" cap="none" strike="noStrike">
                <a:solidFill>
                  <a:schemeClr val="lt1"/>
                </a:solidFill>
                <a:latin typeface="Corbel"/>
                <a:ea typeface="Corbel"/>
                <a:cs typeface="Corbel"/>
                <a:sym typeface="Corbel"/>
              </a:defRPr>
            </a:lvl7pPr>
            <a:lvl8pPr indent="-12368" lvl="7" marL="3200068" marR="0" rtl="0" algn="ctr">
              <a:spcBef>
                <a:spcPts val="360"/>
              </a:spcBef>
              <a:spcAft>
                <a:spcPts val="0"/>
              </a:spcAft>
              <a:buClr>
                <a:schemeClr val="accent2"/>
              </a:buClr>
              <a:buSzPts val="1800"/>
              <a:buFont typeface="Noto Sans Symbols"/>
              <a:buNone/>
              <a:defRPr b="0" i="0" sz="1800" u="none" cap="none" strike="noStrike">
                <a:solidFill>
                  <a:schemeClr val="lt1"/>
                </a:solidFill>
                <a:latin typeface="Corbel"/>
                <a:ea typeface="Corbel"/>
                <a:cs typeface="Corbel"/>
                <a:sym typeface="Corbel"/>
              </a:defRPr>
            </a:lvl8pPr>
            <a:lvl9pPr indent="-12320" lvl="8" marL="3657220" marR="0" rtl="0" algn="ctr">
              <a:spcBef>
                <a:spcPts val="360"/>
              </a:spcBef>
              <a:spcAft>
                <a:spcPts val="0"/>
              </a:spcAft>
              <a:buClr>
                <a:schemeClr val="accent3"/>
              </a:buClr>
              <a:buSzPts val="1800"/>
              <a:buFont typeface="Noto Sans Symbols"/>
              <a:buNone/>
              <a:defRPr b="0" i="0" sz="1800" u="none" cap="none" strike="noStrike">
                <a:solidFill>
                  <a:schemeClr val="lt1"/>
                </a:solidFill>
                <a:latin typeface="Corbel"/>
                <a:ea typeface="Corbel"/>
                <a:cs typeface="Corbel"/>
                <a:sym typeface="Corbel"/>
              </a:defRPr>
            </a:lvl9pPr>
          </a:lstStyle>
          <a:p/>
        </p:txBody>
      </p:sp>
      <p:sp>
        <p:nvSpPr>
          <p:cNvPr id="35" name="Google Shape;35;p4"/>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lt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36" name="Google Shape;36;p4"/>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lt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37" name="Google Shape;37;p4"/>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FFFFFF"/>
                </a:solidFill>
                <a:latin typeface="Corbel"/>
                <a:ea typeface="Corbel"/>
                <a:cs typeface="Corbel"/>
                <a:sym typeface="Corbel"/>
              </a:defRPr>
            </a:lvl1pPr>
            <a:lvl2pPr indent="0" lvl="1" marL="0" marR="0" rtl="0" algn="r">
              <a:spcBef>
                <a:spcPts val="0"/>
              </a:spcBef>
              <a:buNone/>
              <a:defRPr b="0" i="0" sz="1200" u="none" cap="none" strike="noStrike">
                <a:solidFill>
                  <a:srgbClr val="FFFFFF"/>
                </a:solidFill>
                <a:latin typeface="Corbel"/>
                <a:ea typeface="Corbel"/>
                <a:cs typeface="Corbel"/>
                <a:sym typeface="Corbel"/>
              </a:defRPr>
            </a:lvl2pPr>
            <a:lvl3pPr indent="0" lvl="2" marL="0" marR="0" rtl="0" algn="r">
              <a:spcBef>
                <a:spcPts val="0"/>
              </a:spcBef>
              <a:buNone/>
              <a:defRPr b="0" i="0" sz="1200" u="none" cap="none" strike="noStrike">
                <a:solidFill>
                  <a:srgbClr val="FFFFFF"/>
                </a:solidFill>
                <a:latin typeface="Corbel"/>
                <a:ea typeface="Corbel"/>
                <a:cs typeface="Corbel"/>
                <a:sym typeface="Corbel"/>
              </a:defRPr>
            </a:lvl3pPr>
            <a:lvl4pPr indent="0" lvl="3" marL="0" marR="0" rtl="0" algn="r">
              <a:spcBef>
                <a:spcPts val="0"/>
              </a:spcBef>
              <a:buNone/>
              <a:defRPr b="0" i="0" sz="1200" u="none" cap="none" strike="noStrike">
                <a:solidFill>
                  <a:srgbClr val="FFFFFF"/>
                </a:solidFill>
                <a:latin typeface="Corbel"/>
                <a:ea typeface="Corbel"/>
                <a:cs typeface="Corbel"/>
                <a:sym typeface="Corbel"/>
              </a:defRPr>
            </a:lvl4pPr>
            <a:lvl5pPr indent="0" lvl="4" marL="0" marR="0" rtl="0" algn="r">
              <a:spcBef>
                <a:spcPts val="0"/>
              </a:spcBef>
              <a:buNone/>
              <a:defRPr b="0" i="0" sz="1200" u="none" cap="none" strike="noStrike">
                <a:solidFill>
                  <a:srgbClr val="FFFFFF"/>
                </a:solidFill>
                <a:latin typeface="Corbel"/>
                <a:ea typeface="Corbel"/>
                <a:cs typeface="Corbel"/>
                <a:sym typeface="Corbel"/>
              </a:defRPr>
            </a:lvl5pPr>
            <a:lvl6pPr indent="0" lvl="5" marL="0" marR="0" rtl="0" algn="r">
              <a:spcBef>
                <a:spcPts val="0"/>
              </a:spcBef>
              <a:buNone/>
              <a:defRPr b="0" i="0" sz="1200" u="none" cap="none" strike="noStrike">
                <a:solidFill>
                  <a:srgbClr val="FFFFFF"/>
                </a:solidFill>
                <a:latin typeface="Corbel"/>
                <a:ea typeface="Corbel"/>
                <a:cs typeface="Corbel"/>
                <a:sym typeface="Corbel"/>
              </a:defRPr>
            </a:lvl6pPr>
            <a:lvl7pPr indent="0" lvl="6" marL="0" marR="0" rtl="0" algn="r">
              <a:spcBef>
                <a:spcPts val="0"/>
              </a:spcBef>
              <a:buNone/>
              <a:defRPr b="0" i="0" sz="1200" u="none" cap="none" strike="noStrike">
                <a:solidFill>
                  <a:srgbClr val="FFFFFF"/>
                </a:solidFill>
                <a:latin typeface="Corbel"/>
                <a:ea typeface="Corbel"/>
                <a:cs typeface="Corbel"/>
                <a:sym typeface="Corbel"/>
              </a:defRPr>
            </a:lvl7pPr>
            <a:lvl8pPr indent="0" lvl="7" marL="0" marR="0" rtl="0" algn="r">
              <a:spcBef>
                <a:spcPts val="0"/>
              </a:spcBef>
              <a:buNone/>
              <a:defRPr b="0" i="0" sz="1200" u="none" cap="none" strike="noStrike">
                <a:solidFill>
                  <a:srgbClr val="FFFFFF"/>
                </a:solidFill>
                <a:latin typeface="Corbel"/>
                <a:ea typeface="Corbel"/>
                <a:cs typeface="Corbel"/>
                <a:sym typeface="Corbel"/>
              </a:defRPr>
            </a:lvl8pPr>
            <a:lvl9pPr indent="0" lvl="8" marL="0" marR="0" rtl="0" algn="r">
              <a:spcBef>
                <a:spcPts val="0"/>
              </a:spcBef>
              <a:buNone/>
              <a:defRPr b="0" i="0" sz="1200" u="none" cap="none" strike="noStrike">
                <a:solidFill>
                  <a:srgbClr val="FFFFFF"/>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rotWithShape="1">
          <a:blip r:embed="rId2">
            <a:alphaModFix/>
          </a:blip>
          <a:stretch>
            <a:fillRect b="0" l="0" r="0" t="0"/>
          </a:stretch>
        </a:blipFill>
      </p:bgPr>
    </p:bg>
    <p:spTree>
      <p:nvGrpSpPr>
        <p:cNvPr id="38" name="Shape 38"/>
        <p:cNvGrpSpPr/>
        <p:nvPr/>
      </p:nvGrpSpPr>
      <p:grpSpPr>
        <a:xfrm>
          <a:off x="0" y="0"/>
          <a:ext cx="0" cy="0"/>
          <a:chOff x="0" y="0"/>
          <a:chExt cx="0" cy="0"/>
        </a:xfrm>
      </p:grpSpPr>
      <p:sp>
        <p:nvSpPr>
          <p:cNvPr id="39" name="Google Shape;39;p5"/>
          <p:cNvSpPr/>
          <p:nvPr/>
        </p:nvSpPr>
        <p:spPr>
          <a:xfrm>
            <a:off x="0" y="0"/>
            <a:ext cx="9144000" cy="19518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40" name="Google Shape;40;p5"/>
          <p:cNvSpPr/>
          <p:nvPr/>
        </p:nvSpPr>
        <p:spPr>
          <a:xfrm>
            <a:off x="0" y="1951765"/>
            <a:ext cx="9144000" cy="34500"/>
          </a:xfrm>
          <a:prstGeom prst="rect">
            <a:avLst/>
          </a:prstGeom>
          <a:solidFill>
            <a:srgbClr val="FFFFFF"/>
          </a:solidFill>
          <a:ln>
            <a:noFill/>
          </a:ln>
          <a:effectLst>
            <a:outerShdw blurRad="31750" rotWithShape="0" algn="tl" dir="5400000" dist="10160">
              <a:srgbClr val="000000">
                <a:alpha val="60000"/>
              </a:srgbClr>
            </a:outerShdw>
          </a:effectLst>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41" name="Google Shape;41;p5"/>
          <p:cNvSpPr txBox="1"/>
          <p:nvPr>
            <p:ph type="title"/>
          </p:nvPr>
        </p:nvSpPr>
        <p:spPr>
          <a:xfrm>
            <a:off x="749808" y="89154"/>
            <a:ext cx="8013300" cy="12276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1" i="0" sz="47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42" name="Google Shape;42;p5"/>
          <p:cNvSpPr txBox="1"/>
          <p:nvPr>
            <p:ph idx="1" type="body"/>
          </p:nvPr>
        </p:nvSpPr>
        <p:spPr>
          <a:xfrm>
            <a:off x="740664" y="1371600"/>
            <a:ext cx="8022300" cy="5142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0" i="0" sz="2000" u="none" cap="none" strike="noStrike">
                <a:solidFill>
                  <a:srgbClr val="FFFFFF"/>
                </a:solidFill>
                <a:latin typeface="Corbel"/>
                <a:ea typeface="Corbel"/>
                <a:cs typeface="Corbel"/>
                <a:sym typeface="Corbel"/>
              </a:defRPr>
            </a:lvl1pPr>
            <a:lvl2pPr indent="-228600" lvl="1" marL="914400" marR="0" rtl="0" algn="l">
              <a:spcBef>
                <a:spcPts val="360"/>
              </a:spcBef>
              <a:spcAft>
                <a:spcPts val="0"/>
              </a:spcAft>
              <a:buClr>
                <a:schemeClr val="accent2"/>
              </a:buClr>
              <a:buSzPts val="2520"/>
              <a:buFont typeface="Noto Sans Symbols"/>
              <a:buNone/>
              <a:defRPr b="0" i="0" sz="1800" u="none" cap="none" strike="noStrike">
                <a:solidFill>
                  <a:schemeClr val="lt1"/>
                </a:solidFill>
                <a:latin typeface="Corbel"/>
                <a:ea typeface="Corbel"/>
                <a:cs typeface="Corbel"/>
                <a:sym typeface="Corbel"/>
              </a:defRPr>
            </a:lvl2pPr>
            <a:lvl3pPr indent="-228600" lvl="2" marL="1371600" marR="0" rtl="0" algn="l">
              <a:spcBef>
                <a:spcPts val="320"/>
              </a:spcBef>
              <a:spcAft>
                <a:spcPts val="0"/>
              </a:spcAft>
              <a:buClr>
                <a:srgbClr val="E66C7D"/>
              </a:buClr>
              <a:buSzPts val="2400"/>
              <a:buFont typeface="Arial"/>
              <a:buNone/>
              <a:defRPr b="0" i="0" sz="1600" u="none" cap="none" strike="noStrike">
                <a:solidFill>
                  <a:schemeClr val="lt1"/>
                </a:solidFill>
                <a:latin typeface="Corbel"/>
                <a:ea typeface="Corbel"/>
                <a:cs typeface="Corbel"/>
                <a:sym typeface="Corbel"/>
              </a:defRPr>
            </a:lvl3pPr>
            <a:lvl4pPr indent="-228600" lvl="3" marL="1828800" marR="0" rtl="0" algn="l">
              <a:spcBef>
                <a:spcPts val="280"/>
              </a:spcBef>
              <a:spcAft>
                <a:spcPts val="0"/>
              </a:spcAft>
              <a:buClr>
                <a:srgbClr val="6BB76D"/>
              </a:buClr>
              <a:buSzPts val="2000"/>
              <a:buFont typeface="Arial"/>
              <a:buNone/>
              <a:defRPr b="0" i="0" sz="1400" u="none" cap="none" strike="noStrike">
                <a:solidFill>
                  <a:schemeClr val="lt1"/>
                </a:solidFill>
                <a:latin typeface="Corbel"/>
                <a:ea typeface="Corbel"/>
                <a:cs typeface="Corbel"/>
                <a:sym typeface="Corbel"/>
              </a:defRPr>
            </a:lvl4pPr>
            <a:lvl5pPr indent="-228600" lvl="4" marL="2286000" marR="0" rtl="0" algn="l">
              <a:spcBef>
                <a:spcPts val="280"/>
              </a:spcBef>
              <a:spcAft>
                <a:spcPts val="0"/>
              </a:spcAft>
              <a:buClr>
                <a:srgbClr val="E88651"/>
              </a:buClr>
              <a:buSzPts val="2000"/>
              <a:buFont typeface="Noto Sans Symbols"/>
              <a:buNone/>
              <a:defRPr b="0" i="0" sz="1400" u="none" cap="none" strike="noStrike">
                <a:solidFill>
                  <a:schemeClr val="lt1"/>
                </a:solidFill>
                <a:latin typeface="Corbel"/>
                <a:ea typeface="Corbel"/>
                <a:cs typeface="Corbel"/>
                <a:sym typeface="Corbel"/>
              </a:defRPr>
            </a:lvl5pPr>
            <a:lvl6pPr indent="-228600" lvl="5" marL="2743200" marR="0" rtl="0" algn="l">
              <a:spcBef>
                <a:spcPts val="280"/>
              </a:spcBef>
              <a:spcAft>
                <a:spcPts val="0"/>
              </a:spcAft>
              <a:buClr>
                <a:schemeClr val="accent6"/>
              </a:buClr>
              <a:buSzPts val="2000"/>
              <a:buFont typeface="Noto Sans Symbols"/>
              <a:buNone/>
              <a:defRPr b="0" i="0" sz="1400" u="none" cap="none" strike="noStrike">
                <a:solidFill>
                  <a:schemeClr val="lt1"/>
                </a:solidFill>
                <a:latin typeface="Corbel"/>
                <a:ea typeface="Corbel"/>
                <a:cs typeface="Corbel"/>
                <a:sym typeface="Corbel"/>
              </a:defRPr>
            </a:lvl6pPr>
            <a:lvl7pPr indent="-228600" lvl="6" marL="3200400" marR="0" rtl="0" algn="l">
              <a:spcBef>
                <a:spcPts val="280"/>
              </a:spcBef>
              <a:spcAft>
                <a:spcPts val="0"/>
              </a:spcAft>
              <a:buClr>
                <a:schemeClr val="accent1"/>
              </a:buClr>
              <a:buSzPts val="1800"/>
              <a:buFont typeface="Noto Sans Symbols"/>
              <a:buNone/>
              <a:defRPr b="0" i="0" sz="1400" u="none" cap="none" strike="noStrike">
                <a:solidFill>
                  <a:schemeClr val="lt1"/>
                </a:solidFill>
                <a:latin typeface="Corbel"/>
                <a:ea typeface="Corbel"/>
                <a:cs typeface="Corbel"/>
                <a:sym typeface="Corbel"/>
              </a:defRPr>
            </a:lvl7pPr>
            <a:lvl8pPr indent="-228600" lvl="7" marL="3657600" marR="0" rtl="0" algn="l">
              <a:spcBef>
                <a:spcPts val="280"/>
              </a:spcBef>
              <a:spcAft>
                <a:spcPts val="0"/>
              </a:spcAft>
              <a:buClr>
                <a:schemeClr val="accent2"/>
              </a:buClr>
              <a:buSzPts val="1800"/>
              <a:buFont typeface="Noto Sans Symbols"/>
              <a:buNone/>
              <a:defRPr b="0" i="0" sz="1400" u="none" cap="none" strike="noStrike">
                <a:solidFill>
                  <a:schemeClr val="lt1"/>
                </a:solidFill>
                <a:latin typeface="Corbel"/>
                <a:ea typeface="Corbel"/>
                <a:cs typeface="Corbel"/>
                <a:sym typeface="Corbel"/>
              </a:defRPr>
            </a:lvl8pPr>
            <a:lvl9pPr indent="-228600" lvl="8" marL="4114800" marR="0" rtl="0" algn="l">
              <a:spcBef>
                <a:spcPts val="280"/>
              </a:spcBef>
              <a:spcAft>
                <a:spcPts val="0"/>
              </a:spcAft>
              <a:buClr>
                <a:schemeClr val="accent3"/>
              </a:buClr>
              <a:buSzPts val="1800"/>
              <a:buFont typeface="Noto Sans Symbols"/>
              <a:buNone/>
              <a:defRPr b="0" i="0" sz="1400" u="none" cap="none" strike="noStrike">
                <a:solidFill>
                  <a:schemeClr val="lt1"/>
                </a:solidFill>
                <a:latin typeface="Corbel"/>
                <a:ea typeface="Corbel"/>
                <a:cs typeface="Corbel"/>
                <a:sym typeface="Corbel"/>
              </a:defRPr>
            </a:lvl9pPr>
          </a:lstStyle>
          <a:p/>
        </p:txBody>
      </p:sp>
      <p:sp>
        <p:nvSpPr>
          <p:cNvPr id="43" name="Google Shape;43;p5"/>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lt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44" name="Google Shape;44;p5"/>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chemeClr val="lt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45" name="Google Shape;45;p5"/>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FFFFFF"/>
                </a:solidFill>
                <a:latin typeface="Corbel"/>
                <a:ea typeface="Corbel"/>
                <a:cs typeface="Corbel"/>
                <a:sym typeface="Corbel"/>
              </a:defRPr>
            </a:lvl1pPr>
            <a:lvl2pPr indent="0" lvl="1" marL="0" marR="0" rtl="0" algn="r">
              <a:spcBef>
                <a:spcPts val="0"/>
              </a:spcBef>
              <a:buNone/>
              <a:defRPr b="0" i="0" sz="1200" u="none" cap="none" strike="noStrike">
                <a:solidFill>
                  <a:srgbClr val="FFFFFF"/>
                </a:solidFill>
                <a:latin typeface="Corbel"/>
                <a:ea typeface="Corbel"/>
                <a:cs typeface="Corbel"/>
                <a:sym typeface="Corbel"/>
              </a:defRPr>
            </a:lvl2pPr>
            <a:lvl3pPr indent="0" lvl="2" marL="0" marR="0" rtl="0" algn="r">
              <a:spcBef>
                <a:spcPts val="0"/>
              </a:spcBef>
              <a:buNone/>
              <a:defRPr b="0" i="0" sz="1200" u="none" cap="none" strike="noStrike">
                <a:solidFill>
                  <a:srgbClr val="FFFFFF"/>
                </a:solidFill>
                <a:latin typeface="Corbel"/>
                <a:ea typeface="Corbel"/>
                <a:cs typeface="Corbel"/>
                <a:sym typeface="Corbel"/>
              </a:defRPr>
            </a:lvl3pPr>
            <a:lvl4pPr indent="0" lvl="3" marL="0" marR="0" rtl="0" algn="r">
              <a:spcBef>
                <a:spcPts val="0"/>
              </a:spcBef>
              <a:buNone/>
              <a:defRPr b="0" i="0" sz="1200" u="none" cap="none" strike="noStrike">
                <a:solidFill>
                  <a:srgbClr val="FFFFFF"/>
                </a:solidFill>
                <a:latin typeface="Corbel"/>
                <a:ea typeface="Corbel"/>
                <a:cs typeface="Corbel"/>
                <a:sym typeface="Corbel"/>
              </a:defRPr>
            </a:lvl4pPr>
            <a:lvl5pPr indent="0" lvl="4" marL="0" marR="0" rtl="0" algn="r">
              <a:spcBef>
                <a:spcPts val="0"/>
              </a:spcBef>
              <a:buNone/>
              <a:defRPr b="0" i="0" sz="1200" u="none" cap="none" strike="noStrike">
                <a:solidFill>
                  <a:srgbClr val="FFFFFF"/>
                </a:solidFill>
                <a:latin typeface="Corbel"/>
                <a:ea typeface="Corbel"/>
                <a:cs typeface="Corbel"/>
                <a:sym typeface="Corbel"/>
              </a:defRPr>
            </a:lvl5pPr>
            <a:lvl6pPr indent="0" lvl="5" marL="0" marR="0" rtl="0" algn="r">
              <a:spcBef>
                <a:spcPts val="0"/>
              </a:spcBef>
              <a:buNone/>
              <a:defRPr b="0" i="0" sz="1200" u="none" cap="none" strike="noStrike">
                <a:solidFill>
                  <a:srgbClr val="FFFFFF"/>
                </a:solidFill>
                <a:latin typeface="Corbel"/>
                <a:ea typeface="Corbel"/>
                <a:cs typeface="Corbel"/>
                <a:sym typeface="Corbel"/>
              </a:defRPr>
            </a:lvl6pPr>
            <a:lvl7pPr indent="0" lvl="6" marL="0" marR="0" rtl="0" algn="r">
              <a:spcBef>
                <a:spcPts val="0"/>
              </a:spcBef>
              <a:buNone/>
              <a:defRPr b="0" i="0" sz="1200" u="none" cap="none" strike="noStrike">
                <a:solidFill>
                  <a:srgbClr val="FFFFFF"/>
                </a:solidFill>
                <a:latin typeface="Corbel"/>
                <a:ea typeface="Corbel"/>
                <a:cs typeface="Corbel"/>
                <a:sym typeface="Corbel"/>
              </a:defRPr>
            </a:lvl7pPr>
            <a:lvl8pPr indent="0" lvl="7" marL="0" marR="0" rtl="0" algn="r">
              <a:spcBef>
                <a:spcPts val="0"/>
              </a:spcBef>
              <a:buNone/>
              <a:defRPr b="0" i="0" sz="1200" u="none" cap="none" strike="noStrike">
                <a:solidFill>
                  <a:srgbClr val="FFFFFF"/>
                </a:solidFill>
                <a:latin typeface="Corbel"/>
                <a:ea typeface="Corbel"/>
                <a:cs typeface="Corbel"/>
                <a:sym typeface="Corbel"/>
              </a:defRPr>
            </a:lvl8pPr>
            <a:lvl9pPr indent="0" lvl="8" marL="0" marR="0" rtl="0" algn="r">
              <a:spcBef>
                <a:spcPts val="0"/>
              </a:spcBef>
              <a:buNone/>
              <a:defRPr b="0" i="0" sz="1200" u="none" cap="none" strike="noStrike">
                <a:solidFill>
                  <a:srgbClr val="FFFFFF"/>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6"/>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48" name="Google Shape;48;p6"/>
          <p:cNvSpPr txBox="1"/>
          <p:nvPr>
            <p:ph idx="1" type="body"/>
          </p:nvPr>
        </p:nvSpPr>
        <p:spPr>
          <a:xfrm>
            <a:off x="457200" y="1274240"/>
            <a:ext cx="4040100" cy="536400"/>
          </a:xfrm>
          <a:prstGeom prst="rect">
            <a:avLst/>
          </a:prstGeom>
          <a:noFill/>
          <a:ln>
            <a:noFill/>
          </a:ln>
        </p:spPr>
        <p:txBody>
          <a:bodyPr anchorCtr="0" anchor="ctr"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1" i="0" sz="2300" u="none" cap="none" strike="noStrike">
                <a:solidFill>
                  <a:schemeClr val="dk1"/>
                </a:solidFill>
                <a:latin typeface="Corbel"/>
                <a:ea typeface="Corbel"/>
                <a:cs typeface="Corbel"/>
                <a:sym typeface="Corbel"/>
              </a:defRPr>
            </a:lvl1pPr>
            <a:lvl2pPr indent="-228600" lvl="1" marL="914400" marR="0" rtl="0" algn="l">
              <a:spcBef>
                <a:spcPts val="400"/>
              </a:spcBef>
              <a:spcAft>
                <a:spcPts val="0"/>
              </a:spcAft>
              <a:buClr>
                <a:schemeClr val="accent2"/>
              </a:buClr>
              <a:buSzPts val="2520"/>
              <a:buFont typeface="Noto Sans Symbols"/>
              <a:buNone/>
              <a:defRPr b="1" i="0" sz="2000" u="none" cap="none" strike="noStrike">
                <a:solidFill>
                  <a:schemeClr val="dk1"/>
                </a:solidFill>
                <a:latin typeface="Corbel"/>
                <a:ea typeface="Corbel"/>
                <a:cs typeface="Corbel"/>
                <a:sym typeface="Corbel"/>
              </a:defRPr>
            </a:lvl2pPr>
            <a:lvl3pPr indent="-228600" lvl="2" marL="1371600" marR="0" rtl="0" algn="l">
              <a:spcBef>
                <a:spcPts val="360"/>
              </a:spcBef>
              <a:spcAft>
                <a:spcPts val="0"/>
              </a:spcAft>
              <a:buClr>
                <a:srgbClr val="E66C7D"/>
              </a:buClr>
              <a:buSzPts val="2400"/>
              <a:buFont typeface="Arial"/>
              <a:buNone/>
              <a:defRPr b="1" i="0" sz="1800" u="none" cap="none" strike="noStrike">
                <a:solidFill>
                  <a:schemeClr val="dk1"/>
                </a:solidFill>
                <a:latin typeface="Corbel"/>
                <a:ea typeface="Corbel"/>
                <a:cs typeface="Corbel"/>
                <a:sym typeface="Corbel"/>
              </a:defRPr>
            </a:lvl3pPr>
            <a:lvl4pPr indent="-228600" lvl="3" marL="1828800" marR="0" rtl="0" algn="l">
              <a:spcBef>
                <a:spcPts val="320"/>
              </a:spcBef>
              <a:spcAft>
                <a:spcPts val="0"/>
              </a:spcAft>
              <a:buClr>
                <a:srgbClr val="6BB76D"/>
              </a:buClr>
              <a:buSzPts val="2000"/>
              <a:buFont typeface="Arial"/>
              <a:buNone/>
              <a:defRPr b="1" i="0" sz="1600" u="none" cap="none" strike="noStrike">
                <a:solidFill>
                  <a:schemeClr val="dk1"/>
                </a:solidFill>
                <a:latin typeface="Corbel"/>
                <a:ea typeface="Corbel"/>
                <a:cs typeface="Corbel"/>
                <a:sym typeface="Corbel"/>
              </a:defRPr>
            </a:lvl4pPr>
            <a:lvl5pPr indent="-228600" lvl="4" marL="2286000" marR="0" rtl="0" algn="l">
              <a:spcBef>
                <a:spcPts val="320"/>
              </a:spcBef>
              <a:spcAft>
                <a:spcPts val="0"/>
              </a:spcAft>
              <a:buClr>
                <a:srgbClr val="E88651"/>
              </a:buClr>
              <a:buSzPts val="2000"/>
              <a:buFont typeface="Noto Sans Symbols"/>
              <a:buNone/>
              <a:defRPr b="1" i="0" sz="1600" u="none" cap="none" strike="noStrike">
                <a:solidFill>
                  <a:schemeClr val="dk1"/>
                </a:solidFill>
                <a:latin typeface="Corbel"/>
                <a:ea typeface="Corbel"/>
                <a:cs typeface="Corbel"/>
                <a:sym typeface="Corbel"/>
              </a:defRPr>
            </a:lvl5pPr>
            <a:lvl6pPr indent="-228600" lvl="5" marL="2743200" marR="0" rtl="0" algn="l">
              <a:spcBef>
                <a:spcPts val="320"/>
              </a:spcBef>
              <a:spcAft>
                <a:spcPts val="0"/>
              </a:spcAft>
              <a:buClr>
                <a:schemeClr val="accent6"/>
              </a:buClr>
              <a:buSzPts val="2000"/>
              <a:buFont typeface="Noto Sans Symbols"/>
              <a:buNone/>
              <a:defRPr b="1" i="0" sz="1600" u="none" cap="none" strike="noStrike">
                <a:solidFill>
                  <a:schemeClr val="dk1"/>
                </a:solidFill>
                <a:latin typeface="Corbel"/>
                <a:ea typeface="Corbel"/>
                <a:cs typeface="Corbel"/>
                <a:sym typeface="Corbel"/>
              </a:defRPr>
            </a:lvl6pPr>
            <a:lvl7pPr indent="-228600" lvl="6" marL="3200400" marR="0" rtl="0" algn="l">
              <a:spcBef>
                <a:spcPts val="320"/>
              </a:spcBef>
              <a:spcAft>
                <a:spcPts val="0"/>
              </a:spcAft>
              <a:buClr>
                <a:schemeClr val="accent1"/>
              </a:buClr>
              <a:buSzPts val="1800"/>
              <a:buFont typeface="Noto Sans Symbols"/>
              <a:buNone/>
              <a:defRPr b="1" i="0" sz="1600" u="none" cap="none" strike="noStrike">
                <a:solidFill>
                  <a:schemeClr val="dk1"/>
                </a:solidFill>
                <a:latin typeface="Corbel"/>
                <a:ea typeface="Corbel"/>
                <a:cs typeface="Corbel"/>
                <a:sym typeface="Corbel"/>
              </a:defRPr>
            </a:lvl7pPr>
            <a:lvl8pPr indent="-228600" lvl="7" marL="3657600" marR="0" rtl="0" algn="l">
              <a:spcBef>
                <a:spcPts val="320"/>
              </a:spcBef>
              <a:spcAft>
                <a:spcPts val="0"/>
              </a:spcAft>
              <a:buClr>
                <a:schemeClr val="accent2"/>
              </a:buClr>
              <a:buSzPts val="1800"/>
              <a:buFont typeface="Noto Sans Symbols"/>
              <a:buNone/>
              <a:defRPr b="1" i="0" sz="1600" u="none" cap="none" strike="noStrike">
                <a:solidFill>
                  <a:schemeClr val="dk1"/>
                </a:solidFill>
                <a:latin typeface="Corbel"/>
                <a:ea typeface="Corbel"/>
                <a:cs typeface="Corbel"/>
                <a:sym typeface="Corbel"/>
              </a:defRPr>
            </a:lvl8pPr>
            <a:lvl9pPr indent="-228600" lvl="8" marL="4114800" marR="0" rtl="0" algn="l">
              <a:spcBef>
                <a:spcPts val="320"/>
              </a:spcBef>
              <a:spcAft>
                <a:spcPts val="0"/>
              </a:spcAft>
              <a:buClr>
                <a:schemeClr val="accent3"/>
              </a:buClr>
              <a:buSzPts val="1800"/>
              <a:buFont typeface="Noto Sans Symbols"/>
              <a:buNone/>
              <a:defRPr b="1" i="0" sz="1600" u="none" cap="none" strike="noStrike">
                <a:solidFill>
                  <a:schemeClr val="dk1"/>
                </a:solidFill>
                <a:latin typeface="Corbel"/>
                <a:ea typeface="Corbel"/>
                <a:cs typeface="Corbel"/>
                <a:sym typeface="Corbel"/>
              </a:defRPr>
            </a:lvl9pPr>
          </a:lstStyle>
          <a:p/>
        </p:txBody>
      </p:sp>
      <p:sp>
        <p:nvSpPr>
          <p:cNvPr id="49" name="Google Shape;49;p6"/>
          <p:cNvSpPr txBox="1"/>
          <p:nvPr>
            <p:ph idx="2" type="body"/>
          </p:nvPr>
        </p:nvSpPr>
        <p:spPr>
          <a:xfrm>
            <a:off x="457200" y="1837135"/>
            <a:ext cx="4040100" cy="2963400"/>
          </a:xfrm>
          <a:prstGeom prst="rect">
            <a:avLst/>
          </a:prstGeom>
          <a:noFill/>
          <a:ln>
            <a:noFill/>
          </a:ln>
        </p:spPr>
        <p:txBody>
          <a:bodyPr anchorCtr="0" anchor="t" bIns="91425" lIns="91425" spcFirstLastPara="1" rIns="91425" wrap="square" tIns="91425">
            <a:noAutofit/>
          </a:bodyPr>
          <a:lstStyle>
            <a:lvl1pPr indent="-350520" lvl="0" marL="457200" marR="0" rtl="0" algn="l">
              <a:spcBef>
                <a:spcPts val="0"/>
              </a:spcBef>
              <a:spcAft>
                <a:spcPts val="0"/>
              </a:spcAft>
              <a:buClr>
                <a:schemeClr val="accent1"/>
              </a:buClr>
              <a:buSzPts val="1920"/>
              <a:buFont typeface="Noto Sans Symbols"/>
              <a:buChar char="◼"/>
              <a:defRPr b="0" i="0" sz="2400" u="none" cap="none" strike="noStrike">
                <a:solidFill>
                  <a:schemeClr val="dk1"/>
                </a:solidFill>
                <a:latin typeface="Corbel"/>
                <a:ea typeface="Corbel"/>
                <a:cs typeface="Corbel"/>
                <a:sym typeface="Corbel"/>
              </a:defRPr>
            </a:lvl1pPr>
            <a:lvl2pPr indent="-342900" lvl="1" marL="914400" marR="0" rtl="0" algn="l">
              <a:spcBef>
                <a:spcPts val="400"/>
              </a:spcBef>
              <a:spcAft>
                <a:spcPts val="0"/>
              </a:spcAft>
              <a:buClr>
                <a:schemeClr val="accent2"/>
              </a:buClr>
              <a:buSzPts val="1800"/>
              <a:buFont typeface="Noto Sans Symbols"/>
              <a:buChar char="▪"/>
              <a:defRPr b="0" i="0" sz="2000" u="none" cap="none" strike="noStrike">
                <a:solidFill>
                  <a:schemeClr val="dk1"/>
                </a:solidFill>
                <a:latin typeface="Corbel"/>
                <a:ea typeface="Corbel"/>
                <a:cs typeface="Corbel"/>
                <a:sym typeface="Corbel"/>
              </a:defRPr>
            </a:lvl2pPr>
            <a:lvl3pPr indent="-342900" lvl="2" marL="1371600" marR="0" rtl="0" algn="l">
              <a:spcBef>
                <a:spcPts val="360"/>
              </a:spcBef>
              <a:spcAft>
                <a:spcPts val="0"/>
              </a:spcAft>
              <a:buClr>
                <a:srgbClr val="E66C7D"/>
              </a:buClr>
              <a:buSzPts val="1800"/>
              <a:buFont typeface="Arial"/>
              <a:buChar char="▪"/>
              <a:defRPr b="0" i="0" sz="1800" u="none" cap="none" strike="noStrike">
                <a:solidFill>
                  <a:schemeClr val="dk1"/>
                </a:solidFill>
                <a:latin typeface="Corbel"/>
                <a:ea typeface="Corbel"/>
                <a:cs typeface="Corbel"/>
                <a:sym typeface="Corbel"/>
              </a:defRPr>
            </a:lvl3pPr>
            <a:lvl4pPr indent="-330200" lvl="3" marL="1828800" marR="0" rtl="0" algn="l">
              <a:spcBef>
                <a:spcPts val="320"/>
              </a:spcBef>
              <a:spcAft>
                <a:spcPts val="0"/>
              </a:spcAft>
              <a:buClr>
                <a:srgbClr val="6BB76D"/>
              </a:buClr>
              <a:buSzPts val="1600"/>
              <a:buFont typeface="Arial"/>
              <a:buChar char="▪"/>
              <a:defRPr b="0" i="0" sz="1600" u="none" cap="none" strike="noStrike">
                <a:solidFill>
                  <a:schemeClr val="dk1"/>
                </a:solidFill>
                <a:latin typeface="Corbel"/>
                <a:ea typeface="Corbel"/>
                <a:cs typeface="Corbel"/>
                <a:sym typeface="Corbel"/>
              </a:defRPr>
            </a:lvl4pPr>
            <a:lvl5pPr indent="-330200" lvl="4" marL="2286000" marR="0" rtl="0" algn="l">
              <a:spcBef>
                <a:spcPts val="320"/>
              </a:spcBef>
              <a:spcAft>
                <a:spcPts val="0"/>
              </a:spcAft>
              <a:buClr>
                <a:srgbClr val="E88651"/>
              </a:buClr>
              <a:buSzPts val="1600"/>
              <a:buFont typeface="Noto Sans Symbols"/>
              <a:buChar char="•"/>
              <a:defRPr b="0" i="0" sz="1600" u="none" cap="none" strike="noStrike">
                <a:solidFill>
                  <a:schemeClr val="dk1"/>
                </a:solidFill>
                <a:latin typeface="Corbel"/>
                <a:ea typeface="Corbel"/>
                <a:cs typeface="Corbel"/>
                <a:sym typeface="Corbel"/>
              </a:defRPr>
            </a:lvl5pPr>
            <a:lvl6pPr indent="-330200" lvl="5" marL="2743200" marR="0" rtl="0" algn="l">
              <a:spcBef>
                <a:spcPts val="320"/>
              </a:spcBef>
              <a:spcAft>
                <a:spcPts val="0"/>
              </a:spcAft>
              <a:buClr>
                <a:schemeClr val="accent6"/>
              </a:buClr>
              <a:buSzPts val="1600"/>
              <a:buFont typeface="Noto Sans Symbols"/>
              <a:buChar char="⚫"/>
              <a:defRPr b="0" i="0" sz="1600" u="none" cap="none" strike="noStrike">
                <a:solidFill>
                  <a:schemeClr val="dk1"/>
                </a:solidFill>
                <a:latin typeface="Corbel"/>
                <a:ea typeface="Corbel"/>
                <a:cs typeface="Corbel"/>
                <a:sym typeface="Corbel"/>
              </a:defRPr>
            </a:lvl6pPr>
            <a:lvl7pPr indent="-330200" lvl="6" marL="3200400" marR="0" rtl="0" algn="l">
              <a:spcBef>
                <a:spcPts val="320"/>
              </a:spcBef>
              <a:spcAft>
                <a:spcPts val="0"/>
              </a:spcAft>
              <a:buClr>
                <a:schemeClr val="accent1"/>
              </a:buClr>
              <a:buSzPts val="1600"/>
              <a:buFont typeface="Noto Sans Symbols"/>
              <a:buChar char="⚫"/>
              <a:defRPr b="0" i="0" sz="1600" u="none" cap="none" strike="noStrike">
                <a:solidFill>
                  <a:schemeClr val="dk1"/>
                </a:solidFill>
                <a:latin typeface="Corbel"/>
                <a:ea typeface="Corbel"/>
                <a:cs typeface="Corbel"/>
                <a:sym typeface="Corbel"/>
              </a:defRPr>
            </a:lvl7pPr>
            <a:lvl8pPr indent="-330200" lvl="7" marL="3657600" marR="0" rtl="0" algn="l">
              <a:spcBef>
                <a:spcPts val="320"/>
              </a:spcBef>
              <a:spcAft>
                <a:spcPts val="0"/>
              </a:spcAft>
              <a:buClr>
                <a:schemeClr val="accent2"/>
              </a:buClr>
              <a:buSzPts val="1600"/>
              <a:buFont typeface="Noto Sans Symbols"/>
              <a:buChar char="⚫"/>
              <a:defRPr b="0" i="0" sz="1600" u="none" cap="none" strike="noStrike">
                <a:solidFill>
                  <a:schemeClr val="dk1"/>
                </a:solidFill>
                <a:latin typeface="Corbel"/>
                <a:ea typeface="Corbel"/>
                <a:cs typeface="Corbel"/>
                <a:sym typeface="Corbel"/>
              </a:defRPr>
            </a:lvl8pPr>
            <a:lvl9pPr indent="-330200" lvl="8" marL="4114800" marR="0" rtl="0" algn="l">
              <a:spcBef>
                <a:spcPts val="320"/>
              </a:spcBef>
              <a:spcAft>
                <a:spcPts val="0"/>
              </a:spcAft>
              <a:buClr>
                <a:schemeClr val="accent3"/>
              </a:buClr>
              <a:buSzPts val="1600"/>
              <a:buFont typeface="Noto Sans Symbols"/>
              <a:buChar char="⚫"/>
              <a:defRPr b="0" i="0" sz="1600" u="none" cap="none" strike="noStrike">
                <a:solidFill>
                  <a:schemeClr val="dk1"/>
                </a:solidFill>
                <a:latin typeface="Corbel"/>
                <a:ea typeface="Corbel"/>
                <a:cs typeface="Corbel"/>
                <a:sym typeface="Corbel"/>
              </a:defRPr>
            </a:lvl9pPr>
          </a:lstStyle>
          <a:p/>
        </p:txBody>
      </p:sp>
      <p:sp>
        <p:nvSpPr>
          <p:cNvPr id="50" name="Google Shape;50;p6"/>
          <p:cNvSpPr txBox="1"/>
          <p:nvPr>
            <p:ph idx="3" type="body"/>
          </p:nvPr>
        </p:nvSpPr>
        <p:spPr>
          <a:xfrm>
            <a:off x="4645025" y="1274240"/>
            <a:ext cx="4041900" cy="536400"/>
          </a:xfrm>
          <a:prstGeom prst="rect">
            <a:avLst/>
          </a:prstGeom>
          <a:noFill/>
          <a:ln>
            <a:noFill/>
          </a:ln>
        </p:spPr>
        <p:txBody>
          <a:bodyPr anchorCtr="0" anchor="ctr"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1" i="0" sz="2300" u="none" cap="none" strike="noStrike">
                <a:solidFill>
                  <a:schemeClr val="dk1"/>
                </a:solidFill>
                <a:latin typeface="Corbel"/>
                <a:ea typeface="Corbel"/>
                <a:cs typeface="Corbel"/>
                <a:sym typeface="Corbel"/>
              </a:defRPr>
            </a:lvl1pPr>
            <a:lvl2pPr indent="-228600" lvl="1" marL="914400" marR="0" rtl="0" algn="l">
              <a:spcBef>
                <a:spcPts val="400"/>
              </a:spcBef>
              <a:spcAft>
                <a:spcPts val="0"/>
              </a:spcAft>
              <a:buClr>
                <a:schemeClr val="accent2"/>
              </a:buClr>
              <a:buSzPts val="2520"/>
              <a:buFont typeface="Noto Sans Symbols"/>
              <a:buNone/>
              <a:defRPr b="1" i="0" sz="2000" u="none" cap="none" strike="noStrike">
                <a:solidFill>
                  <a:schemeClr val="dk1"/>
                </a:solidFill>
                <a:latin typeface="Corbel"/>
                <a:ea typeface="Corbel"/>
                <a:cs typeface="Corbel"/>
                <a:sym typeface="Corbel"/>
              </a:defRPr>
            </a:lvl2pPr>
            <a:lvl3pPr indent="-228600" lvl="2" marL="1371600" marR="0" rtl="0" algn="l">
              <a:spcBef>
                <a:spcPts val="360"/>
              </a:spcBef>
              <a:spcAft>
                <a:spcPts val="0"/>
              </a:spcAft>
              <a:buClr>
                <a:srgbClr val="E66C7D"/>
              </a:buClr>
              <a:buSzPts val="2400"/>
              <a:buFont typeface="Arial"/>
              <a:buNone/>
              <a:defRPr b="1" i="0" sz="1800" u="none" cap="none" strike="noStrike">
                <a:solidFill>
                  <a:schemeClr val="dk1"/>
                </a:solidFill>
                <a:latin typeface="Corbel"/>
                <a:ea typeface="Corbel"/>
                <a:cs typeface="Corbel"/>
                <a:sym typeface="Corbel"/>
              </a:defRPr>
            </a:lvl3pPr>
            <a:lvl4pPr indent="-228600" lvl="3" marL="1828800" marR="0" rtl="0" algn="l">
              <a:spcBef>
                <a:spcPts val="320"/>
              </a:spcBef>
              <a:spcAft>
                <a:spcPts val="0"/>
              </a:spcAft>
              <a:buClr>
                <a:srgbClr val="6BB76D"/>
              </a:buClr>
              <a:buSzPts val="2000"/>
              <a:buFont typeface="Arial"/>
              <a:buNone/>
              <a:defRPr b="1" i="0" sz="1600" u="none" cap="none" strike="noStrike">
                <a:solidFill>
                  <a:schemeClr val="dk1"/>
                </a:solidFill>
                <a:latin typeface="Corbel"/>
                <a:ea typeface="Corbel"/>
                <a:cs typeface="Corbel"/>
                <a:sym typeface="Corbel"/>
              </a:defRPr>
            </a:lvl4pPr>
            <a:lvl5pPr indent="-228600" lvl="4" marL="2286000" marR="0" rtl="0" algn="l">
              <a:spcBef>
                <a:spcPts val="320"/>
              </a:spcBef>
              <a:spcAft>
                <a:spcPts val="0"/>
              </a:spcAft>
              <a:buClr>
                <a:srgbClr val="E88651"/>
              </a:buClr>
              <a:buSzPts val="2000"/>
              <a:buFont typeface="Noto Sans Symbols"/>
              <a:buNone/>
              <a:defRPr b="1" i="0" sz="1600" u="none" cap="none" strike="noStrike">
                <a:solidFill>
                  <a:schemeClr val="dk1"/>
                </a:solidFill>
                <a:latin typeface="Corbel"/>
                <a:ea typeface="Corbel"/>
                <a:cs typeface="Corbel"/>
                <a:sym typeface="Corbel"/>
              </a:defRPr>
            </a:lvl5pPr>
            <a:lvl6pPr indent="-228600" lvl="5" marL="2743200" marR="0" rtl="0" algn="l">
              <a:spcBef>
                <a:spcPts val="320"/>
              </a:spcBef>
              <a:spcAft>
                <a:spcPts val="0"/>
              </a:spcAft>
              <a:buClr>
                <a:schemeClr val="accent6"/>
              </a:buClr>
              <a:buSzPts val="2000"/>
              <a:buFont typeface="Noto Sans Symbols"/>
              <a:buNone/>
              <a:defRPr b="1" i="0" sz="1600" u="none" cap="none" strike="noStrike">
                <a:solidFill>
                  <a:schemeClr val="dk1"/>
                </a:solidFill>
                <a:latin typeface="Corbel"/>
                <a:ea typeface="Corbel"/>
                <a:cs typeface="Corbel"/>
                <a:sym typeface="Corbel"/>
              </a:defRPr>
            </a:lvl6pPr>
            <a:lvl7pPr indent="-228600" lvl="6" marL="3200400" marR="0" rtl="0" algn="l">
              <a:spcBef>
                <a:spcPts val="320"/>
              </a:spcBef>
              <a:spcAft>
                <a:spcPts val="0"/>
              </a:spcAft>
              <a:buClr>
                <a:schemeClr val="accent1"/>
              </a:buClr>
              <a:buSzPts val="1800"/>
              <a:buFont typeface="Noto Sans Symbols"/>
              <a:buNone/>
              <a:defRPr b="1" i="0" sz="1600" u="none" cap="none" strike="noStrike">
                <a:solidFill>
                  <a:schemeClr val="dk1"/>
                </a:solidFill>
                <a:latin typeface="Corbel"/>
                <a:ea typeface="Corbel"/>
                <a:cs typeface="Corbel"/>
                <a:sym typeface="Corbel"/>
              </a:defRPr>
            </a:lvl7pPr>
            <a:lvl8pPr indent="-228600" lvl="7" marL="3657600" marR="0" rtl="0" algn="l">
              <a:spcBef>
                <a:spcPts val="320"/>
              </a:spcBef>
              <a:spcAft>
                <a:spcPts val="0"/>
              </a:spcAft>
              <a:buClr>
                <a:schemeClr val="accent2"/>
              </a:buClr>
              <a:buSzPts val="1800"/>
              <a:buFont typeface="Noto Sans Symbols"/>
              <a:buNone/>
              <a:defRPr b="1" i="0" sz="1600" u="none" cap="none" strike="noStrike">
                <a:solidFill>
                  <a:schemeClr val="dk1"/>
                </a:solidFill>
                <a:latin typeface="Corbel"/>
                <a:ea typeface="Corbel"/>
                <a:cs typeface="Corbel"/>
                <a:sym typeface="Corbel"/>
              </a:defRPr>
            </a:lvl8pPr>
            <a:lvl9pPr indent="-228600" lvl="8" marL="4114800" marR="0" rtl="0" algn="l">
              <a:spcBef>
                <a:spcPts val="320"/>
              </a:spcBef>
              <a:spcAft>
                <a:spcPts val="0"/>
              </a:spcAft>
              <a:buClr>
                <a:schemeClr val="accent3"/>
              </a:buClr>
              <a:buSzPts val="1800"/>
              <a:buFont typeface="Noto Sans Symbols"/>
              <a:buNone/>
              <a:defRPr b="1" i="0" sz="1600" u="none" cap="none" strike="noStrike">
                <a:solidFill>
                  <a:schemeClr val="dk1"/>
                </a:solidFill>
                <a:latin typeface="Corbel"/>
                <a:ea typeface="Corbel"/>
                <a:cs typeface="Corbel"/>
                <a:sym typeface="Corbel"/>
              </a:defRPr>
            </a:lvl9pPr>
          </a:lstStyle>
          <a:p/>
        </p:txBody>
      </p:sp>
      <p:sp>
        <p:nvSpPr>
          <p:cNvPr id="51" name="Google Shape;51;p6"/>
          <p:cNvSpPr txBox="1"/>
          <p:nvPr>
            <p:ph idx="4" type="body"/>
          </p:nvPr>
        </p:nvSpPr>
        <p:spPr>
          <a:xfrm>
            <a:off x="4645025" y="1837135"/>
            <a:ext cx="4041900" cy="2963400"/>
          </a:xfrm>
          <a:prstGeom prst="rect">
            <a:avLst/>
          </a:prstGeom>
          <a:noFill/>
          <a:ln>
            <a:noFill/>
          </a:ln>
        </p:spPr>
        <p:txBody>
          <a:bodyPr anchorCtr="0" anchor="t" bIns="91425" lIns="91425" spcFirstLastPara="1" rIns="91425" wrap="square" tIns="91425">
            <a:noAutofit/>
          </a:bodyPr>
          <a:lstStyle>
            <a:lvl1pPr indent="-350520" lvl="0" marL="457200" marR="0" rtl="0" algn="l">
              <a:spcBef>
                <a:spcPts val="0"/>
              </a:spcBef>
              <a:spcAft>
                <a:spcPts val="0"/>
              </a:spcAft>
              <a:buClr>
                <a:schemeClr val="accent1"/>
              </a:buClr>
              <a:buSzPts val="1920"/>
              <a:buFont typeface="Noto Sans Symbols"/>
              <a:buChar char="◼"/>
              <a:defRPr b="0" i="0" sz="2400" u="none" cap="none" strike="noStrike">
                <a:solidFill>
                  <a:schemeClr val="dk1"/>
                </a:solidFill>
                <a:latin typeface="Corbel"/>
                <a:ea typeface="Corbel"/>
                <a:cs typeface="Corbel"/>
                <a:sym typeface="Corbel"/>
              </a:defRPr>
            </a:lvl1pPr>
            <a:lvl2pPr indent="-342900" lvl="1" marL="914400" marR="0" rtl="0" algn="l">
              <a:spcBef>
                <a:spcPts val="400"/>
              </a:spcBef>
              <a:spcAft>
                <a:spcPts val="0"/>
              </a:spcAft>
              <a:buClr>
                <a:schemeClr val="accent2"/>
              </a:buClr>
              <a:buSzPts val="1800"/>
              <a:buFont typeface="Noto Sans Symbols"/>
              <a:buChar char="▪"/>
              <a:defRPr b="0" i="0" sz="2000" u="none" cap="none" strike="noStrike">
                <a:solidFill>
                  <a:schemeClr val="dk1"/>
                </a:solidFill>
                <a:latin typeface="Corbel"/>
                <a:ea typeface="Corbel"/>
                <a:cs typeface="Corbel"/>
                <a:sym typeface="Corbel"/>
              </a:defRPr>
            </a:lvl2pPr>
            <a:lvl3pPr indent="-342900" lvl="2" marL="1371600" marR="0" rtl="0" algn="l">
              <a:spcBef>
                <a:spcPts val="360"/>
              </a:spcBef>
              <a:spcAft>
                <a:spcPts val="0"/>
              </a:spcAft>
              <a:buClr>
                <a:srgbClr val="E66C7D"/>
              </a:buClr>
              <a:buSzPts val="1800"/>
              <a:buFont typeface="Arial"/>
              <a:buChar char="▪"/>
              <a:defRPr b="0" i="0" sz="1800" u="none" cap="none" strike="noStrike">
                <a:solidFill>
                  <a:schemeClr val="dk1"/>
                </a:solidFill>
                <a:latin typeface="Corbel"/>
                <a:ea typeface="Corbel"/>
                <a:cs typeface="Corbel"/>
                <a:sym typeface="Corbel"/>
              </a:defRPr>
            </a:lvl3pPr>
            <a:lvl4pPr indent="-330200" lvl="3" marL="1828800" marR="0" rtl="0" algn="l">
              <a:spcBef>
                <a:spcPts val="320"/>
              </a:spcBef>
              <a:spcAft>
                <a:spcPts val="0"/>
              </a:spcAft>
              <a:buClr>
                <a:srgbClr val="6BB76D"/>
              </a:buClr>
              <a:buSzPts val="1600"/>
              <a:buFont typeface="Arial"/>
              <a:buChar char="▪"/>
              <a:defRPr b="0" i="0" sz="1600" u="none" cap="none" strike="noStrike">
                <a:solidFill>
                  <a:schemeClr val="dk1"/>
                </a:solidFill>
                <a:latin typeface="Corbel"/>
                <a:ea typeface="Corbel"/>
                <a:cs typeface="Corbel"/>
                <a:sym typeface="Corbel"/>
              </a:defRPr>
            </a:lvl4pPr>
            <a:lvl5pPr indent="-330200" lvl="4" marL="2286000" marR="0" rtl="0" algn="l">
              <a:spcBef>
                <a:spcPts val="320"/>
              </a:spcBef>
              <a:spcAft>
                <a:spcPts val="0"/>
              </a:spcAft>
              <a:buClr>
                <a:srgbClr val="E88651"/>
              </a:buClr>
              <a:buSzPts val="1600"/>
              <a:buFont typeface="Noto Sans Symbols"/>
              <a:buChar char="•"/>
              <a:defRPr b="0" i="0" sz="1600" u="none" cap="none" strike="noStrike">
                <a:solidFill>
                  <a:schemeClr val="dk1"/>
                </a:solidFill>
                <a:latin typeface="Corbel"/>
                <a:ea typeface="Corbel"/>
                <a:cs typeface="Corbel"/>
                <a:sym typeface="Corbel"/>
              </a:defRPr>
            </a:lvl5pPr>
            <a:lvl6pPr indent="-330200" lvl="5" marL="2743200" marR="0" rtl="0" algn="l">
              <a:spcBef>
                <a:spcPts val="320"/>
              </a:spcBef>
              <a:spcAft>
                <a:spcPts val="0"/>
              </a:spcAft>
              <a:buClr>
                <a:schemeClr val="accent6"/>
              </a:buClr>
              <a:buSzPts val="1600"/>
              <a:buFont typeface="Noto Sans Symbols"/>
              <a:buChar char="⚫"/>
              <a:defRPr b="0" i="0" sz="1600" u="none" cap="none" strike="noStrike">
                <a:solidFill>
                  <a:schemeClr val="dk1"/>
                </a:solidFill>
                <a:latin typeface="Corbel"/>
                <a:ea typeface="Corbel"/>
                <a:cs typeface="Corbel"/>
                <a:sym typeface="Corbel"/>
              </a:defRPr>
            </a:lvl6pPr>
            <a:lvl7pPr indent="-330200" lvl="6" marL="3200400" marR="0" rtl="0" algn="l">
              <a:spcBef>
                <a:spcPts val="320"/>
              </a:spcBef>
              <a:spcAft>
                <a:spcPts val="0"/>
              </a:spcAft>
              <a:buClr>
                <a:schemeClr val="accent1"/>
              </a:buClr>
              <a:buSzPts val="1600"/>
              <a:buFont typeface="Noto Sans Symbols"/>
              <a:buChar char="⚫"/>
              <a:defRPr b="0" i="0" sz="1600" u="none" cap="none" strike="noStrike">
                <a:solidFill>
                  <a:schemeClr val="dk1"/>
                </a:solidFill>
                <a:latin typeface="Corbel"/>
                <a:ea typeface="Corbel"/>
                <a:cs typeface="Corbel"/>
                <a:sym typeface="Corbel"/>
              </a:defRPr>
            </a:lvl7pPr>
            <a:lvl8pPr indent="-330200" lvl="7" marL="3657600" marR="0" rtl="0" algn="l">
              <a:spcBef>
                <a:spcPts val="320"/>
              </a:spcBef>
              <a:spcAft>
                <a:spcPts val="0"/>
              </a:spcAft>
              <a:buClr>
                <a:schemeClr val="accent2"/>
              </a:buClr>
              <a:buSzPts val="1600"/>
              <a:buFont typeface="Noto Sans Symbols"/>
              <a:buChar char="⚫"/>
              <a:defRPr b="0" i="0" sz="1600" u="none" cap="none" strike="noStrike">
                <a:solidFill>
                  <a:schemeClr val="dk1"/>
                </a:solidFill>
                <a:latin typeface="Corbel"/>
                <a:ea typeface="Corbel"/>
                <a:cs typeface="Corbel"/>
                <a:sym typeface="Corbel"/>
              </a:defRPr>
            </a:lvl8pPr>
            <a:lvl9pPr indent="-330200" lvl="8" marL="4114800" marR="0" rtl="0" algn="l">
              <a:spcBef>
                <a:spcPts val="320"/>
              </a:spcBef>
              <a:spcAft>
                <a:spcPts val="0"/>
              </a:spcAft>
              <a:buClr>
                <a:schemeClr val="accent3"/>
              </a:buClr>
              <a:buSzPts val="1600"/>
              <a:buFont typeface="Noto Sans Symbols"/>
              <a:buChar char="⚫"/>
              <a:defRPr b="0" i="0" sz="1600" u="none" cap="none" strike="noStrike">
                <a:solidFill>
                  <a:schemeClr val="dk1"/>
                </a:solidFill>
                <a:latin typeface="Corbel"/>
                <a:ea typeface="Corbel"/>
                <a:cs typeface="Corbel"/>
                <a:sym typeface="Corbel"/>
              </a:defRPr>
            </a:lvl9pPr>
          </a:lstStyle>
          <a:p/>
        </p:txBody>
      </p:sp>
      <p:sp>
        <p:nvSpPr>
          <p:cNvPr id="52" name="Google Shape;52;p6"/>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3" name="Google Shape;53;p6"/>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4" name="Google Shape;54;p6"/>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7"/>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57" name="Google Shape;57;p7"/>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8" name="Google Shape;58;p7"/>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59" name="Google Shape;59;p7"/>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0" name="Shape 60"/>
        <p:cNvGrpSpPr/>
        <p:nvPr/>
      </p:nvGrpSpPr>
      <p:grpSpPr>
        <a:xfrm>
          <a:off x="0" y="0"/>
          <a:ext cx="0" cy="0"/>
          <a:chOff x="0" y="0"/>
          <a:chExt cx="0" cy="0"/>
        </a:xfrm>
      </p:grpSpPr>
      <p:sp>
        <p:nvSpPr>
          <p:cNvPr id="61" name="Google Shape;61;p8"/>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62" name="Google Shape;62;p8"/>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63" name="Google Shape;63;p8"/>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9"/>
          <p:cNvSpPr/>
          <p:nvPr/>
        </p:nvSpPr>
        <p:spPr>
          <a:xfrm>
            <a:off x="2855520" y="0"/>
            <a:ext cx="46200" cy="1090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66" name="Google Shape;66;p9"/>
          <p:cNvSpPr/>
          <p:nvPr/>
        </p:nvSpPr>
        <p:spPr>
          <a:xfrm>
            <a:off x="2855520" y="0"/>
            <a:ext cx="46200" cy="1090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67" name="Google Shape;67;p9"/>
          <p:cNvSpPr txBox="1"/>
          <p:nvPr>
            <p:ph type="title"/>
          </p:nvPr>
        </p:nvSpPr>
        <p:spPr>
          <a:xfrm>
            <a:off x="167838" y="114300"/>
            <a:ext cx="2523600" cy="7338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20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68" name="Google Shape;68;p9"/>
          <p:cNvSpPr txBox="1"/>
          <p:nvPr>
            <p:ph idx="1" type="body"/>
          </p:nvPr>
        </p:nvSpPr>
        <p:spPr>
          <a:xfrm>
            <a:off x="3019378" y="1307350"/>
            <a:ext cx="5920500" cy="34191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55600" lvl="6" marL="3200400" marR="0" rtl="0" algn="l">
              <a:spcBef>
                <a:spcPts val="400"/>
              </a:spcBef>
              <a:spcAft>
                <a:spcPts val="0"/>
              </a:spcAft>
              <a:buClr>
                <a:schemeClr val="accent1"/>
              </a:buClr>
              <a:buSzPts val="2000"/>
              <a:buFont typeface="Noto Sans Symbols"/>
              <a:buChar char="⚫"/>
              <a:defRPr b="0" i="0" sz="2000" u="none" cap="none" strike="noStrike">
                <a:solidFill>
                  <a:schemeClr val="dk1"/>
                </a:solidFill>
                <a:latin typeface="Corbel"/>
                <a:ea typeface="Corbel"/>
                <a:cs typeface="Corbel"/>
                <a:sym typeface="Corbel"/>
              </a:defRPr>
            </a:lvl7pPr>
            <a:lvl8pPr indent="-355600" lvl="7" marL="3657600" marR="0" rtl="0" algn="l">
              <a:spcBef>
                <a:spcPts val="400"/>
              </a:spcBef>
              <a:spcAft>
                <a:spcPts val="0"/>
              </a:spcAft>
              <a:buClr>
                <a:schemeClr val="accent2"/>
              </a:buClr>
              <a:buSzPts val="2000"/>
              <a:buFont typeface="Noto Sans Symbols"/>
              <a:buChar char="⚫"/>
              <a:defRPr b="0" i="0" sz="2000" u="none" cap="none" strike="noStrike">
                <a:solidFill>
                  <a:schemeClr val="dk1"/>
                </a:solidFill>
                <a:latin typeface="Corbel"/>
                <a:ea typeface="Corbel"/>
                <a:cs typeface="Corbel"/>
                <a:sym typeface="Corbel"/>
              </a:defRPr>
            </a:lvl8pPr>
            <a:lvl9pPr indent="-355600" lvl="8" marL="4114800" marR="0" rtl="0" algn="l">
              <a:spcBef>
                <a:spcPts val="400"/>
              </a:spcBef>
              <a:spcAft>
                <a:spcPts val="0"/>
              </a:spcAft>
              <a:buClr>
                <a:schemeClr val="accent3"/>
              </a:buClr>
              <a:buSzPts val="2000"/>
              <a:buFont typeface="Noto Sans Symbols"/>
              <a:buChar char="⚫"/>
              <a:defRPr b="0" i="0" sz="2000" u="none" cap="none" strike="noStrike">
                <a:solidFill>
                  <a:schemeClr val="dk1"/>
                </a:solidFill>
                <a:latin typeface="Corbel"/>
                <a:ea typeface="Corbel"/>
                <a:cs typeface="Corbel"/>
                <a:sym typeface="Corbel"/>
              </a:defRPr>
            </a:lvl9pPr>
          </a:lstStyle>
          <a:p/>
        </p:txBody>
      </p:sp>
      <p:sp>
        <p:nvSpPr>
          <p:cNvPr id="69" name="Google Shape;69;p9"/>
          <p:cNvSpPr txBox="1"/>
          <p:nvPr>
            <p:ph idx="2" type="body"/>
          </p:nvPr>
        </p:nvSpPr>
        <p:spPr>
          <a:xfrm>
            <a:off x="167839" y="1297514"/>
            <a:ext cx="2469000" cy="34290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0" i="0" sz="1400" u="none" cap="none" strike="noStrike">
                <a:solidFill>
                  <a:schemeClr val="dk1"/>
                </a:solidFill>
                <a:latin typeface="Corbel"/>
                <a:ea typeface="Corbel"/>
                <a:cs typeface="Corbel"/>
                <a:sym typeface="Corbel"/>
              </a:defRPr>
            </a:lvl1pPr>
            <a:lvl2pPr indent="-228600" lvl="1" marL="914400" marR="0" rtl="0" algn="l">
              <a:spcBef>
                <a:spcPts val="240"/>
              </a:spcBef>
              <a:spcAft>
                <a:spcPts val="0"/>
              </a:spcAft>
              <a:buClr>
                <a:schemeClr val="accent2"/>
              </a:buClr>
              <a:buSzPts val="2520"/>
              <a:buFont typeface="Noto Sans Symbols"/>
              <a:buNone/>
              <a:defRPr b="0" i="0" sz="1200" u="none" cap="none" strike="noStrike">
                <a:solidFill>
                  <a:schemeClr val="dk1"/>
                </a:solidFill>
                <a:latin typeface="Corbel"/>
                <a:ea typeface="Corbel"/>
                <a:cs typeface="Corbel"/>
                <a:sym typeface="Corbel"/>
              </a:defRPr>
            </a:lvl2pPr>
            <a:lvl3pPr indent="-228600" lvl="2" marL="1371600" marR="0" rtl="0" algn="l">
              <a:spcBef>
                <a:spcPts val="200"/>
              </a:spcBef>
              <a:spcAft>
                <a:spcPts val="0"/>
              </a:spcAft>
              <a:buClr>
                <a:srgbClr val="E66C7D"/>
              </a:buClr>
              <a:buSzPts val="2400"/>
              <a:buFont typeface="Arial"/>
              <a:buNone/>
              <a:defRPr b="0" i="0" sz="1000" u="none" cap="none" strike="noStrike">
                <a:solidFill>
                  <a:schemeClr val="dk1"/>
                </a:solidFill>
                <a:latin typeface="Corbel"/>
                <a:ea typeface="Corbel"/>
                <a:cs typeface="Corbel"/>
                <a:sym typeface="Corbel"/>
              </a:defRPr>
            </a:lvl3pPr>
            <a:lvl4pPr indent="-228600" lvl="3" marL="1828800" marR="0" rtl="0" algn="l">
              <a:spcBef>
                <a:spcPts val="180"/>
              </a:spcBef>
              <a:spcAft>
                <a:spcPts val="0"/>
              </a:spcAft>
              <a:buClr>
                <a:srgbClr val="6BB76D"/>
              </a:buClr>
              <a:buSzPts val="2000"/>
              <a:buFont typeface="Arial"/>
              <a:buNone/>
              <a:defRPr b="0" i="0" sz="900" u="none" cap="none" strike="noStrike">
                <a:solidFill>
                  <a:schemeClr val="dk1"/>
                </a:solidFill>
                <a:latin typeface="Corbel"/>
                <a:ea typeface="Corbel"/>
                <a:cs typeface="Corbel"/>
                <a:sym typeface="Corbel"/>
              </a:defRPr>
            </a:lvl4pPr>
            <a:lvl5pPr indent="-228600" lvl="4" marL="2286000" marR="0" rtl="0" algn="l">
              <a:spcBef>
                <a:spcPts val="180"/>
              </a:spcBef>
              <a:spcAft>
                <a:spcPts val="0"/>
              </a:spcAft>
              <a:buClr>
                <a:srgbClr val="E88651"/>
              </a:buClr>
              <a:buSzPts val="2000"/>
              <a:buFont typeface="Noto Sans Symbols"/>
              <a:buNone/>
              <a:defRPr b="0" i="0" sz="900" u="none" cap="none" strike="noStrike">
                <a:solidFill>
                  <a:schemeClr val="dk1"/>
                </a:solidFill>
                <a:latin typeface="Corbel"/>
                <a:ea typeface="Corbel"/>
                <a:cs typeface="Corbel"/>
                <a:sym typeface="Corbel"/>
              </a:defRPr>
            </a:lvl5pPr>
            <a:lvl6pPr indent="-228600" lvl="5" marL="2743200" marR="0" rtl="0" algn="l">
              <a:spcBef>
                <a:spcPts val="180"/>
              </a:spcBef>
              <a:spcAft>
                <a:spcPts val="0"/>
              </a:spcAft>
              <a:buClr>
                <a:schemeClr val="accent6"/>
              </a:buClr>
              <a:buSzPts val="2000"/>
              <a:buFont typeface="Noto Sans Symbols"/>
              <a:buNone/>
              <a:defRPr b="0" i="0" sz="900" u="none" cap="none" strike="noStrike">
                <a:solidFill>
                  <a:schemeClr val="dk1"/>
                </a:solidFill>
                <a:latin typeface="Corbel"/>
                <a:ea typeface="Corbel"/>
                <a:cs typeface="Corbel"/>
                <a:sym typeface="Corbel"/>
              </a:defRPr>
            </a:lvl6pPr>
            <a:lvl7pPr indent="-228600" lvl="6" marL="3200400" marR="0" rtl="0" algn="l">
              <a:spcBef>
                <a:spcPts val="180"/>
              </a:spcBef>
              <a:spcAft>
                <a:spcPts val="0"/>
              </a:spcAft>
              <a:buClr>
                <a:schemeClr val="accent1"/>
              </a:buClr>
              <a:buSzPts val="1800"/>
              <a:buFont typeface="Noto Sans Symbols"/>
              <a:buNone/>
              <a:defRPr b="0" i="0" sz="900" u="none" cap="none" strike="noStrike">
                <a:solidFill>
                  <a:schemeClr val="dk1"/>
                </a:solidFill>
                <a:latin typeface="Corbel"/>
                <a:ea typeface="Corbel"/>
                <a:cs typeface="Corbel"/>
                <a:sym typeface="Corbel"/>
              </a:defRPr>
            </a:lvl7pPr>
            <a:lvl8pPr indent="-228600" lvl="7" marL="3657600" marR="0" rtl="0" algn="l">
              <a:spcBef>
                <a:spcPts val="180"/>
              </a:spcBef>
              <a:spcAft>
                <a:spcPts val="0"/>
              </a:spcAft>
              <a:buClr>
                <a:schemeClr val="accent2"/>
              </a:buClr>
              <a:buSzPts val="1800"/>
              <a:buFont typeface="Noto Sans Symbols"/>
              <a:buNone/>
              <a:defRPr b="0" i="0" sz="900" u="none" cap="none" strike="noStrike">
                <a:solidFill>
                  <a:schemeClr val="dk1"/>
                </a:solidFill>
                <a:latin typeface="Corbel"/>
                <a:ea typeface="Corbel"/>
                <a:cs typeface="Corbel"/>
                <a:sym typeface="Corbel"/>
              </a:defRPr>
            </a:lvl8pPr>
            <a:lvl9pPr indent="-228600" lvl="8" marL="4114800" marR="0" rtl="0" algn="l">
              <a:spcBef>
                <a:spcPts val="180"/>
              </a:spcBef>
              <a:spcAft>
                <a:spcPts val="0"/>
              </a:spcAft>
              <a:buClr>
                <a:schemeClr val="accent3"/>
              </a:buClr>
              <a:buSzPts val="1800"/>
              <a:buFont typeface="Noto Sans Symbols"/>
              <a:buNone/>
              <a:defRPr b="0" i="0" sz="900" u="none" cap="none" strike="noStrike">
                <a:solidFill>
                  <a:schemeClr val="dk1"/>
                </a:solidFill>
                <a:latin typeface="Corbel"/>
                <a:ea typeface="Corbel"/>
                <a:cs typeface="Corbel"/>
                <a:sym typeface="Corbel"/>
              </a:defRPr>
            </a:lvl9pPr>
          </a:lstStyle>
          <a:p/>
        </p:txBody>
      </p:sp>
      <p:sp>
        <p:nvSpPr>
          <p:cNvPr id="70" name="Google Shape;70;p9"/>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71" name="Google Shape;71;p9"/>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72" name="Google Shape;72;p9"/>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bg>
      <p:bgPr>
        <a:solidFill>
          <a:schemeClr val="lt2"/>
        </a:solidFill>
      </p:bgPr>
    </p:bg>
    <p:spTree>
      <p:nvGrpSpPr>
        <p:cNvPr id="73" name="Shape 73"/>
        <p:cNvGrpSpPr/>
        <p:nvPr/>
      </p:nvGrpSpPr>
      <p:grpSpPr>
        <a:xfrm>
          <a:off x="0" y="0"/>
          <a:ext cx="0" cy="0"/>
          <a:chOff x="0" y="0"/>
          <a:chExt cx="0" cy="0"/>
        </a:xfrm>
      </p:grpSpPr>
      <p:sp>
        <p:nvSpPr>
          <p:cNvPr id="74" name="Google Shape;74;p10"/>
          <p:cNvSpPr/>
          <p:nvPr/>
        </p:nvSpPr>
        <p:spPr>
          <a:xfrm>
            <a:off x="2855520" y="0"/>
            <a:ext cx="46200" cy="5143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75" name="Google Shape;75;p10"/>
          <p:cNvSpPr/>
          <p:nvPr/>
        </p:nvSpPr>
        <p:spPr>
          <a:xfrm>
            <a:off x="2855520" y="0"/>
            <a:ext cx="46200" cy="5143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76" name="Google Shape;76;p10"/>
          <p:cNvSpPr txBox="1"/>
          <p:nvPr>
            <p:ph type="title"/>
          </p:nvPr>
        </p:nvSpPr>
        <p:spPr>
          <a:xfrm>
            <a:off x="164592" y="116586"/>
            <a:ext cx="2525100" cy="7338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20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77" name="Google Shape;77;p10"/>
          <p:cNvSpPr/>
          <p:nvPr>
            <p:ph idx="2" type="pic"/>
          </p:nvPr>
        </p:nvSpPr>
        <p:spPr>
          <a:xfrm>
            <a:off x="2903806" y="1113607"/>
            <a:ext cx="6247500" cy="4029900"/>
          </a:xfrm>
          <a:prstGeom prst="rect">
            <a:avLst/>
          </a:prstGeom>
          <a:solidFill>
            <a:srgbClr val="BABABB"/>
          </a:solidFill>
          <a:ln>
            <a:noFill/>
          </a:ln>
        </p:spPr>
        <p:txBody>
          <a:bodyPr anchorCtr="0" anchor="t" bIns="91425" lIns="91425" spcFirstLastPara="1" rIns="91425" wrap="square" tIns="91425">
            <a:noAutofit/>
          </a:bodyPr>
          <a:lstStyle>
            <a:lvl1pPr indent="0" lvl="0" marL="0" marR="0" rtl="0" algn="l">
              <a:spcBef>
                <a:spcPts val="0"/>
              </a:spcBef>
              <a:spcAft>
                <a:spcPts val="0"/>
              </a:spcAft>
              <a:buClr>
                <a:schemeClr val="accent1"/>
              </a:buClr>
              <a:buSzPts val="1400"/>
              <a:buFont typeface="Noto Sans Symbols"/>
              <a:buNone/>
              <a:defRPr b="0" i="0" sz="3200" u="none" cap="none" strike="noStrike">
                <a:solidFill>
                  <a:schemeClr val="dk1"/>
                </a:solidFill>
                <a:latin typeface="Corbel"/>
                <a:ea typeface="Corbel"/>
                <a:cs typeface="Corbel"/>
                <a:sym typeface="Corbel"/>
              </a:defRPr>
            </a:lvl1pPr>
            <a:lvl2pPr indent="-12653" lvl="1" marL="457153" marR="0" rtl="0" algn="l">
              <a:spcBef>
                <a:spcPts val="560"/>
              </a:spcBef>
              <a:spcAft>
                <a:spcPts val="0"/>
              </a:spcAft>
              <a:buClr>
                <a:schemeClr val="accent2"/>
              </a:buClr>
              <a:buSzPts val="1400"/>
              <a:buFont typeface="Noto Sans Symbols"/>
              <a:buNone/>
              <a:defRPr b="0" i="0" sz="2800" u="none" cap="none" strike="noStrike">
                <a:solidFill>
                  <a:schemeClr val="dk1"/>
                </a:solidFill>
                <a:latin typeface="Corbel"/>
                <a:ea typeface="Corbel"/>
                <a:cs typeface="Corbel"/>
                <a:sym typeface="Corbel"/>
              </a:defRPr>
            </a:lvl2pPr>
            <a:lvl3pPr indent="-12605" lvl="2" marL="914305" marR="0" rtl="0" algn="l">
              <a:spcBef>
                <a:spcPts val="480"/>
              </a:spcBef>
              <a:spcAft>
                <a:spcPts val="0"/>
              </a:spcAft>
              <a:buClr>
                <a:srgbClr val="E66C7D"/>
              </a:buClr>
              <a:buSzPts val="1400"/>
              <a:buFont typeface="Arial"/>
              <a:buNone/>
              <a:defRPr b="0" i="0" sz="2400" u="none" cap="none" strike="noStrike">
                <a:solidFill>
                  <a:schemeClr val="dk1"/>
                </a:solidFill>
                <a:latin typeface="Corbel"/>
                <a:ea typeface="Corbel"/>
                <a:cs typeface="Corbel"/>
                <a:sym typeface="Corbel"/>
              </a:defRPr>
            </a:lvl3pPr>
            <a:lvl4pPr indent="-12557" lvl="3" marL="1371458" marR="0" rtl="0" algn="l">
              <a:spcBef>
                <a:spcPts val="400"/>
              </a:spcBef>
              <a:spcAft>
                <a:spcPts val="0"/>
              </a:spcAft>
              <a:buClr>
                <a:srgbClr val="6BB76D"/>
              </a:buClr>
              <a:buSzPts val="1400"/>
              <a:buFont typeface="Arial"/>
              <a:buNone/>
              <a:defRPr b="0" i="0" sz="2000" u="none" cap="none" strike="noStrike">
                <a:solidFill>
                  <a:schemeClr val="dk1"/>
                </a:solidFill>
                <a:latin typeface="Corbel"/>
                <a:ea typeface="Corbel"/>
                <a:cs typeface="Corbel"/>
                <a:sym typeface="Corbel"/>
              </a:defRPr>
            </a:lvl4pPr>
            <a:lvl5pPr indent="-12510" lvl="4" marL="1828610" marR="0" rtl="0" algn="l">
              <a:spcBef>
                <a:spcPts val="400"/>
              </a:spcBef>
              <a:spcAft>
                <a:spcPts val="0"/>
              </a:spcAft>
              <a:buClr>
                <a:srgbClr val="E88651"/>
              </a:buClr>
              <a:buSzPts val="1400"/>
              <a:buFont typeface="Noto Sans Symbols"/>
              <a:buNone/>
              <a:defRPr b="0" i="0" sz="2000" u="none" cap="none" strike="noStrike">
                <a:solidFill>
                  <a:schemeClr val="dk1"/>
                </a:solidFill>
                <a:latin typeface="Corbel"/>
                <a:ea typeface="Corbel"/>
                <a:cs typeface="Corbel"/>
                <a:sym typeface="Corbel"/>
              </a:defRPr>
            </a:lvl5pPr>
            <a:lvl6pPr indent="-12462" lvl="5" marL="2285763" marR="0" rtl="0" algn="l">
              <a:spcBef>
                <a:spcPts val="400"/>
              </a:spcBef>
              <a:spcAft>
                <a:spcPts val="0"/>
              </a:spcAft>
              <a:buClr>
                <a:schemeClr val="accent6"/>
              </a:buClr>
              <a:buSzPts val="1400"/>
              <a:buFont typeface="Noto Sans Symbols"/>
              <a:buNone/>
              <a:defRPr b="0" i="0" sz="2000" u="none" cap="none" strike="noStrike">
                <a:solidFill>
                  <a:schemeClr val="dk1"/>
                </a:solidFill>
                <a:latin typeface="Corbel"/>
                <a:ea typeface="Corbel"/>
                <a:cs typeface="Corbel"/>
                <a:sym typeface="Corbel"/>
              </a:defRPr>
            </a:lvl6pPr>
            <a:lvl7pPr indent="-12414" lvl="6" marL="2742915" marR="0" rtl="0" algn="l">
              <a:spcBef>
                <a:spcPts val="400"/>
              </a:spcBef>
              <a:spcAft>
                <a:spcPts val="0"/>
              </a:spcAft>
              <a:buClr>
                <a:schemeClr val="accent1"/>
              </a:buClr>
              <a:buSzPts val="1400"/>
              <a:buFont typeface="Noto Sans Symbols"/>
              <a:buNone/>
              <a:defRPr b="0" i="0" sz="2000" u="none" cap="none" strike="noStrike">
                <a:solidFill>
                  <a:schemeClr val="dk1"/>
                </a:solidFill>
                <a:latin typeface="Corbel"/>
                <a:ea typeface="Corbel"/>
                <a:cs typeface="Corbel"/>
                <a:sym typeface="Corbel"/>
              </a:defRPr>
            </a:lvl7pPr>
            <a:lvl8pPr indent="-12368" lvl="7" marL="3200068" marR="0" rtl="0" algn="l">
              <a:spcBef>
                <a:spcPts val="400"/>
              </a:spcBef>
              <a:spcAft>
                <a:spcPts val="0"/>
              </a:spcAft>
              <a:buClr>
                <a:schemeClr val="accent2"/>
              </a:buClr>
              <a:buSzPts val="1400"/>
              <a:buFont typeface="Noto Sans Symbols"/>
              <a:buNone/>
              <a:defRPr b="0" i="0" sz="2000" u="none" cap="none" strike="noStrike">
                <a:solidFill>
                  <a:schemeClr val="dk1"/>
                </a:solidFill>
                <a:latin typeface="Corbel"/>
                <a:ea typeface="Corbel"/>
                <a:cs typeface="Corbel"/>
                <a:sym typeface="Corbel"/>
              </a:defRPr>
            </a:lvl8pPr>
            <a:lvl9pPr indent="-12320" lvl="8" marL="3657220" marR="0" rtl="0" algn="l">
              <a:spcBef>
                <a:spcPts val="400"/>
              </a:spcBef>
              <a:spcAft>
                <a:spcPts val="0"/>
              </a:spcAft>
              <a:buClr>
                <a:schemeClr val="accent3"/>
              </a:buClr>
              <a:buSzPts val="1400"/>
              <a:buFont typeface="Noto Sans Symbols"/>
              <a:buNone/>
              <a:defRPr b="0" i="0" sz="2000" u="none" cap="none" strike="noStrike">
                <a:solidFill>
                  <a:schemeClr val="dk1"/>
                </a:solidFill>
                <a:latin typeface="Corbel"/>
                <a:ea typeface="Corbel"/>
                <a:cs typeface="Corbel"/>
                <a:sym typeface="Corbel"/>
              </a:defRPr>
            </a:lvl9pPr>
          </a:lstStyle>
          <a:p/>
        </p:txBody>
      </p:sp>
      <p:sp>
        <p:nvSpPr>
          <p:cNvPr id="78" name="Google Shape;78;p10"/>
          <p:cNvSpPr txBox="1"/>
          <p:nvPr>
            <p:ph idx="1" type="body"/>
          </p:nvPr>
        </p:nvSpPr>
        <p:spPr>
          <a:xfrm>
            <a:off x="164592" y="1296162"/>
            <a:ext cx="2469000" cy="34290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accent1"/>
              </a:buClr>
              <a:buSzPts val="2560"/>
              <a:buFont typeface="Noto Sans Symbols"/>
              <a:buNone/>
              <a:defRPr b="0" i="0" sz="1400" u="none" cap="none" strike="noStrike">
                <a:solidFill>
                  <a:schemeClr val="dk1"/>
                </a:solidFill>
                <a:latin typeface="Corbel"/>
                <a:ea typeface="Corbel"/>
                <a:cs typeface="Corbel"/>
                <a:sym typeface="Corbel"/>
              </a:defRPr>
            </a:lvl1pPr>
            <a:lvl2pPr indent="-228600" lvl="1" marL="914400" marR="0" rtl="0" algn="l">
              <a:spcBef>
                <a:spcPts val="240"/>
              </a:spcBef>
              <a:spcAft>
                <a:spcPts val="0"/>
              </a:spcAft>
              <a:buClr>
                <a:schemeClr val="accent2"/>
              </a:buClr>
              <a:buSzPts val="2520"/>
              <a:buFont typeface="Noto Sans Symbols"/>
              <a:buNone/>
              <a:defRPr b="0" i="0" sz="1200" u="none" cap="none" strike="noStrike">
                <a:solidFill>
                  <a:schemeClr val="dk1"/>
                </a:solidFill>
                <a:latin typeface="Corbel"/>
                <a:ea typeface="Corbel"/>
                <a:cs typeface="Corbel"/>
                <a:sym typeface="Corbel"/>
              </a:defRPr>
            </a:lvl2pPr>
            <a:lvl3pPr indent="-228600" lvl="2" marL="1371600" marR="0" rtl="0" algn="l">
              <a:spcBef>
                <a:spcPts val="200"/>
              </a:spcBef>
              <a:spcAft>
                <a:spcPts val="0"/>
              </a:spcAft>
              <a:buClr>
                <a:srgbClr val="E66C7D"/>
              </a:buClr>
              <a:buSzPts val="2400"/>
              <a:buFont typeface="Arial"/>
              <a:buNone/>
              <a:defRPr b="0" i="0" sz="1000" u="none" cap="none" strike="noStrike">
                <a:solidFill>
                  <a:schemeClr val="dk1"/>
                </a:solidFill>
                <a:latin typeface="Corbel"/>
                <a:ea typeface="Corbel"/>
                <a:cs typeface="Corbel"/>
                <a:sym typeface="Corbel"/>
              </a:defRPr>
            </a:lvl3pPr>
            <a:lvl4pPr indent="-228600" lvl="3" marL="1828800" marR="0" rtl="0" algn="l">
              <a:spcBef>
                <a:spcPts val="180"/>
              </a:spcBef>
              <a:spcAft>
                <a:spcPts val="0"/>
              </a:spcAft>
              <a:buClr>
                <a:srgbClr val="6BB76D"/>
              </a:buClr>
              <a:buSzPts val="2000"/>
              <a:buFont typeface="Arial"/>
              <a:buNone/>
              <a:defRPr b="0" i="0" sz="900" u="none" cap="none" strike="noStrike">
                <a:solidFill>
                  <a:schemeClr val="dk1"/>
                </a:solidFill>
                <a:latin typeface="Corbel"/>
                <a:ea typeface="Corbel"/>
                <a:cs typeface="Corbel"/>
                <a:sym typeface="Corbel"/>
              </a:defRPr>
            </a:lvl4pPr>
            <a:lvl5pPr indent="-228600" lvl="4" marL="2286000" marR="0" rtl="0" algn="l">
              <a:spcBef>
                <a:spcPts val="180"/>
              </a:spcBef>
              <a:spcAft>
                <a:spcPts val="0"/>
              </a:spcAft>
              <a:buClr>
                <a:srgbClr val="E88651"/>
              </a:buClr>
              <a:buSzPts val="2000"/>
              <a:buFont typeface="Noto Sans Symbols"/>
              <a:buNone/>
              <a:defRPr b="0" i="0" sz="900" u="none" cap="none" strike="noStrike">
                <a:solidFill>
                  <a:schemeClr val="dk1"/>
                </a:solidFill>
                <a:latin typeface="Corbel"/>
                <a:ea typeface="Corbel"/>
                <a:cs typeface="Corbel"/>
                <a:sym typeface="Corbel"/>
              </a:defRPr>
            </a:lvl5pPr>
            <a:lvl6pPr indent="-228600" lvl="5" marL="2743200" marR="0" rtl="0" algn="l">
              <a:spcBef>
                <a:spcPts val="180"/>
              </a:spcBef>
              <a:spcAft>
                <a:spcPts val="0"/>
              </a:spcAft>
              <a:buClr>
                <a:schemeClr val="accent6"/>
              </a:buClr>
              <a:buSzPts val="2000"/>
              <a:buFont typeface="Noto Sans Symbols"/>
              <a:buNone/>
              <a:defRPr b="0" i="0" sz="900" u="none" cap="none" strike="noStrike">
                <a:solidFill>
                  <a:schemeClr val="dk1"/>
                </a:solidFill>
                <a:latin typeface="Corbel"/>
                <a:ea typeface="Corbel"/>
                <a:cs typeface="Corbel"/>
                <a:sym typeface="Corbel"/>
              </a:defRPr>
            </a:lvl6pPr>
            <a:lvl7pPr indent="-228600" lvl="6" marL="3200400" marR="0" rtl="0" algn="l">
              <a:spcBef>
                <a:spcPts val="180"/>
              </a:spcBef>
              <a:spcAft>
                <a:spcPts val="0"/>
              </a:spcAft>
              <a:buClr>
                <a:schemeClr val="accent1"/>
              </a:buClr>
              <a:buSzPts val="1800"/>
              <a:buFont typeface="Noto Sans Symbols"/>
              <a:buNone/>
              <a:defRPr b="0" i="0" sz="900" u="none" cap="none" strike="noStrike">
                <a:solidFill>
                  <a:schemeClr val="dk1"/>
                </a:solidFill>
                <a:latin typeface="Corbel"/>
                <a:ea typeface="Corbel"/>
                <a:cs typeface="Corbel"/>
                <a:sym typeface="Corbel"/>
              </a:defRPr>
            </a:lvl7pPr>
            <a:lvl8pPr indent="-228600" lvl="7" marL="3657600" marR="0" rtl="0" algn="l">
              <a:spcBef>
                <a:spcPts val="180"/>
              </a:spcBef>
              <a:spcAft>
                <a:spcPts val="0"/>
              </a:spcAft>
              <a:buClr>
                <a:schemeClr val="accent2"/>
              </a:buClr>
              <a:buSzPts val="1800"/>
              <a:buFont typeface="Noto Sans Symbols"/>
              <a:buNone/>
              <a:defRPr b="0" i="0" sz="900" u="none" cap="none" strike="noStrike">
                <a:solidFill>
                  <a:schemeClr val="dk1"/>
                </a:solidFill>
                <a:latin typeface="Corbel"/>
                <a:ea typeface="Corbel"/>
                <a:cs typeface="Corbel"/>
                <a:sym typeface="Corbel"/>
              </a:defRPr>
            </a:lvl8pPr>
            <a:lvl9pPr indent="-228600" lvl="8" marL="4114800" marR="0" rtl="0" algn="l">
              <a:spcBef>
                <a:spcPts val="180"/>
              </a:spcBef>
              <a:spcAft>
                <a:spcPts val="0"/>
              </a:spcAft>
              <a:buClr>
                <a:schemeClr val="accent3"/>
              </a:buClr>
              <a:buSzPts val="1800"/>
              <a:buFont typeface="Noto Sans Symbols"/>
              <a:buNone/>
              <a:defRPr b="0" i="0" sz="900" u="none" cap="none" strike="noStrike">
                <a:solidFill>
                  <a:schemeClr val="dk1"/>
                </a:solidFill>
                <a:latin typeface="Corbel"/>
                <a:ea typeface="Corbel"/>
                <a:cs typeface="Corbel"/>
                <a:sym typeface="Corbel"/>
              </a:defRPr>
            </a:lvl9pPr>
          </a:lstStyle>
          <a:p/>
        </p:txBody>
      </p:sp>
      <p:sp>
        <p:nvSpPr>
          <p:cNvPr id="79" name="Google Shape;79;p10"/>
          <p:cNvSpPr txBox="1"/>
          <p:nvPr>
            <p:ph idx="10" type="dt"/>
          </p:nvPr>
        </p:nvSpPr>
        <p:spPr>
          <a:xfrm>
            <a:off x="164160" y="878132"/>
            <a:ext cx="2524200" cy="1500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80" name="Google Shape;80;p10"/>
          <p:cNvSpPr txBox="1"/>
          <p:nvPr>
            <p:ph idx="11" type="ftr"/>
          </p:nvPr>
        </p:nvSpPr>
        <p:spPr>
          <a:xfrm>
            <a:off x="3035521" y="878132"/>
            <a:ext cx="5194200" cy="1500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BABABA"/>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81" name="Google Shape;81;p10"/>
          <p:cNvSpPr txBox="1"/>
          <p:nvPr>
            <p:ph idx="12" type="sldNum"/>
          </p:nvPr>
        </p:nvSpPr>
        <p:spPr>
          <a:xfrm>
            <a:off x="8339041" y="878132"/>
            <a:ext cx="734400" cy="1500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2" name="Shape 82"/>
        <p:cNvGrpSpPr/>
        <p:nvPr/>
      </p:nvGrpSpPr>
      <p:grpSpPr>
        <a:xfrm>
          <a:off x="0" y="0"/>
          <a:ext cx="0" cy="0"/>
          <a:chOff x="0" y="0"/>
          <a:chExt cx="0" cy="0"/>
        </a:xfrm>
      </p:grpSpPr>
      <p:sp>
        <p:nvSpPr>
          <p:cNvPr id="83" name="Google Shape;83;p11"/>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84" name="Google Shape;84;p11"/>
          <p:cNvSpPr txBox="1"/>
          <p:nvPr>
            <p:ph idx="1" type="body"/>
          </p:nvPr>
        </p:nvSpPr>
        <p:spPr>
          <a:xfrm rot="5400000">
            <a:off x="2837370" y="-1049170"/>
            <a:ext cx="3469200" cy="82311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85" name="Google Shape;85;p11"/>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86" name="Google Shape;86;p11"/>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87" name="Google Shape;87;p11"/>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8" name="Shape 88"/>
        <p:cNvGrpSpPr/>
        <p:nvPr/>
      </p:nvGrpSpPr>
      <p:grpSpPr>
        <a:xfrm>
          <a:off x="0" y="0"/>
          <a:ext cx="0" cy="0"/>
          <a:chOff x="0" y="0"/>
          <a:chExt cx="0" cy="0"/>
        </a:xfrm>
      </p:grpSpPr>
      <p:sp>
        <p:nvSpPr>
          <p:cNvPr id="89" name="Google Shape;89;p12"/>
          <p:cNvSpPr/>
          <p:nvPr/>
        </p:nvSpPr>
        <p:spPr>
          <a:xfrm>
            <a:off x="6599520" y="0"/>
            <a:ext cx="44700" cy="5143500"/>
          </a:xfrm>
          <a:prstGeom prst="rect">
            <a:avLst/>
          </a:prstGeom>
          <a:solidFill>
            <a:srgbClr val="FFFFFF"/>
          </a:solidFill>
          <a:ln>
            <a:noFill/>
          </a:ln>
          <a:effectLst>
            <a:outerShdw blurRad="31750" rotWithShape="0" algn="tl" dir="10800000" dist="10160">
              <a:srgbClr val="000000">
                <a:alpha val="60000"/>
              </a:srgbClr>
            </a:outerShdw>
          </a:effectLst>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90" name="Google Shape;90;p12"/>
          <p:cNvSpPr/>
          <p:nvPr/>
        </p:nvSpPr>
        <p:spPr>
          <a:xfrm>
            <a:off x="6647041" y="0"/>
            <a:ext cx="2515800" cy="51435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91" name="Google Shape;91;p12"/>
          <p:cNvSpPr txBox="1"/>
          <p:nvPr>
            <p:ph type="title"/>
          </p:nvPr>
        </p:nvSpPr>
        <p:spPr>
          <a:xfrm rot="5400000">
            <a:off x="5539950" y="1447831"/>
            <a:ext cx="4388700" cy="19050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92" name="Google Shape;92;p12"/>
          <p:cNvSpPr txBox="1"/>
          <p:nvPr>
            <p:ph idx="1" type="body"/>
          </p:nvPr>
        </p:nvSpPr>
        <p:spPr>
          <a:xfrm rot="5400000">
            <a:off x="1272750" y="-586949"/>
            <a:ext cx="4388700" cy="60198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93" name="Google Shape;93;p12"/>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94" name="Google Shape;94;p12"/>
          <p:cNvSpPr txBox="1"/>
          <p:nvPr>
            <p:ph idx="11" type="ftr"/>
          </p:nvPr>
        </p:nvSpPr>
        <p:spPr>
          <a:xfrm>
            <a:off x="2640960" y="4782742"/>
            <a:ext cx="3836100" cy="2742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95" name="Google Shape;95;p12"/>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spcBef>
                <a:spcPts val="0"/>
              </a:spcBef>
              <a:buNone/>
              <a:defRPr b="0" i="0" sz="1200" u="none" cap="none" strike="noStrike">
                <a:solidFill>
                  <a:srgbClr val="414141"/>
                </a:solidFill>
                <a:latin typeface="Corbel"/>
                <a:ea typeface="Corbel"/>
                <a:cs typeface="Corbel"/>
                <a:sym typeface="Corbel"/>
              </a:defRPr>
            </a:lvl1pPr>
            <a:lvl2pPr indent="0" lvl="1" marL="0" marR="0" rtl="0" algn="r">
              <a:spcBef>
                <a:spcPts val="0"/>
              </a:spcBef>
              <a:buNone/>
              <a:defRPr b="0" i="0" sz="1200" u="none" cap="none" strike="noStrike">
                <a:solidFill>
                  <a:srgbClr val="414141"/>
                </a:solidFill>
                <a:latin typeface="Corbel"/>
                <a:ea typeface="Corbel"/>
                <a:cs typeface="Corbel"/>
                <a:sym typeface="Corbel"/>
              </a:defRPr>
            </a:lvl2pPr>
            <a:lvl3pPr indent="0" lvl="2" marL="0" marR="0" rtl="0" algn="r">
              <a:spcBef>
                <a:spcPts val="0"/>
              </a:spcBef>
              <a:buNone/>
              <a:defRPr b="0" i="0" sz="1200" u="none" cap="none" strike="noStrike">
                <a:solidFill>
                  <a:srgbClr val="414141"/>
                </a:solidFill>
                <a:latin typeface="Corbel"/>
                <a:ea typeface="Corbel"/>
                <a:cs typeface="Corbel"/>
                <a:sym typeface="Corbel"/>
              </a:defRPr>
            </a:lvl3pPr>
            <a:lvl4pPr indent="0" lvl="3" marL="0" marR="0" rtl="0" algn="r">
              <a:spcBef>
                <a:spcPts val="0"/>
              </a:spcBef>
              <a:buNone/>
              <a:defRPr b="0" i="0" sz="1200" u="none" cap="none" strike="noStrike">
                <a:solidFill>
                  <a:srgbClr val="414141"/>
                </a:solidFill>
                <a:latin typeface="Corbel"/>
                <a:ea typeface="Corbel"/>
                <a:cs typeface="Corbel"/>
                <a:sym typeface="Corbel"/>
              </a:defRPr>
            </a:lvl4pPr>
            <a:lvl5pPr indent="0" lvl="4" marL="0" marR="0" rtl="0" algn="r">
              <a:spcBef>
                <a:spcPts val="0"/>
              </a:spcBef>
              <a:buNone/>
              <a:defRPr b="0" i="0" sz="1200" u="none" cap="none" strike="noStrike">
                <a:solidFill>
                  <a:srgbClr val="414141"/>
                </a:solidFill>
                <a:latin typeface="Corbel"/>
                <a:ea typeface="Corbel"/>
                <a:cs typeface="Corbel"/>
                <a:sym typeface="Corbel"/>
              </a:defRPr>
            </a:lvl5pPr>
            <a:lvl6pPr indent="0" lvl="5" marL="0" marR="0" rtl="0" algn="r">
              <a:spcBef>
                <a:spcPts val="0"/>
              </a:spcBef>
              <a:buNone/>
              <a:defRPr b="0" i="0" sz="1200" u="none" cap="none" strike="noStrike">
                <a:solidFill>
                  <a:srgbClr val="414141"/>
                </a:solidFill>
                <a:latin typeface="Corbel"/>
                <a:ea typeface="Corbel"/>
                <a:cs typeface="Corbel"/>
                <a:sym typeface="Corbel"/>
              </a:defRPr>
            </a:lvl6pPr>
            <a:lvl7pPr indent="0" lvl="6" marL="0" marR="0" rtl="0" algn="r">
              <a:spcBef>
                <a:spcPts val="0"/>
              </a:spcBef>
              <a:buNone/>
              <a:defRPr b="0" i="0" sz="1200" u="none" cap="none" strike="noStrike">
                <a:solidFill>
                  <a:srgbClr val="414141"/>
                </a:solidFill>
                <a:latin typeface="Corbel"/>
                <a:ea typeface="Corbel"/>
                <a:cs typeface="Corbel"/>
                <a:sym typeface="Corbel"/>
              </a:defRPr>
            </a:lvl7pPr>
            <a:lvl8pPr indent="0" lvl="7" marL="0" marR="0" rtl="0" algn="r">
              <a:spcBef>
                <a:spcPts val="0"/>
              </a:spcBef>
              <a:buNone/>
              <a:defRPr b="0" i="0" sz="1200" u="none" cap="none" strike="noStrike">
                <a:solidFill>
                  <a:srgbClr val="414141"/>
                </a:solidFill>
                <a:latin typeface="Corbel"/>
                <a:ea typeface="Corbel"/>
                <a:cs typeface="Corbel"/>
                <a:sym typeface="Corbel"/>
              </a:defRPr>
            </a:lvl8pPr>
            <a:lvl9pPr indent="0" lvl="8" marL="0" marR="0" rtl="0" algn="r">
              <a:spcBef>
                <a:spcPts val="0"/>
              </a:spcBef>
              <a:buNone/>
              <a:defRPr b="0" i="0" sz="1200" u="none" cap="none" strike="noStrike">
                <a:solidFill>
                  <a:srgbClr val="41414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6" name="Shape 96"/>
        <p:cNvGrpSpPr/>
        <p:nvPr/>
      </p:nvGrpSpPr>
      <p:grpSpPr>
        <a:xfrm>
          <a:off x="0" y="0"/>
          <a:ext cx="0" cy="0"/>
          <a:chOff x="0" y="0"/>
          <a:chExt cx="0" cy="0"/>
        </a:xfrm>
      </p:grpSpPr>
      <p:sp>
        <p:nvSpPr>
          <p:cNvPr id="97" name="Google Shape;97;p13"/>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8" name="Google Shape;9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91160" lvl="0" marL="457200" rtl="0">
              <a:spcBef>
                <a:spcPts val="0"/>
              </a:spcBef>
              <a:spcAft>
                <a:spcPts val="0"/>
              </a:spcAft>
              <a:buSzPts val="2560"/>
              <a:buChar char="◼"/>
              <a:defRPr/>
            </a:lvl1pPr>
            <a:lvl2pPr indent="-388619" lvl="1" marL="914400" rtl="0">
              <a:spcBef>
                <a:spcPts val="560"/>
              </a:spcBef>
              <a:spcAft>
                <a:spcPts val="0"/>
              </a:spcAft>
              <a:buSzPts val="2520"/>
              <a:buChar char="▪"/>
              <a:defRPr/>
            </a:lvl2pPr>
            <a:lvl3pPr indent="-381000" lvl="2" marL="1371600" rtl="0">
              <a:spcBef>
                <a:spcPts val="480"/>
              </a:spcBef>
              <a:spcAft>
                <a:spcPts val="0"/>
              </a:spcAft>
              <a:buSzPts val="2400"/>
              <a:buChar char="▪"/>
              <a:defRPr/>
            </a:lvl3pPr>
            <a:lvl4pPr indent="-355600" lvl="3" marL="1828800" rtl="0">
              <a:spcBef>
                <a:spcPts val="400"/>
              </a:spcBef>
              <a:spcAft>
                <a:spcPts val="0"/>
              </a:spcAft>
              <a:buSzPts val="2000"/>
              <a:buChar char="▪"/>
              <a:defRPr/>
            </a:lvl4pPr>
            <a:lvl5pPr indent="-355600" lvl="4" marL="2286000" rtl="0">
              <a:spcBef>
                <a:spcPts val="400"/>
              </a:spcBef>
              <a:spcAft>
                <a:spcPts val="0"/>
              </a:spcAft>
              <a:buSzPts val="2000"/>
              <a:buChar char="•"/>
              <a:defRPr/>
            </a:lvl5pPr>
            <a:lvl6pPr indent="-355600" lvl="5" marL="2743200" rtl="0">
              <a:spcBef>
                <a:spcPts val="400"/>
              </a:spcBef>
              <a:spcAft>
                <a:spcPts val="0"/>
              </a:spcAft>
              <a:buSzPts val="2000"/>
              <a:buChar char="⚫"/>
              <a:defRPr/>
            </a:lvl6pPr>
            <a:lvl7pPr indent="-342900" lvl="6" marL="3200400" rtl="0">
              <a:spcBef>
                <a:spcPts val="360"/>
              </a:spcBef>
              <a:spcAft>
                <a:spcPts val="0"/>
              </a:spcAft>
              <a:buSzPts val="1800"/>
              <a:buChar char="⚫"/>
              <a:defRPr/>
            </a:lvl7pPr>
            <a:lvl8pPr indent="-342900" lvl="7" marL="3657600" rtl="0">
              <a:spcBef>
                <a:spcPts val="360"/>
              </a:spcBef>
              <a:spcAft>
                <a:spcPts val="0"/>
              </a:spcAft>
              <a:buSzPts val="1800"/>
              <a:buChar char="⚫"/>
              <a:defRPr/>
            </a:lvl8pPr>
            <a:lvl9pPr indent="-342900" lvl="8" marL="4114800" rtl="0">
              <a:spcBef>
                <a:spcPts val="360"/>
              </a:spcBef>
              <a:spcAft>
                <a:spcPts val="0"/>
              </a:spcAft>
              <a:buSzPts val="1800"/>
              <a:buChar char="⚫"/>
              <a:defRPr/>
            </a:lvl9pPr>
          </a:lstStyle>
          <a:p/>
        </p:txBody>
      </p:sp>
      <p:sp>
        <p:nvSpPr>
          <p:cNvPr id="99" name="Google Shape;99;p13"/>
          <p:cNvSpPr txBox="1"/>
          <p:nvPr>
            <p:ph idx="12" type="sldNum"/>
          </p:nvPr>
        </p:nvSpPr>
        <p:spPr>
          <a:xfrm>
            <a:off x="8472458" y="4663217"/>
            <a:ext cx="548700" cy="393600"/>
          </a:xfrm>
          <a:prstGeom prst="rect">
            <a:avLst/>
          </a:prstGeom>
        </p:spPr>
        <p:txBody>
          <a:bodyPr anchorCtr="0" anchor="b" bIns="0" lIns="91425" spcFirstLastPara="1" rIns="91425" wrap="square" tIns="4570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4" name="Shape 104"/>
        <p:cNvGrpSpPr/>
        <p:nvPr/>
      </p:nvGrpSpPr>
      <p:grpSpPr>
        <a:xfrm>
          <a:off x="0" y="0"/>
          <a:ext cx="0" cy="0"/>
          <a:chOff x="0" y="0"/>
          <a:chExt cx="0" cy="0"/>
        </a:xfrm>
      </p:grpSpPr>
      <p:sp>
        <p:nvSpPr>
          <p:cNvPr id="105" name="Google Shape;10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6" name="Google Shape;10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7" name="Google Shape;10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8" name="Shape 108"/>
        <p:cNvGrpSpPr/>
        <p:nvPr/>
      </p:nvGrpSpPr>
      <p:grpSpPr>
        <a:xfrm>
          <a:off x="0" y="0"/>
          <a:ext cx="0" cy="0"/>
          <a:chOff x="0" y="0"/>
          <a:chExt cx="0" cy="0"/>
        </a:xfrm>
      </p:grpSpPr>
      <p:sp>
        <p:nvSpPr>
          <p:cNvPr id="109" name="Google Shape;109;p1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10" name="Google Shape;110;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1" name="Shape 111"/>
        <p:cNvGrpSpPr/>
        <p:nvPr/>
      </p:nvGrpSpPr>
      <p:grpSpPr>
        <a:xfrm>
          <a:off x="0" y="0"/>
          <a:ext cx="0" cy="0"/>
          <a:chOff x="0" y="0"/>
          <a:chExt cx="0" cy="0"/>
        </a:xfrm>
      </p:grpSpPr>
      <p:sp>
        <p:nvSpPr>
          <p:cNvPr id="112" name="Google Shape;112;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3" name="Google Shape;113;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14" name="Google Shape;114;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5" name="Shape 115"/>
        <p:cNvGrpSpPr/>
        <p:nvPr/>
      </p:nvGrpSpPr>
      <p:grpSpPr>
        <a:xfrm>
          <a:off x="0" y="0"/>
          <a:ext cx="0" cy="0"/>
          <a:chOff x="0" y="0"/>
          <a:chExt cx="0" cy="0"/>
        </a:xfrm>
      </p:grpSpPr>
      <p:sp>
        <p:nvSpPr>
          <p:cNvPr id="116" name="Google Shape;116;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7" name="Google Shape;117;p1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18" name="Google Shape;118;p18"/>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19" name="Google Shape;11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0" name="Shape 120"/>
        <p:cNvGrpSpPr/>
        <p:nvPr/>
      </p:nvGrpSpPr>
      <p:grpSpPr>
        <a:xfrm>
          <a:off x="0" y="0"/>
          <a:ext cx="0" cy="0"/>
          <a:chOff x="0" y="0"/>
          <a:chExt cx="0" cy="0"/>
        </a:xfrm>
      </p:grpSpPr>
      <p:sp>
        <p:nvSpPr>
          <p:cNvPr id="121" name="Google Shape;121;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2" name="Google Shape;122;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3" name="Shape 123"/>
        <p:cNvGrpSpPr/>
        <p:nvPr/>
      </p:nvGrpSpPr>
      <p:grpSpPr>
        <a:xfrm>
          <a:off x="0" y="0"/>
          <a:ext cx="0" cy="0"/>
          <a:chOff x="0" y="0"/>
          <a:chExt cx="0" cy="0"/>
        </a:xfrm>
      </p:grpSpPr>
      <p:sp>
        <p:nvSpPr>
          <p:cNvPr id="124" name="Google Shape;124;p2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25" name="Google Shape;125;p2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26" name="Google Shape;12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7" name="Shape 127"/>
        <p:cNvGrpSpPr/>
        <p:nvPr/>
      </p:nvGrpSpPr>
      <p:grpSpPr>
        <a:xfrm>
          <a:off x="0" y="0"/>
          <a:ext cx="0" cy="0"/>
          <a:chOff x="0" y="0"/>
          <a:chExt cx="0" cy="0"/>
        </a:xfrm>
      </p:grpSpPr>
      <p:sp>
        <p:nvSpPr>
          <p:cNvPr id="128" name="Google Shape;128;p21"/>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29" name="Google Shape;129;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0" name="Shape 130"/>
        <p:cNvGrpSpPr/>
        <p:nvPr/>
      </p:nvGrpSpPr>
      <p:grpSpPr>
        <a:xfrm>
          <a:off x="0" y="0"/>
          <a:ext cx="0" cy="0"/>
          <a:chOff x="0" y="0"/>
          <a:chExt cx="0" cy="0"/>
        </a:xfrm>
      </p:grpSpPr>
      <p:sp>
        <p:nvSpPr>
          <p:cNvPr id="131" name="Google Shape;131;p2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2"/>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33" name="Google Shape;133;p22"/>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34" name="Google Shape;134;p22"/>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35" name="Google Shape;135;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6" name="Shape 136"/>
        <p:cNvGrpSpPr/>
        <p:nvPr/>
      </p:nvGrpSpPr>
      <p:grpSpPr>
        <a:xfrm>
          <a:off x="0" y="0"/>
          <a:ext cx="0" cy="0"/>
          <a:chOff x="0" y="0"/>
          <a:chExt cx="0" cy="0"/>
        </a:xfrm>
      </p:grpSpPr>
      <p:sp>
        <p:nvSpPr>
          <p:cNvPr id="137" name="Google Shape;137;p23"/>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138" name="Google Shape;138;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9" name="Shape 139"/>
        <p:cNvGrpSpPr/>
        <p:nvPr/>
      </p:nvGrpSpPr>
      <p:grpSpPr>
        <a:xfrm>
          <a:off x="0" y="0"/>
          <a:ext cx="0" cy="0"/>
          <a:chOff x="0" y="0"/>
          <a:chExt cx="0" cy="0"/>
        </a:xfrm>
      </p:grpSpPr>
      <p:sp>
        <p:nvSpPr>
          <p:cNvPr id="140" name="Google Shape;140;p2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41" name="Google Shape;141;p24"/>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42" name="Google Shape;142;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3" name="Shape 143"/>
        <p:cNvGrpSpPr/>
        <p:nvPr/>
      </p:nvGrpSpPr>
      <p:grpSpPr>
        <a:xfrm>
          <a:off x="0" y="0"/>
          <a:ext cx="0" cy="0"/>
          <a:chOff x="0" y="0"/>
          <a:chExt cx="0" cy="0"/>
        </a:xfrm>
      </p:grpSpPr>
      <p:sp>
        <p:nvSpPr>
          <p:cNvPr id="144" name="Google Shape;144;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1.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1076873"/>
            <a:ext cx="9144000" cy="34500"/>
          </a:xfrm>
          <a:prstGeom prst="rect">
            <a:avLst/>
          </a:prstGeom>
          <a:solidFill>
            <a:srgbClr val="FFFFFF"/>
          </a:solidFill>
          <a:ln>
            <a:noFill/>
          </a:ln>
          <a:effectLst>
            <a:outerShdw blurRad="31750" rotWithShape="0" algn="tl" dir="5400000" dist="10160">
              <a:srgbClr val="000000">
                <a:alpha val="60000"/>
              </a:srgbClr>
            </a:outerShdw>
          </a:effectLst>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11" name="Google Shape;11;p1"/>
          <p:cNvSpPr/>
          <p:nvPr/>
        </p:nvSpPr>
        <p:spPr>
          <a:xfrm>
            <a:off x="0" y="0"/>
            <a:ext cx="9144000" cy="10758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93000"/>
              </a:lnSpc>
              <a:spcBef>
                <a:spcPts val="0"/>
              </a:spcBef>
              <a:spcAft>
                <a:spcPts val="0"/>
              </a:spcAft>
              <a:buClr>
                <a:srgbClr val="000000"/>
              </a:buClr>
              <a:buFont typeface="Times New Roman"/>
              <a:buNone/>
            </a:pPr>
            <a:r>
              <a:t/>
            </a:r>
            <a:endParaRPr b="0" i="0" sz="2200" u="none" cap="none" strike="noStrike">
              <a:solidFill>
                <a:srgbClr val="FFFFFF"/>
              </a:solidFill>
              <a:latin typeface="Corbel"/>
              <a:ea typeface="Corbel"/>
              <a:cs typeface="Corbel"/>
              <a:sym typeface="Corbel"/>
            </a:endParaRPr>
          </a:p>
        </p:txBody>
      </p:sp>
      <p:sp>
        <p:nvSpPr>
          <p:cNvPr id="12" name="Google Shape;12;p1"/>
          <p:cNvSpPr txBox="1"/>
          <p:nvPr>
            <p:ph type="title"/>
          </p:nvPr>
        </p:nvSpPr>
        <p:spPr>
          <a:xfrm>
            <a:off x="456480" y="114492"/>
            <a:ext cx="8231100" cy="9387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indent="0" lvl="1"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indent="0" lvl="2"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indent="0" lvl="3"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indent="0" lvl="4" mar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indent="-8325" lvl="5" marL="41472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indent="-3951" lvl="6" marL="82945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indent="-12278" lvl="7" marL="124417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indent="-7903" lvl="8" marL="165890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13" name="Google Shape;13;p1"/>
          <p:cNvSpPr txBox="1"/>
          <p:nvPr>
            <p:ph idx="1" type="body"/>
          </p:nvPr>
        </p:nvSpPr>
        <p:spPr>
          <a:xfrm>
            <a:off x="456480" y="1331780"/>
            <a:ext cx="8231100" cy="3469200"/>
          </a:xfrm>
          <a:prstGeom prst="rect">
            <a:avLst/>
          </a:prstGeom>
          <a:noFill/>
          <a:ln>
            <a:noFill/>
          </a:ln>
        </p:spPr>
        <p:txBody>
          <a:bodyPr anchorCtr="0" anchor="t" bIns="91425" lIns="91425"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19"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14" name="Google Shape;14;p1"/>
          <p:cNvSpPr txBox="1"/>
          <p:nvPr>
            <p:ph idx="10" type="dt"/>
          </p:nvPr>
        </p:nvSpPr>
        <p:spPr>
          <a:xfrm>
            <a:off x="456481" y="4857271"/>
            <a:ext cx="21342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5" name="Google Shape;15;p1"/>
          <p:cNvSpPr txBox="1"/>
          <p:nvPr>
            <p:ph idx="11" type="ftr"/>
          </p:nvPr>
        </p:nvSpPr>
        <p:spPr>
          <a:xfrm>
            <a:off x="2640960" y="4857271"/>
            <a:ext cx="5508000" cy="206400"/>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414141"/>
                </a:solidFill>
                <a:latin typeface="Corbel"/>
                <a:ea typeface="Corbel"/>
                <a:cs typeface="Corbel"/>
                <a:sym typeface="Corbel"/>
              </a:defRPr>
            </a:lvl1pPr>
            <a:lvl2pPr indent="0" lvl="1" marL="457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indent="0" lvl="2" marL="914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indent="0" lvl="3" marL="1371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indent="0" lvl="4" marL="18288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indent="0" lvl="5" marL="22860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indent="0" lvl="6" marL="27432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indent="0" lvl="7" marL="32004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indent="0" lvl="8" marL="3657600"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6" name="Google Shape;16;p1"/>
          <p:cNvSpPr txBox="1"/>
          <p:nvPr>
            <p:ph idx="12" type="sldNum"/>
          </p:nvPr>
        </p:nvSpPr>
        <p:spPr>
          <a:xfrm>
            <a:off x="8203681" y="4857271"/>
            <a:ext cx="734400" cy="206400"/>
          </a:xfrm>
          <a:prstGeom prst="rect">
            <a:avLst/>
          </a:prstGeom>
          <a:noFill/>
          <a:ln>
            <a:noFill/>
          </a:ln>
        </p:spPr>
        <p:txBody>
          <a:bodyPr anchorCtr="0" anchor="b" bIns="0" lIns="91425" spcFirstLastPara="1" rIns="91425" wrap="square" tIns="45700">
            <a:noAutofit/>
          </a:bodyPr>
          <a:lstStyle>
            <a:lvl1pPr indent="0" lvl="0"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1pPr>
            <a:lvl2pPr indent="0" lvl="1"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2pPr>
            <a:lvl3pPr indent="0" lvl="2"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3pPr>
            <a:lvl4pPr indent="0" lvl="3"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4pPr>
            <a:lvl5pPr indent="0" lvl="4"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5pPr>
            <a:lvl6pPr indent="0" lvl="5"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6pPr>
            <a:lvl7pPr indent="0" lvl="6"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7pPr>
            <a:lvl8pPr indent="0" lvl="7"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8pPr>
            <a:lvl9pPr indent="0" lvl="8" marL="0" marR="0" rtl="0" algn="r">
              <a:lnSpc>
                <a:spcPct val="93000"/>
              </a:lnSpc>
              <a:spcBef>
                <a:spcPts val="0"/>
              </a:spcBef>
              <a:spcAft>
                <a:spcPts val="0"/>
              </a:spcAft>
              <a:buClr>
                <a:srgbClr val="000000"/>
              </a:buClr>
              <a:buFont typeface="Times New Roman"/>
              <a:buNone/>
              <a:defRPr b="0" i="0" sz="1200" u="none" cap="none" strike="noStrike">
                <a:solidFill>
                  <a:srgbClr val="41414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00" name="Shape 100"/>
        <p:cNvGrpSpPr/>
        <p:nvPr/>
      </p:nvGrpSpPr>
      <p:grpSpPr>
        <a:xfrm>
          <a:off x="0" y="0"/>
          <a:ext cx="0" cy="0"/>
          <a:chOff x="0" y="0"/>
          <a:chExt cx="0" cy="0"/>
        </a:xfrm>
      </p:grpSpPr>
      <p:sp>
        <p:nvSpPr>
          <p:cNvPr id="101" name="Google Shape;101;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02" name="Google Shape;102;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103" name="Google Shape;103;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slide" Target="/ppt/slides/slide7.xml"/><Relationship Id="rId4" Type="http://schemas.openxmlformats.org/officeDocument/2006/relationships/slide" Target="/ppt/slides/slide13.xml"/><Relationship Id="rId5" Type="http://schemas.openxmlformats.org/officeDocument/2006/relationships/slide" Target="/ppt/slides/slide27.xml"/><Relationship Id="rId6" Type="http://schemas.openxmlformats.org/officeDocument/2006/relationships/slide" Target="/ppt/slides/slide3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hyperlink" Target="http://www.youtube.com/watch?v=Aq5ydeWWr4A" TargetMode="External"/><Relationship Id="rId4"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hyperlink" Target="http://www.youtube.com/watch?v=UOmrqGqNwc4" TargetMode="External"/><Relationship Id="rId4"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hyperlink" Target="http://www.youtube.com/watch?v=NXWUgDIzApg" TargetMode="External"/><Relationship Id="rId5" Type="http://schemas.openxmlformats.org/officeDocument/2006/relationships/image" Target="../media/image3.jpg"/><Relationship Id="rId6"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hyperlink" Target="http://www.youtube.com/watch?v=JGkmGQ89_SE" TargetMode="External"/><Relationship Id="rId5" Type="http://schemas.openxmlformats.org/officeDocument/2006/relationships/image" Target="../media/image1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1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1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5.png"/><Relationship Id="rId4" Type="http://schemas.openxmlformats.org/officeDocument/2006/relationships/hyperlink" Target="http://www.youtube.com/watch?v=0cPFx0wFuVs" TargetMode="External"/><Relationship Id="rId5" Type="http://schemas.openxmlformats.org/officeDocument/2006/relationships/image" Target="../media/image1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hyperlink" Target="http://www.youtube.com/watch?v=ihR9SX7dgRo" TargetMode="External"/><Relationship Id="rId4" Type="http://schemas.openxmlformats.org/officeDocument/2006/relationships/image" Target="../media/image1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A86E8"/>
        </a:solidFill>
      </p:bgPr>
    </p:bg>
    <p:spTree>
      <p:nvGrpSpPr>
        <p:cNvPr id="148" name="Shape 148"/>
        <p:cNvGrpSpPr/>
        <p:nvPr/>
      </p:nvGrpSpPr>
      <p:grpSpPr>
        <a:xfrm>
          <a:off x="0" y="0"/>
          <a:ext cx="0" cy="0"/>
          <a:chOff x="0" y="0"/>
          <a:chExt cx="0" cy="0"/>
        </a:xfrm>
      </p:grpSpPr>
      <p:sp>
        <p:nvSpPr>
          <p:cNvPr id="149" name="Google Shape;149;p26"/>
          <p:cNvSpPr txBox="1"/>
          <p:nvPr>
            <p:ph type="ctrTitle"/>
          </p:nvPr>
        </p:nvSpPr>
        <p:spPr>
          <a:xfrm>
            <a:off x="311700" y="270475"/>
            <a:ext cx="8520600" cy="1771200"/>
          </a:xfrm>
          <a:prstGeom prst="rect">
            <a:avLst/>
          </a:prstGeom>
          <a:solidFill>
            <a:srgbClr val="FFF2CC"/>
          </a:solidFill>
        </p:spPr>
        <p:txBody>
          <a:bodyPr anchorCtr="0" anchor="b" bIns="91425" lIns="91425" spcFirstLastPara="1" rIns="91425" wrap="square" tIns="91425">
            <a:noAutofit/>
          </a:bodyPr>
          <a:lstStyle/>
          <a:p>
            <a:pPr indent="0" lvl="0" marL="0" rtl="0" algn="ctr">
              <a:spcBef>
                <a:spcPts val="0"/>
              </a:spcBef>
              <a:spcAft>
                <a:spcPts val="0"/>
              </a:spcAft>
              <a:buNone/>
            </a:pPr>
            <a:r>
              <a:rPr lang="en-GB" sz="4800"/>
              <a:t>ONE PERSON IN GROUP-&gt; CLICK USE TEMPLATE</a:t>
            </a:r>
            <a:endParaRPr sz="4800"/>
          </a:p>
        </p:txBody>
      </p:sp>
      <p:sp>
        <p:nvSpPr>
          <p:cNvPr id="150" name="Google Shape;150;p26"/>
          <p:cNvSpPr txBox="1"/>
          <p:nvPr>
            <p:ph idx="1" type="subTitle"/>
          </p:nvPr>
        </p:nvSpPr>
        <p:spPr>
          <a:xfrm>
            <a:off x="78525" y="2238000"/>
            <a:ext cx="8886600" cy="2682900"/>
          </a:xfrm>
          <a:prstGeom prst="rect">
            <a:avLst/>
          </a:prstGeom>
          <a:solidFill>
            <a:srgbClr val="FFFFFF"/>
          </a:solidFill>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FF00FF"/>
                </a:solidFill>
              </a:rPr>
              <a:t>WHEN THE COPIED TEMPLATE OF THESE SLIDES OPENS IN A NEW TAB:</a:t>
            </a:r>
            <a:endParaRPr sz="2000">
              <a:solidFill>
                <a:srgbClr val="FF00FF"/>
              </a:solidFill>
            </a:endParaRPr>
          </a:p>
          <a:p>
            <a:pPr indent="-355600" lvl="0" marL="457200" rtl="0" algn="l">
              <a:spcBef>
                <a:spcPts val="0"/>
              </a:spcBef>
              <a:spcAft>
                <a:spcPts val="0"/>
              </a:spcAft>
              <a:buClr>
                <a:srgbClr val="FF00FF"/>
              </a:buClr>
              <a:buSzPts val="2000"/>
              <a:buChar char="●"/>
            </a:pPr>
            <a:r>
              <a:rPr lang="en-GB" sz="2000">
                <a:solidFill>
                  <a:srgbClr val="FF00FF"/>
                </a:solidFill>
              </a:rPr>
              <a:t>ADD YOUR Group NAME TO THE TITLE </a:t>
            </a:r>
            <a:endParaRPr sz="2000">
              <a:solidFill>
                <a:srgbClr val="FF00FF"/>
              </a:solidFill>
            </a:endParaRPr>
          </a:p>
          <a:p>
            <a:pPr indent="-355600" lvl="0" marL="457200" rtl="0" algn="l">
              <a:spcBef>
                <a:spcPts val="0"/>
              </a:spcBef>
              <a:spcAft>
                <a:spcPts val="0"/>
              </a:spcAft>
              <a:buClr>
                <a:srgbClr val="FF00FF"/>
              </a:buClr>
              <a:buSzPts val="2000"/>
              <a:buChar char="●"/>
            </a:pPr>
            <a:r>
              <a:rPr lang="en-GB" sz="2000">
                <a:solidFill>
                  <a:srgbClr val="FF00FF"/>
                </a:solidFill>
              </a:rPr>
              <a:t>SHARE WITH GROUP MEMBERS (USE SHARE BUTTON)</a:t>
            </a:r>
            <a:endParaRPr sz="2000">
              <a:solidFill>
                <a:srgbClr val="FF00FF"/>
              </a:solidFill>
            </a:endParaRPr>
          </a:p>
          <a:p>
            <a:pPr indent="-355600" lvl="0" marL="457200" rtl="0" algn="l">
              <a:spcBef>
                <a:spcPts val="0"/>
              </a:spcBef>
              <a:spcAft>
                <a:spcPts val="0"/>
              </a:spcAft>
              <a:buClr>
                <a:srgbClr val="FF00FF"/>
              </a:buClr>
              <a:buSzPts val="2000"/>
              <a:buChar char="●"/>
            </a:pPr>
            <a:r>
              <a:rPr lang="en-GB" sz="2000">
                <a:solidFill>
                  <a:srgbClr val="FF00FF"/>
                </a:solidFill>
              </a:rPr>
              <a:t>COPY THE TITLE AND LINK TO YOUR RECORDS (Digital folder/table of contents)</a:t>
            </a:r>
            <a:endParaRPr sz="2000">
              <a:solidFill>
                <a:srgbClr val="FF00FF"/>
              </a:solidFill>
            </a:endParaRPr>
          </a:p>
          <a:p>
            <a:pPr indent="-342900" lvl="0" marL="457200" rtl="0" algn="l">
              <a:spcBef>
                <a:spcPts val="0"/>
              </a:spcBef>
              <a:spcAft>
                <a:spcPts val="0"/>
              </a:spcAft>
              <a:buClr>
                <a:srgbClr val="00ACC3"/>
              </a:buClr>
              <a:buSzPts val="1800"/>
              <a:buChar char="●"/>
            </a:pPr>
            <a:r>
              <a:rPr lang="en-GB" sz="1800">
                <a:solidFill>
                  <a:srgbClr val="00ACC3"/>
                </a:solidFill>
              </a:rPr>
              <a:t>Remember it is advisable to make a PERSONAL copy and link it when DONE</a:t>
            </a:r>
            <a:endParaRPr sz="1800">
              <a:solidFill>
                <a:srgbClr val="00ACC3"/>
              </a:solidFill>
            </a:endParaRPr>
          </a:p>
        </p:txBody>
      </p:sp>
      <p:cxnSp>
        <p:nvCxnSpPr>
          <p:cNvPr id="151" name="Google Shape;151;p26"/>
          <p:cNvCxnSpPr/>
          <p:nvPr/>
        </p:nvCxnSpPr>
        <p:spPr>
          <a:xfrm flipH="1" rot="10800000">
            <a:off x="8310750" y="475525"/>
            <a:ext cx="693600" cy="1361100"/>
          </a:xfrm>
          <a:prstGeom prst="straightConnector1">
            <a:avLst/>
          </a:prstGeom>
          <a:noFill/>
          <a:ln cap="flat" cmpd="sng" w="152400">
            <a:solidFill>
              <a:srgbClr val="00FFFF"/>
            </a:solidFill>
            <a:prstDash val="solid"/>
            <a:round/>
            <a:headEnd len="med" w="med" type="none"/>
            <a:tailEnd len="med" w="med" type="triangl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ph type="ctrTitle"/>
          </p:nvPr>
        </p:nvSpPr>
        <p:spPr>
          <a:xfrm>
            <a:off x="711650" y="1857787"/>
            <a:ext cx="8077200" cy="1254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Introduction to Solutions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ESSENTIAL QUESTIONS</a:t>
            </a:r>
            <a:endParaRPr/>
          </a:p>
        </p:txBody>
      </p:sp>
      <p:sp>
        <p:nvSpPr>
          <p:cNvPr id="164" name="Google Shape;164;p28"/>
          <p:cNvSpPr txBox="1"/>
          <p:nvPr>
            <p:ph idx="1" type="body"/>
          </p:nvPr>
        </p:nvSpPr>
        <p:spPr>
          <a:xfrm>
            <a:off x="456450" y="1173149"/>
            <a:ext cx="8231100" cy="402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2400">
                <a:solidFill>
                  <a:srgbClr val="FF0000"/>
                </a:solidFill>
                <a:latin typeface="Cabin"/>
                <a:ea typeface="Cabin"/>
                <a:cs typeface="Cabin"/>
                <a:sym typeface="Cabin"/>
              </a:rPr>
              <a:t>Remember, you should be able to thoroughly answer these AFTER learning through following resources.</a:t>
            </a:r>
            <a:endParaRPr b="1" sz="2400">
              <a:solidFill>
                <a:srgbClr val="FF0000"/>
              </a:solidFill>
              <a:latin typeface="Cabin"/>
              <a:ea typeface="Cabin"/>
              <a:cs typeface="Cabin"/>
              <a:sym typeface="Cabin"/>
            </a:endParaRPr>
          </a:p>
          <a:p>
            <a:pPr indent="0" lvl="0" marL="0" rtl="0" algn="l">
              <a:spcBef>
                <a:spcPts val="0"/>
              </a:spcBef>
              <a:spcAft>
                <a:spcPts val="0"/>
              </a:spcAft>
              <a:buClr>
                <a:schemeClr val="dk1"/>
              </a:buClr>
              <a:buSzPts val="1100"/>
              <a:buFont typeface="Arial"/>
              <a:buNone/>
            </a:pPr>
            <a:r>
              <a:t/>
            </a:r>
            <a:endParaRPr b="1" sz="2400">
              <a:solidFill>
                <a:srgbClr val="434343"/>
              </a:solidFill>
              <a:latin typeface="Cabin"/>
              <a:ea typeface="Cabin"/>
              <a:cs typeface="Cabin"/>
              <a:sym typeface="Cabin"/>
            </a:endParaRPr>
          </a:p>
          <a:p>
            <a:pPr indent="-381000" lvl="0" marL="457200" rtl="0" algn="l">
              <a:spcBef>
                <a:spcPts val="0"/>
              </a:spcBef>
              <a:spcAft>
                <a:spcPts val="0"/>
              </a:spcAft>
              <a:buClr>
                <a:srgbClr val="434343"/>
              </a:buClr>
              <a:buSzPts val="2400"/>
              <a:buFont typeface="Cabin"/>
              <a:buChar char="◼"/>
            </a:pPr>
            <a:r>
              <a:rPr b="1" lang="en-GB" sz="2400">
                <a:solidFill>
                  <a:srgbClr val="434343"/>
                </a:solidFill>
                <a:latin typeface="Cabin"/>
                <a:ea typeface="Cabin"/>
                <a:cs typeface="Cabin"/>
                <a:sym typeface="Cabin"/>
              </a:rPr>
              <a:t>What properties could solutes have that allows them to dissolve in solvents?</a:t>
            </a:r>
            <a:endParaRPr b="1" sz="2400">
              <a:solidFill>
                <a:srgbClr val="434343"/>
              </a:solidFill>
              <a:latin typeface="Cabin"/>
              <a:ea typeface="Cabin"/>
              <a:cs typeface="Cabin"/>
              <a:sym typeface="Cabin"/>
            </a:endParaRPr>
          </a:p>
          <a:p>
            <a:pPr indent="-381000" lvl="0" marL="457200" rtl="0" algn="l">
              <a:spcBef>
                <a:spcPts val="0"/>
              </a:spcBef>
              <a:spcAft>
                <a:spcPts val="0"/>
              </a:spcAft>
              <a:buClr>
                <a:srgbClr val="434343"/>
              </a:buClr>
              <a:buSzPts val="2400"/>
              <a:buFont typeface="Cabin"/>
              <a:buChar char="◼"/>
            </a:pPr>
            <a:r>
              <a:rPr b="1" lang="en-GB" sz="2400">
                <a:solidFill>
                  <a:srgbClr val="434343"/>
                </a:solidFill>
                <a:latin typeface="Cabin"/>
                <a:ea typeface="Cabin"/>
                <a:cs typeface="Cabin"/>
                <a:sym typeface="Cabin"/>
              </a:rPr>
              <a:t>What the different classes of solutions?</a:t>
            </a:r>
            <a:endParaRPr b="1" sz="2400">
              <a:solidFill>
                <a:srgbClr val="434343"/>
              </a:solidFill>
              <a:latin typeface="Cabin"/>
              <a:ea typeface="Cabin"/>
              <a:cs typeface="Cabin"/>
              <a:sym typeface="Cabin"/>
            </a:endParaRPr>
          </a:p>
          <a:p>
            <a:pPr indent="-381000" lvl="0" marL="457200" rtl="0" algn="l">
              <a:spcBef>
                <a:spcPts val="0"/>
              </a:spcBef>
              <a:spcAft>
                <a:spcPts val="0"/>
              </a:spcAft>
              <a:buClr>
                <a:srgbClr val="434343"/>
              </a:buClr>
              <a:buSzPts val="2400"/>
              <a:buFont typeface="Cabin"/>
              <a:buChar char="◼"/>
            </a:pPr>
            <a:r>
              <a:rPr b="1" lang="en-GB" sz="2400">
                <a:solidFill>
                  <a:srgbClr val="434343"/>
                </a:solidFill>
                <a:latin typeface="Cabin"/>
                <a:ea typeface="Cabin"/>
                <a:cs typeface="Cabin"/>
                <a:sym typeface="Cabin"/>
              </a:rPr>
              <a:t>What role does intermolecular forces play in solubility of a solute?</a:t>
            </a:r>
            <a:endParaRPr b="1" sz="2400">
              <a:solidFill>
                <a:srgbClr val="434343"/>
              </a:solidFill>
              <a:latin typeface="Cabin"/>
              <a:ea typeface="Cabin"/>
              <a:cs typeface="Cabin"/>
              <a:sym typeface="Cabin"/>
            </a:endParaRPr>
          </a:p>
          <a:p>
            <a:pPr indent="0" lvl="0" marL="457200" rtl="0" algn="l">
              <a:spcBef>
                <a:spcPts val="0"/>
              </a:spcBef>
              <a:spcAft>
                <a:spcPts val="0"/>
              </a:spcAft>
              <a:buNone/>
            </a:pPr>
            <a:r>
              <a:t/>
            </a:r>
            <a:endParaRPr b="1" sz="2400">
              <a:solidFill>
                <a:srgbClr val="434343"/>
              </a:solidFill>
              <a:latin typeface="Cabin"/>
              <a:ea typeface="Cabin"/>
              <a:cs typeface="Cabin"/>
              <a:sym typeface="Cabi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9"/>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Instructions</a:t>
            </a:r>
            <a:endParaRPr/>
          </a:p>
        </p:txBody>
      </p:sp>
      <p:sp>
        <p:nvSpPr>
          <p:cNvPr id="171" name="Google Shape;171;p29"/>
          <p:cNvSpPr txBox="1"/>
          <p:nvPr>
            <p:ph idx="1" type="body"/>
          </p:nvPr>
        </p:nvSpPr>
        <p:spPr>
          <a:xfrm>
            <a:off x="456450" y="1056174"/>
            <a:ext cx="8231100" cy="408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b="1" sz="1800">
              <a:solidFill>
                <a:srgbClr val="434343"/>
              </a:solidFill>
              <a:latin typeface="Cabin"/>
              <a:ea typeface="Cabin"/>
              <a:cs typeface="Cabin"/>
              <a:sym typeface="Cabin"/>
            </a:endParaRPr>
          </a:p>
          <a:p>
            <a:pPr indent="0" lvl="0" marL="0" rtl="0" algn="l">
              <a:spcBef>
                <a:spcPts val="0"/>
              </a:spcBef>
              <a:spcAft>
                <a:spcPts val="0"/>
              </a:spcAft>
              <a:buClr>
                <a:schemeClr val="dk1"/>
              </a:buClr>
              <a:buSzPts val="1100"/>
              <a:buFont typeface="Arial"/>
              <a:buNone/>
            </a:pPr>
            <a:r>
              <a:rPr b="1" lang="en-GB" sz="2400">
                <a:latin typeface="Questrial"/>
                <a:ea typeface="Questrial"/>
                <a:cs typeface="Questrial"/>
                <a:sym typeface="Questrial"/>
              </a:rPr>
              <a:t>Follow through the </a:t>
            </a:r>
            <a:r>
              <a:rPr b="1" lang="en-GB" sz="2400">
                <a:highlight>
                  <a:srgbClr val="FFFF00"/>
                </a:highlight>
                <a:latin typeface="Questrial"/>
                <a:ea typeface="Questrial"/>
                <a:cs typeface="Questrial"/>
                <a:sym typeface="Questrial"/>
              </a:rPr>
              <a:t>Engage to Apply </a:t>
            </a:r>
            <a:r>
              <a:rPr b="1" lang="en-GB" sz="2400">
                <a:latin typeface="Questrial"/>
                <a:ea typeface="Questrial"/>
                <a:cs typeface="Questrial"/>
                <a:sym typeface="Questrial"/>
              </a:rPr>
              <a:t>resources in order . </a:t>
            </a:r>
            <a:endParaRPr b="1" sz="2400">
              <a:latin typeface="Questrial"/>
              <a:ea typeface="Questrial"/>
              <a:cs typeface="Questrial"/>
              <a:sym typeface="Questrial"/>
            </a:endParaRPr>
          </a:p>
          <a:p>
            <a:pPr indent="-381000" lvl="0" marL="457200" rtl="0" algn="l">
              <a:lnSpc>
                <a:spcPct val="115000"/>
              </a:lnSpc>
              <a:spcBef>
                <a:spcPts val="0"/>
              </a:spcBef>
              <a:spcAft>
                <a:spcPts val="0"/>
              </a:spcAft>
              <a:buClr>
                <a:schemeClr val="dk1"/>
              </a:buClr>
              <a:buSzPts val="2400"/>
              <a:buFont typeface="Questrial"/>
              <a:buChar char="●"/>
            </a:pPr>
            <a:r>
              <a:rPr b="1" lang="en-GB" sz="2400">
                <a:latin typeface="Questrial"/>
                <a:ea typeface="Questrial"/>
                <a:cs typeface="Questrial"/>
                <a:sym typeface="Questrial"/>
              </a:rPr>
              <a:t>Once complete, choose from Extend resources as interested. </a:t>
            </a:r>
            <a:endParaRPr b="1" sz="2400">
              <a:latin typeface="Questrial"/>
              <a:ea typeface="Questrial"/>
              <a:cs typeface="Questrial"/>
              <a:sym typeface="Questrial"/>
            </a:endParaRPr>
          </a:p>
          <a:p>
            <a:pPr indent="-381000" lvl="0" marL="457200" rtl="0" algn="l">
              <a:lnSpc>
                <a:spcPct val="115000"/>
              </a:lnSpc>
              <a:spcBef>
                <a:spcPts val="0"/>
              </a:spcBef>
              <a:spcAft>
                <a:spcPts val="0"/>
              </a:spcAft>
              <a:buClr>
                <a:schemeClr val="dk1"/>
              </a:buClr>
              <a:buSzPts val="2400"/>
              <a:buFont typeface="Questrial"/>
              <a:buChar char="●"/>
            </a:pPr>
            <a:r>
              <a:rPr b="1" lang="en-GB" sz="2400">
                <a:latin typeface="Questrial"/>
                <a:ea typeface="Questrial"/>
                <a:cs typeface="Questrial"/>
                <a:sym typeface="Questrial"/>
              </a:rPr>
              <a:t>Record your learning in </a:t>
            </a:r>
            <a:r>
              <a:rPr b="1" lang="en-GB" sz="2400">
                <a:highlight>
                  <a:srgbClr val="FFFF00"/>
                </a:highlight>
                <a:latin typeface="Questrial"/>
                <a:ea typeface="Questrial"/>
                <a:cs typeface="Questrial"/>
                <a:sym typeface="Questrial"/>
              </a:rPr>
              <a:t>these slides- Remember to keep track of where to find these slides for studying!</a:t>
            </a:r>
            <a:endParaRPr b="1" sz="2400">
              <a:highlight>
                <a:srgbClr val="FFFF00"/>
              </a:highlight>
              <a:latin typeface="Questrial"/>
              <a:ea typeface="Questrial"/>
              <a:cs typeface="Questrial"/>
              <a:sym typeface="Questrial"/>
            </a:endParaRPr>
          </a:p>
          <a:p>
            <a:pPr indent="-381000" lvl="0" marL="457200" rtl="0" algn="l">
              <a:lnSpc>
                <a:spcPct val="115000"/>
              </a:lnSpc>
              <a:spcBef>
                <a:spcPts val="0"/>
              </a:spcBef>
              <a:spcAft>
                <a:spcPts val="0"/>
              </a:spcAft>
              <a:buClr>
                <a:schemeClr val="dk1"/>
              </a:buClr>
              <a:buSzPts val="2400"/>
              <a:buFont typeface="Questrial"/>
              <a:buChar char="●"/>
            </a:pPr>
            <a:r>
              <a:rPr b="1" lang="en-GB" sz="2400">
                <a:latin typeface="Questrial"/>
                <a:ea typeface="Questrial"/>
                <a:cs typeface="Questrial"/>
                <a:sym typeface="Questrial"/>
              </a:rPr>
              <a:t>Complete the  </a:t>
            </a:r>
            <a:r>
              <a:rPr b="1" lang="en-GB" sz="2400">
                <a:highlight>
                  <a:srgbClr val="FFFF00"/>
                </a:highlight>
                <a:latin typeface="Questrial"/>
                <a:ea typeface="Questrial"/>
                <a:cs typeface="Questrial"/>
                <a:sym typeface="Questrial"/>
              </a:rPr>
              <a:t>Essential Questions Response in the Apply Section</a:t>
            </a:r>
            <a:r>
              <a:rPr b="1" lang="en-GB" sz="2400">
                <a:latin typeface="Questrial"/>
                <a:ea typeface="Questrial"/>
                <a:cs typeface="Questrial"/>
                <a:sym typeface="Questrial"/>
              </a:rPr>
              <a:t>. </a:t>
            </a:r>
            <a:endParaRPr b="1" sz="2400">
              <a:latin typeface="Questrial"/>
              <a:ea typeface="Questrial"/>
              <a:cs typeface="Questrial"/>
              <a:sym typeface="Questrial"/>
            </a:endParaRPr>
          </a:p>
          <a:p>
            <a:pPr indent="-381000" lvl="0" marL="457200" rtl="0" algn="l">
              <a:lnSpc>
                <a:spcPct val="115000"/>
              </a:lnSpc>
              <a:spcBef>
                <a:spcPts val="0"/>
              </a:spcBef>
              <a:spcAft>
                <a:spcPts val="0"/>
              </a:spcAft>
              <a:buSzPts val="2400"/>
              <a:buFont typeface="Questrial"/>
              <a:buChar char="●"/>
            </a:pPr>
            <a:r>
              <a:rPr b="1" lang="en-GB" sz="2400">
                <a:latin typeface="Questrial"/>
                <a:ea typeface="Questrial"/>
                <a:cs typeface="Questrial"/>
                <a:sym typeface="Questrial"/>
              </a:rPr>
              <a:t>Try the Extend section and optional Apply practice as desired to deepen your understanding</a:t>
            </a:r>
            <a:endParaRPr b="1" sz="2400">
              <a:latin typeface="Questrial"/>
              <a:ea typeface="Questrial"/>
              <a:cs typeface="Questrial"/>
              <a:sym typeface="Quest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0"/>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Hyperdoc Elements</a:t>
            </a:r>
            <a:endParaRPr/>
          </a:p>
        </p:txBody>
      </p:sp>
      <p:sp>
        <p:nvSpPr>
          <p:cNvPr id="178" name="Google Shape;178;p30"/>
          <p:cNvSpPr txBox="1"/>
          <p:nvPr>
            <p:ph idx="1" type="body"/>
          </p:nvPr>
        </p:nvSpPr>
        <p:spPr>
          <a:xfrm>
            <a:off x="456480" y="1331780"/>
            <a:ext cx="8231100" cy="346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Click for quick access to:</a:t>
            </a:r>
            <a:endParaRPr/>
          </a:p>
          <a:p>
            <a:pPr indent="-391160" lvl="0" marL="457200" rtl="0" algn="l">
              <a:spcBef>
                <a:spcPts val="0"/>
              </a:spcBef>
              <a:spcAft>
                <a:spcPts val="0"/>
              </a:spcAft>
              <a:buSzPts val="2560"/>
              <a:buChar char="◼"/>
            </a:pPr>
            <a:r>
              <a:rPr lang="en-GB" u="sng">
                <a:solidFill>
                  <a:schemeClr val="hlink"/>
                </a:solidFill>
                <a:hlinkClick action="ppaction://hlinksldjump" r:id="rId3"/>
              </a:rPr>
              <a:t>Engage</a:t>
            </a:r>
            <a:endParaRPr/>
          </a:p>
          <a:p>
            <a:pPr indent="-391160" lvl="0" marL="457200" rtl="0" algn="l">
              <a:spcBef>
                <a:spcPts val="0"/>
              </a:spcBef>
              <a:spcAft>
                <a:spcPts val="0"/>
              </a:spcAft>
              <a:buSzPts val="2560"/>
              <a:buChar char="◼"/>
            </a:pPr>
            <a:r>
              <a:rPr lang="en-GB" u="sng">
                <a:solidFill>
                  <a:schemeClr val="hlink"/>
                </a:solidFill>
                <a:hlinkClick/>
              </a:rPr>
              <a:t>Explore</a:t>
            </a:r>
            <a:endParaRPr/>
          </a:p>
          <a:p>
            <a:pPr indent="-391160" lvl="0" marL="457200" rtl="0" algn="l">
              <a:spcBef>
                <a:spcPts val="0"/>
              </a:spcBef>
              <a:spcAft>
                <a:spcPts val="0"/>
              </a:spcAft>
              <a:buSzPts val="2560"/>
              <a:buChar char="◼"/>
            </a:pPr>
            <a:r>
              <a:rPr lang="en-GB" u="sng">
                <a:solidFill>
                  <a:schemeClr val="hlink"/>
                </a:solidFill>
                <a:hlinkClick action="ppaction://hlinksldjump" r:id="rId4"/>
              </a:rPr>
              <a:t>Explain</a:t>
            </a:r>
            <a:endParaRPr/>
          </a:p>
          <a:p>
            <a:pPr indent="-391160" lvl="0" marL="457200" rtl="0" algn="l">
              <a:spcBef>
                <a:spcPts val="0"/>
              </a:spcBef>
              <a:spcAft>
                <a:spcPts val="0"/>
              </a:spcAft>
              <a:buSzPts val="2560"/>
              <a:buChar char="◼"/>
            </a:pPr>
            <a:r>
              <a:rPr lang="en-GB" u="sng">
                <a:solidFill>
                  <a:schemeClr val="hlink"/>
                </a:solidFill>
                <a:hlinkClick action="ppaction://hlinksldjump" r:id="rId5"/>
              </a:rPr>
              <a:t>Apply</a:t>
            </a:r>
            <a:endParaRPr/>
          </a:p>
          <a:p>
            <a:pPr indent="-391160" lvl="0" marL="457200" rtl="0" algn="l">
              <a:spcBef>
                <a:spcPts val="0"/>
              </a:spcBef>
              <a:spcAft>
                <a:spcPts val="0"/>
              </a:spcAft>
              <a:buSzPts val="2560"/>
              <a:buChar char="◼"/>
            </a:pPr>
            <a:r>
              <a:rPr lang="en-GB" u="sng">
                <a:solidFill>
                  <a:schemeClr val="hlink"/>
                </a:solidFill>
                <a:hlinkClick action="ppaction://hlinksldjump" r:id="rId6"/>
              </a:rPr>
              <a:t>Extend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1"/>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2400"/>
              <a:t>Terminology - As you encounter terms new to you, define in your own words here, include examples (make them up!)</a:t>
            </a:r>
            <a:endParaRPr sz="2400"/>
          </a:p>
        </p:txBody>
      </p:sp>
      <p:sp>
        <p:nvSpPr>
          <p:cNvPr id="185" name="Google Shape;185;p31"/>
          <p:cNvSpPr txBox="1"/>
          <p:nvPr>
            <p:ph idx="1" type="body"/>
          </p:nvPr>
        </p:nvSpPr>
        <p:spPr>
          <a:xfrm>
            <a:off x="456480" y="1331780"/>
            <a:ext cx="8231100" cy="3469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2"/>
          <p:cNvSpPr txBox="1"/>
          <p:nvPr>
            <p:ph type="ctrTitle"/>
          </p:nvPr>
        </p:nvSpPr>
        <p:spPr>
          <a:xfrm>
            <a:off x="776250" y="1944312"/>
            <a:ext cx="8077200" cy="12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7200"/>
              <a:t>Part 1: </a:t>
            </a:r>
            <a:r>
              <a:rPr lang="en-GB" sz="7200"/>
              <a:t>ENGAGE</a:t>
            </a:r>
            <a:endParaRPr sz="7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3"/>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Engage - Part A: 5 minutes</a:t>
            </a:r>
            <a:endParaRPr/>
          </a:p>
        </p:txBody>
      </p:sp>
      <p:sp>
        <p:nvSpPr>
          <p:cNvPr id="198" name="Google Shape;198;p33"/>
          <p:cNvSpPr txBox="1"/>
          <p:nvPr/>
        </p:nvSpPr>
        <p:spPr>
          <a:xfrm>
            <a:off x="246125" y="1231175"/>
            <a:ext cx="8526600" cy="325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solidFill>
                  <a:schemeClr val="dk1"/>
                </a:solidFill>
                <a:latin typeface="Corbel"/>
                <a:ea typeface="Corbel"/>
                <a:cs typeface="Corbel"/>
                <a:sym typeface="Corbel"/>
              </a:rPr>
              <a:t>In your groups, pick any 3 below. Discuss what you know, and what questions you have. </a:t>
            </a:r>
            <a:endParaRPr sz="2100">
              <a:solidFill>
                <a:schemeClr val="dk1"/>
              </a:solidFill>
              <a:latin typeface="Corbel"/>
              <a:ea typeface="Corbel"/>
              <a:cs typeface="Corbel"/>
              <a:sym typeface="Corbel"/>
            </a:endParaRPr>
          </a:p>
          <a:p>
            <a:pPr indent="-361950" lvl="0" marL="457200" rtl="0" algn="l">
              <a:spcBef>
                <a:spcPts val="0"/>
              </a:spcBef>
              <a:spcAft>
                <a:spcPts val="0"/>
              </a:spcAft>
              <a:buClr>
                <a:schemeClr val="dk1"/>
              </a:buClr>
              <a:buSzPts val="2100"/>
              <a:buFont typeface="Corbel"/>
              <a:buChar char="●"/>
            </a:pPr>
            <a:r>
              <a:rPr lang="en-GB" sz="2100">
                <a:solidFill>
                  <a:schemeClr val="dk1"/>
                </a:solidFill>
                <a:latin typeface="Corbel"/>
                <a:ea typeface="Corbel"/>
                <a:cs typeface="Corbel"/>
                <a:sym typeface="Corbel"/>
              </a:rPr>
              <a:t>The terms melting and dissolving have the same meaning</a:t>
            </a:r>
            <a:endParaRPr sz="2100">
              <a:solidFill>
                <a:schemeClr val="dk1"/>
              </a:solidFill>
              <a:latin typeface="Corbel"/>
              <a:ea typeface="Corbel"/>
              <a:cs typeface="Corbel"/>
              <a:sym typeface="Corbel"/>
            </a:endParaRPr>
          </a:p>
          <a:p>
            <a:pPr indent="-361950" lvl="0" marL="457200" rtl="0" algn="l">
              <a:spcBef>
                <a:spcPts val="0"/>
              </a:spcBef>
              <a:spcAft>
                <a:spcPts val="0"/>
              </a:spcAft>
              <a:buClr>
                <a:schemeClr val="dk1"/>
              </a:buClr>
              <a:buSzPts val="2100"/>
              <a:buFont typeface="Corbel"/>
              <a:buChar char="●"/>
            </a:pPr>
            <a:r>
              <a:rPr lang="en-GB" sz="2100">
                <a:solidFill>
                  <a:schemeClr val="dk1"/>
                </a:solidFill>
                <a:latin typeface="Corbel"/>
                <a:ea typeface="Corbel"/>
                <a:cs typeface="Corbel"/>
                <a:sym typeface="Corbel"/>
              </a:rPr>
              <a:t>Oil doesn’t mix with water because oil and water molecules repel each other</a:t>
            </a:r>
            <a:endParaRPr sz="2100">
              <a:solidFill>
                <a:schemeClr val="dk1"/>
              </a:solidFill>
              <a:latin typeface="Corbel"/>
              <a:ea typeface="Corbel"/>
              <a:cs typeface="Corbel"/>
              <a:sym typeface="Corbel"/>
            </a:endParaRPr>
          </a:p>
          <a:p>
            <a:pPr indent="-361950" lvl="0" marL="457200" rtl="0" algn="l">
              <a:spcBef>
                <a:spcPts val="0"/>
              </a:spcBef>
              <a:spcAft>
                <a:spcPts val="0"/>
              </a:spcAft>
              <a:buClr>
                <a:schemeClr val="dk1"/>
              </a:buClr>
              <a:buSzPts val="2100"/>
              <a:buFont typeface="Corbel"/>
              <a:buChar char="●"/>
            </a:pPr>
            <a:r>
              <a:rPr lang="en-GB" sz="2100">
                <a:solidFill>
                  <a:schemeClr val="dk1"/>
                </a:solidFill>
                <a:latin typeface="Corbel"/>
                <a:ea typeface="Corbel"/>
                <a:cs typeface="Corbel"/>
                <a:sym typeface="Corbel"/>
              </a:rPr>
              <a:t>In a solution, solute is the component present in the smallest quantity</a:t>
            </a:r>
            <a:endParaRPr sz="2100">
              <a:solidFill>
                <a:schemeClr val="dk1"/>
              </a:solidFill>
              <a:latin typeface="Corbel"/>
              <a:ea typeface="Corbel"/>
              <a:cs typeface="Corbel"/>
              <a:sym typeface="Corbel"/>
            </a:endParaRPr>
          </a:p>
          <a:p>
            <a:pPr indent="-361950" lvl="0" marL="457200" rtl="0" algn="l">
              <a:spcBef>
                <a:spcPts val="0"/>
              </a:spcBef>
              <a:spcAft>
                <a:spcPts val="0"/>
              </a:spcAft>
              <a:buClr>
                <a:schemeClr val="dk1"/>
              </a:buClr>
              <a:buSzPts val="2100"/>
              <a:buFont typeface="Corbel"/>
              <a:buChar char="●"/>
            </a:pPr>
            <a:r>
              <a:rPr lang="en-GB" sz="2100">
                <a:solidFill>
                  <a:schemeClr val="dk1"/>
                </a:solidFill>
                <a:latin typeface="Corbel"/>
                <a:ea typeface="Corbel"/>
                <a:cs typeface="Corbel"/>
                <a:sym typeface="Corbel"/>
              </a:rPr>
              <a:t>Solutions only refer to liquids</a:t>
            </a:r>
            <a:endParaRPr sz="2100">
              <a:solidFill>
                <a:schemeClr val="dk1"/>
              </a:solidFill>
              <a:latin typeface="Corbel"/>
              <a:ea typeface="Corbel"/>
              <a:cs typeface="Corbel"/>
              <a:sym typeface="Corbel"/>
            </a:endParaRPr>
          </a:p>
          <a:p>
            <a:pPr indent="-361950" lvl="0" marL="457200" rtl="0" algn="l">
              <a:spcBef>
                <a:spcPts val="0"/>
              </a:spcBef>
              <a:spcAft>
                <a:spcPts val="0"/>
              </a:spcAft>
              <a:buClr>
                <a:schemeClr val="dk1"/>
              </a:buClr>
              <a:buSzPts val="2100"/>
              <a:buFont typeface="Corbel"/>
              <a:buChar char="●"/>
            </a:pPr>
            <a:r>
              <a:rPr lang="en-GB" sz="2100">
                <a:solidFill>
                  <a:schemeClr val="dk1"/>
                </a:solidFill>
                <a:latin typeface="Corbel"/>
                <a:ea typeface="Corbel"/>
                <a:cs typeface="Corbel"/>
                <a:sym typeface="Corbel"/>
              </a:rPr>
              <a:t>Solubility is affected by temperature and pressure</a:t>
            </a:r>
            <a:endParaRPr sz="2100">
              <a:solidFill>
                <a:schemeClr val="dk1"/>
              </a:solidFill>
              <a:latin typeface="Corbel"/>
              <a:ea typeface="Corbel"/>
              <a:cs typeface="Corbel"/>
              <a:sym typeface="Corbel"/>
            </a:endParaRPr>
          </a:p>
          <a:p>
            <a:pPr indent="-361950" lvl="0" marL="457200" rtl="0" algn="l">
              <a:spcBef>
                <a:spcPts val="0"/>
              </a:spcBef>
              <a:spcAft>
                <a:spcPts val="0"/>
              </a:spcAft>
              <a:buClr>
                <a:schemeClr val="dk1"/>
              </a:buClr>
              <a:buSzPts val="2100"/>
              <a:buFont typeface="Corbel"/>
              <a:buChar char="●"/>
            </a:pPr>
            <a:r>
              <a:rPr lang="en-GB" sz="2100">
                <a:solidFill>
                  <a:schemeClr val="dk1"/>
                </a:solidFill>
                <a:latin typeface="Corbel"/>
                <a:ea typeface="Corbel"/>
                <a:cs typeface="Corbel"/>
                <a:sym typeface="Corbel"/>
              </a:rPr>
              <a:t>When diluting acids, water should be ADDED TO the concentrated acid</a:t>
            </a:r>
            <a:endParaRPr sz="2100">
              <a:solidFill>
                <a:schemeClr val="dk1"/>
              </a:solidFill>
              <a:latin typeface="Corbel"/>
              <a:ea typeface="Corbel"/>
              <a:cs typeface="Corbel"/>
              <a:sym typeface="Corbel"/>
            </a:endParaRPr>
          </a:p>
          <a:p>
            <a:pPr indent="0" lvl="0" marL="0" rtl="0" algn="l">
              <a:spcBef>
                <a:spcPts val="0"/>
              </a:spcBef>
              <a:spcAft>
                <a:spcPts val="0"/>
              </a:spcAft>
              <a:buNone/>
            </a:pPr>
            <a:r>
              <a:t/>
            </a:r>
            <a:endParaRPr sz="2100">
              <a:solidFill>
                <a:schemeClr val="dk1"/>
              </a:solidFill>
              <a:latin typeface="Corbel"/>
              <a:ea typeface="Corbel"/>
              <a:cs typeface="Corbel"/>
              <a:sym typeface="Corbe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4"/>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Engage - Part B: 5 minutes</a:t>
            </a:r>
            <a:endParaRPr/>
          </a:p>
        </p:txBody>
      </p:sp>
      <p:sp>
        <p:nvSpPr>
          <p:cNvPr id="205" name="Google Shape;205;p34"/>
          <p:cNvSpPr txBox="1"/>
          <p:nvPr/>
        </p:nvSpPr>
        <p:spPr>
          <a:xfrm>
            <a:off x="246125" y="1231175"/>
            <a:ext cx="8526600" cy="325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rPr lang="en-GB" sz="2500">
                <a:solidFill>
                  <a:schemeClr val="dk1"/>
                </a:solidFill>
                <a:latin typeface="Corbel"/>
                <a:ea typeface="Corbel"/>
                <a:cs typeface="Corbel"/>
                <a:sym typeface="Corbel"/>
              </a:rPr>
              <a:t>In your groups,</a:t>
            </a:r>
            <a:r>
              <a:rPr lang="en-GB" sz="2500">
                <a:solidFill>
                  <a:schemeClr val="dk1"/>
                </a:solidFill>
                <a:latin typeface="Corbel"/>
                <a:ea typeface="Corbel"/>
                <a:cs typeface="Corbel"/>
                <a:sym typeface="Corbel"/>
              </a:rPr>
              <a:t>brainstorm 5 reasons solutions are important.</a:t>
            </a:r>
            <a:endParaRPr sz="2500">
              <a:solidFill>
                <a:schemeClr val="dk1"/>
              </a:solidFill>
              <a:latin typeface="Corbel"/>
              <a:ea typeface="Corbel"/>
              <a:cs typeface="Corbel"/>
              <a:sym typeface="Corbel"/>
            </a:endParaRPr>
          </a:p>
          <a:p>
            <a:pPr indent="0" lvl="0" marL="0" rtl="0" algn="ctr">
              <a:spcBef>
                <a:spcPts val="0"/>
              </a:spcBef>
              <a:spcAft>
                <a:spcPts val="0"/>
              </a:spcAft>
              <a:buNone/>
            </a:pPr>
            <a:r>
              <a:t/>
            </a:r>
            <a:endParaRPr sz="2500">
              <a:solidFill>
                <a:schemeClr val="dk1"/>
              </a:solidFill>
              <a:latin typeface="Corbel"/>
              <a:ea typeface="Corbel"/>
              <a:cs typeface="Corbel"/>
              <a:sym typeface="Corbel"/>
            </a:endParaRPr>
          </a:p>
          <a:p>
            <a:pPr indent="0" lvl="0" marL="0" rtl="0" algn="ctr">
              <a:spcBef>
                <a:spcPts val="0"/>
              </a:spcBef>
              <a:spcAft>
                <a:spcPts val="0"/>
              </a:spcAft>
              <a:buNone/>
            </a:pPr>
            <a:r>
              <a:rPr lang="en-GB" sz="2500">
                <a:solidFill>
                  <a:schemeClr val="dk1"/>
                </a:solidFill>
                <a:latin typeface="Corbel"/>
                <a:ea typeface="Corbel"/>
                <a:cs typeface="Corbel"/>
                <a:sym typeface="Corbel"/>
              </a:rPr>
              <a:t>Give as many reasons as you can, whether you think they are correct or not! (don’t self edit!)</a:t>
            </a:r>
            <a:endParaRPr sz="2500">
              <a:solidFill>
                <a:schemeClr val="dk1"/>
              </a:solidFill>
              <a:latin typeface="Corbel"/>
              <a:ea typeface="Corbel"/>
              <a:cs typeface="Corbel"/>
              <a:sym typeface="Corbe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5"/>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Engage - Part C: 5 minutes</a:t>
            </a:r>
            <a:endParaRPr/>
          </a:p>
        </p:txBody>
      </p:sp>
      <p:sp>
        <p:nvSpPr>
          <p:cNvPr id="212" name="Google Shape;212;p35"/>
          <p:cNvSpPr txBox="1"/>
          <p:nvPr/>
        </p:nvSpPr>
        <p:spPr>
          <a:xfrm>
            <a:off x="246125" y="1231175"/>
            <a:ext cx="8526600" cy="325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rPr lang="en-GB" sz="2500">
                <a:solidFill>
                  <a:schemeClr val="dk1"/>
                </a:solidFill>
                <a:latin typeface="Corbel"/>
                <a:ea typeface="Corbel"/>
                <a:cs typeface="Corbel"/>
                <a:sym typeface="Corbel"/>
              </a:rPr>
              <a:t>In your groups,watch the videos on slide 11 and slide 12. After the second, briefly imagine what that technology will change in the future </a:t>
            </a:r>
            <a:endParaRPr sz="2500">
              <a:solidFill>
                <a:schemeClr val="dk1"/>
              </a:solidFill>
              <a:latin typeface="Corbel"/>
              <a:ea typeface="Corbel"/>
              <a:cs typeface="Corbel"/>
              <a:sym typeface="Corbel"/>
            </a:endParaRPr>
          </a:p>
          <a:p>
            <a:pPr indent="0" lvl="0" marL="0" rtl="0" algn="ctr">
              <a:spcBef>
                <a:spcPts val="0"/>
              </a:spcBef>
              <a:spcAft>
                <a:spcPts val="0"/>
              </a:spcAft>
              <a:buNone/>
            </a:pPr>
            <a:r>
              <a:rPr lang="en-GB" sz="2500">
                <a:solidFill>
                  <a:schemeClr val="dk1"/>
                </a:solidFill>
                <a:latin typeface="Corbel"/>
                <a:ea typeface="Corbel"/>
                <a:cs typeface="Corbel"/>
                <a:sym typeface="Corbel"/>
              </a:rPr>
              <a:t>(2 mins). </a:t>
            </a:r>
            <a:endParaRPr sz="25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descr="Mitica escena en la que el t-1000 se reconstruye despues de ser destruido por un disparo del t-800 justo despues del &quot;sayonara, baby&quot;" id="218" name="Google Shape;218;p36" title="Terminator 2 Liquid T-1000 Scene">
            <a:hlinkClick r:id="rId3"/>
          </p:cNvPr>
          <p:cNvPicPr preferRelativeResize="0"/>
          <p:nvPr/>
        </p:nvPicPr>
        <p:blipFill>
          <a:blip r:embed="rId4">
            <a:alphaModFix/>
          </a:blip>
          <a:stretch>
            <a:fillRect/>
          </a:stretch>
        </p:blipFill>
        <p:spPr>
          <a:xfrm>
            <a:off x="445775" y="643700"/>
            <a:ext cx="8386525" cy="4689975"/>
          </a:xfrm>
          <a:prstGeom prst="rect">
            <a:avLst/>
          </a:prstGeom>
          <a:noFill/>
          <a:ln>
            <a:noFill/>
          </a:ln>
        </p:spPr>
      </p:pic>
      <p:sp>
        <p:nvSpPr>
          <p:cNvPr id="219" name="Google Shape;219;p36"/>
          <p:cNvSpPr txBox="1"/>
          <p:nvPr>
            <p:ph type="title"/>
          </p:nvPr>
        </p:nvSpPr>
        <p:spPr>
          <a:xfrm>
            <a:off x="378725" y="341225"/>
            <a:ext cx="85206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GB"/>
              <a:t>Scene From Terminator: T-1000</a:t>
            </a:r>
            <a:endParaRPr/>
          </a:p>
          <a:p>
            <a:pPr indent="0" lvl="0" marL="0" rtl="0" algn="ctr">
              <a:spcBef>
                <a:spcPts val="0"/>
              </a:spcBef>
              <a:spcAft>
                <a:spcPts val="0"/>
              </a:spcAft>
              <a:buNone/>
            </a:pPr>
            <a:r>
              <a:rPr lang="en-GB"/>
              <a:t>Is this Possible?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1000"/>
                                        <p:tgtEl>
                                          <p:spTgt spid="2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descr="Science fiction is inching closer to reality with the development of revolutionary self-propelling liquid metals – a critical step towards future elastic electronics. &#10;&#10;Find out more: http://www.rmit.edu.au/news/newsroom/media-releases-and-expert-comments/2016/august/liquid-metals-propel-future-electronics" id="224" name="Google Shape;224;p37" title="Liquid metals propel future electronics  | RMIT University">
            <a:hlinkClick r:id="rId3"/>
          </p:cNvPr>
          <p:cNvPicPr preferRelativeResize="0"/>
          <p:nvPr/>
        </p:nvPicPr>
        <p:blipFill>
          <a:blip r:embed="rId4">
            <a:alphaModFix/>
          </a:blip>
          <a:stretch>
            <a:fillRect/>
          </a:stretch>
        </p:blipFill>
        <p:spPr>
          <a:xfrm>
            <a:off x="237475" y="173875"/>
            <a:ext cx="8436675" cy="4745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1000"/>
                                        <p:tgtEl>
                                          <p:spTgt spid="2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8"/>
          <p:cNvSpPr txBox="1"/>
          <p:nvPr>
            <p:ph type="ctrTitle"/>
          </p:nvPr>
        </p:nvSpPr>
        <p:spPr>
          <a:xfrm>
            <a:off x="776250" y="1944312"/>
            <a:ext cx="8077200" cy="12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7200"/>
              <a:t>Part 2: EXPLORE</a:t>
            </a:r>
            <a:endParaRPr sz="72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9"/>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Explore - </a:t>
            </a:r>
            <a:r>
              <a:rPr lang="en-GB"/>
              <a:t>Classes</a:t>
            </a:r>
            <a:r>
              <a:rPr lang="en-GB"/>
              <a:t> of Solutions </a:t>
            </a:r>
            <a:endParaRPr/>
          </a:p>
        </p:txBody>
      </p:sp>
      <p:sp>
        <p:nvSpPr>
          <p:cNvPr id="237" name="Google Shape;237;p39"/>
          <p:cNvSpPr txBox="1"/>
          <p:nvPr/>
        </p:nvSpPr>
        <p:spPr>
          <a:xfrm>
            <a:off x="246125" y="1231175"/>
            <a:ext cx="8526600" cy="325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p:txBody>
      </p:sp>
      <p:pic>
        <p:nvPicPr>
          <p:cNvPr id="238" name="Google Shape;238;p39"/>
          <p:cNvPicPr preferRelativeResize="0"/>
          <p:nvPr/>
        </p:nvPicPr>
        <p:blipFill rotWithShape="1">
          <a:blip r:embed="rId3">
            <a:alphaModFix/>
          </a:blip>
          <a:srcRect b="0" l="0" r="50332" t="0"/>
          <a:stretch/>
        </p:blipFill>
        <p:spPr>
          <a:xfrm>
            <a:off x="191163" y="3080669"/>
            <a:ext cx="640080" cy="729691"/>
          </a:xfrm>
          <a:prstGeom prst="rect">
            <a:avLst/>
          </a:prstGeom>
          <a:noFill/>
          <a:ln>
            <a:noFill/>
          </a:ln>
        </p:spPr>
      </p:pic>
      <p:sp>
        <p:nvSpPr>
          <p:cNvPr id="239" name="Google Shape;239;p39"/>
          <p:cNvSpPr txBox="1"/>
          <p:nvPr/>
        </p:nvSpPr>
        <p:spPr>
          <a:xfrm>
            <a:off x="246125" y="1231175"/>
            <a:ext cx="86178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Corbel"/>
                <a:ea typeface="Corbel"/>
                <a:cs typeface="Corbel"/>
                <a:sym typeface="Corbel"/>
              </a:rPr>
              <a:t>A solution is made up of a solute (the material that dissolves) and a solvent, (the material that does the dissolving). There are different ways we can form a solution (classes), and it exists in </a:t>
            </a:r>
            <a:r>
              <a:rPr lang="en-GB" sz="1800" u="sng">
                <a:solidFill>
                  <a:schemeClr val="dk1"/>
                </a:solidFill>
                <a:latin typeface="Corbel"/>
                <a:ea typeface="Corbel"/>
                <a:cs typeface="Corbel"/>
                <a:sym typeface="Corbel"/>
              </a:rPr>
              <a:t>all </a:t>
            </a:r>
            <a:r>
              <a:rPr lang="en-GB" sz="1800">
                <a:solidFill>
                  <a:schemeClr val="dk1"/>
                </a:solidFill>
                <a:latin typeface="Corbel"/>
                <a:ea typeface="Corbel"/>
                <a:cs typeface="Corbel"/>
                <a:sym typeface="Corbel"/>
              </a:rPr>
              <a:t>three states of matter (solid solutions, liquid solutions, gas solutions)</a:t>
            </a:r>
            <a:endParaRPr sz="1800">
              <a:solidFill>
                <a:schemeClr val="dk1"/>
              </a:solidFill>
              <a:latin typeface="Corbel"/>
              <a:ea typeface="Corbel"/>
              <a:cs typeface="Corbel"/>
              <a:sym typeface="Corbel"/>
            </a:endParaRPr>
          </a:p>
        </p:txBody>
      </p:sp>
      <p:pic>
        <p:nvPicPr>
          <p:cNvPr id="240" name="Google Shape;240;p39"/>
          <p:cNvPicPr preferRelativeResize="0"/>
          <p:nvPr/>
        </p:nvPicPr>
        <p:blipFill rotWithShape="1">
          <a:blip r:embed="rId3">
            <a:alphaModFix/>
          </a:blip>
          <a:srcRect b="0" l="50332" r="0" t="0"/>
          <a:stretch/>
        </p:blipFill>
        <p:spPr>
          <a:xfrm>
            <a:off x="7310700" y="2294750"/>
            <a:ext cx="640080" cy="736092"/>
          </a:xfrm>
          <a:prstGeom prst="rect">
            <a:avLst/>
          </a:prstGeom>
          <a:noFill/>
          <a:ln>
            <a:noFill/>
          </a:ln>
        </p:spPr>
      </p:pic>
      <p:pic>
        <p:nvPicPr>
          <p:cNvPr descr="In this animated lecture, I will teach you about 9 types of solutions in chemistry.&#10;&#10;Q: What are the 9 types of solutions?&#10;Ans: Following are the 9 types of solutions.&#10;&#10;1) Liquid in Gas solution.&#10;&#10;2) Liquid in Liquid solution.&#10;&#10;3) Liquid in Solid solution.&#10;&#10;4) Gas in Gas solution.&#10;&#10;5) Gas in Liquid solution.&#10;&#10;6) Gas in Solid solution.&#10;&#10;7) Solid in Gas solution.&#10;&#10;8) Solid in Liquid solution.&#10;&#10;9) Solid in Solid solution.&#10;&#10;To learn more about solution and its types, watch this lecture till the end. &#10;&#10;&#10;#Typesofsolution&#10;#9typesofsolutions&#10;#chemistry&#10;&#10;Subscribe my channel at:https://www.youtube.com/channel/UC_ltCdLVMRZ7r3IPzF2Toyg &#10; &#10;Youtube link: https://www.youtube.com/channel/UC_ltCdLVMRZ7r3IPzF2Toyg &#10; &#10;Facebook link: https://www.facebook.com/Najamacademy/" id="241" name="Google Shape;241;p39" title="9 Types of Solution |  Chemistry">
            <a:hlinkClick r:id="rId4"/>
          </p:cNvPr>
          <p:cNvPicPr preferRelativeResize="0"/>
          <p:nvPr/>
        </p:nvPicPr>
        <p:blipFill>
          <a:blip r:embed="rId5">
            <a:alphaModFix/>
          </a:blip>
          <a:stretch>
            <a:fillRect/>
          </a:stretch>
        </p:blipFill>
        <p:spPr>
          <a:xfrm>
            <a:off x="5892150" y="3044425"/>
            <a:ext cx="3048000" cy="1714500"/>
          </a:xfrm>
          <a:prstGeom prst="rect">
            <a:avLst/>
          </a:prstGeom>
          <a:noFill/>
          <a:ln>
            <a:noFill/>
          </a:ln>
        </p:spPr>
      </p:pic>
      <p:pic>
        <p:nvPicPr>
          <p:cNvPr descr="fg14_T01" id="242" name="Google Shape;242;p39"/>
          <p:cNvPicPr preferRelativeResize="0"/>
          <p:nvPr/>
        </p:nvPicPr>
        <p:blipFill rotWithShape="1">
          <a:blip r:embed="rId6">
            <a:alphaModFix/>
          </a:blip>
          <a:srcRect b="4898" l="0" r="9173" t="1983"/>
          <a:stretch/>
        </p:blipFill>
        <p:spPr>
          <a:xfrm>
            <a:off x="844025" y="2421975"/>
            <a:ext cx="4517400" cy="2554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0"/>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Explore - Polarity</a:t>
            </a:r>
            <a:endParaRPr/>
          </a:p>
        </p:txBody>
      </p:sp>
      <p:sp>
        <p:nvSpPr>
          <p:cNvPr id="249" name="Google Shape;249;p40"/>
          <p:cNvSpPr txBox="1"/>
          <p:nvPr/>
        </p:nvSpPr>
        <p:spPr>
          <a:xfrm>
            <a:off x="246125" y="1231175"/>
            <a:ext cx="8526600" cy="358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200">
                <a:solidFill>
                  <a:schemeClr val="dk1"/>
                </a:solidFill>
                <a:latin typeface="Corbel"/>
                <a:ea typeface="Corbel"/>
                <a:cs typeface="Corbel"/>
                <a:sym typeface="Corbel"/>
              </a:rPr>
              <a:t>Recall: Determining Solubility</a:t>
            </a:r>
            <a:endParaRPr b="1" sz="2200">
              <a:solidFill>
                <a:schemeClr val="dk1"/>
              </a:solidFill>
              <a:latin typeface="Corbel"/>
              <a:ea typeface="Corbel"/>
              <a:cs typeface="Corbel"/>
              <a:sym typeface="Corbel"/>
            </a:endParaRPr>
          </a:p>
          <a:p>
            <a:pPr indent="0" lvl="0" marL="0" rtl="0" algn="l">
              <a:spcBef>
                <a:spcPts val="0"/>
              </a:spcBef>
              <a:spcAft>
                <a:spcPts val="0"/>
              </a:spcAft>
              <a:buNone/>
            </a:pPr>
            <a:r>
              <a:t/>
            </a:r>
            <a:endParaRPr b="1" sz="2200">
              <a:solidFill>
                <a:schemeClr val="dk1"/>
              </a:solidFill>
              <a:latin typeface="Corbel"/>
              <a:ea typeface="Corbel"/>
              <a:cs typeface="Corbel"/>
              <a:sym typeface="Corbel"/>
            </a:endParaRPr>
          </a:p>
          <a:p>
            <a:pPr indent="0" lvl="0" marL="0" rtl="0" algn="l">
              <a:spcBef>
                <a:spcPts val="0"/>
              </a:spcBef>
              <a:spcAft>
                <a:spcPts val="0"/>
              </a:spcAft>
              <a:buNone/>
            </a:pPr>
            <a:r>
              <a:rPr lang="en-GB" sz="2200">
                <a:solidFill>
                  <a:schemeClr val="dk1"/>
                </a:solidFill>
                <a:latin typeface="Corbel"/>
                <a:ea typeface="Corbel"/>
                <a:cs typeface="Corbel"/>
                <a:sym typeface="Corbel"/>
              </a:rPr>
              <a:t>Solubility of a solute in some solvent is </a:t>
            </a:r>
            <a:endParaRPr sz="2200">
              <a:solidFill>
                <a:schemeClr val="dk1"/>
              </a:solidFill>
              <a:latin typeface="Corbel"/>
              <a:ea typeface="Corbel"/>
              <a:cs typeface="Corbel"/>
              <a:sym typeface="Corbel"/>
            </a:endParaRPr>
          </a:p>
          <a:p>
            <a:pPr indent="0" lvl="0" marL="0" rtl="0" algn="l">
              <a:spcBef>
                <a:spcPts val="0"/>
              </a:spcBef>
              <a:spcAft>
                <a:spcPts val="0"/>
              </a:spcAft>
              <a:buNone/>
            </a:pPr>
            <a:r>
              <a:rPr lang="en-GB" sz="2200">
                <a:solidFill>
                  <a:schemeClr val="dk1"/>
                </a:solidFill>
                <a:latin typeface="Corbel"/>
                <a:ea typeface="Corbel"/>
                <a:cs typeface="Corbel"/>
                <a:sym typeface="Corbel"/>
              </a:rPr>
              <a:t>dependent on the intermolecular (IM) forces </a:t>
            </a:r>
            <a:endParaRPr sz="2200">
              <a:solidFill>
                <a:schemeClr val="dk1"/>
              </a:solidFill>
              <a:latin typeface="Corbel"/>
              <a:ea typeface="Corbel"/>
              <a:cs typeface="Corbel"/>
              <a:sym typeface="Corbel"/>
            </a:endParaRPr>
          </a:p>
          <a:p>
            <a:pPr indent="0" lvl="0" marL="0" rtl="0" algn="l">
              <a:spcBef>
                <a:spcPts val="0"/>
              </a:spcBef>
              <a:spcAft>
                <a:spcPts val="0"/>
              </a:spcAft>
              <a:buClr>
                <a:schemeClr val="dk1"/>
              </a:buClr>
              <a:buSzPts val="1100"/>
              <a:buFont typeface="Arial"/>
              <a:buNone/>
            </a:pPr>
            <a:r>
              <a:rPr lang="en-GB" sz="2200">
                <a:solidFill>
                  <a:schemeClr val="dk1"/>
                </a:solidFill>
                <a:latin typeface="Corbel"/>
                <a:ea typeface="Corbel"/>
                <a:cs typeface="Corbel"/>
                <a:sym typeface="Corbel"/>
              </a:rPr>
              <a:t>within both compounds:</a:t>
            </a:r>
            <a:endParaRPr sz="2200">
              <a:solidFill>
                <a:schemeClr val="dk1"/>
              </a:solidFill>
              <a:latin typeface="Corbel"/>
              <a:ea typeface="Corbel"/>
              <a:cs typeface="Corbel"/>
              <a:sym typeface="Corbel"/>
            </a:endParaRPr>
          </a:p>
          <a:p>
            <a:pPr indent="-368300" lvl="0" marL="457200" rtl="0" algn="l">
              <a:spcBef>
                <a:spcPts val="0"/>
              </a:spcBef>
              <a:spcAft>
                <a:spcPts val="0"/>
              </a:spcAft>
              <a:buClr>
                <a:schemeClr val="dk1"/>
              </a:buClr>
              <a:buSzPts val="2200"/>
              <a:buFont typeface="Corbel"/>
              <a:buChar char="●"/>
            </a:pPr>
            <a:r>
              <a:rPr lang="en-GB" sz="2200">
                <a:solidFill>
                  <a:schemeClr val="dk1"/>
                </a:solidFill>
                <a:latin typeface="Corbel"/>
                <a:ea typeface="Corbel"/>
                <a:cs typeface="Corbel"/>
                <a:sym typeface="Corbel"/>
              </a:rPr>
              <a:t>The forces that attract Solute-Solute and Solute-Solvent</a:t>
            </a:r>
            <a:endParaRPr sz="2200">
              <a:solidFill>
                <a:schemeClr val="dk1"/>
              </a:solidFill>
              <a:latin typeface="Corbel"/>
              <a:ea typeface="Corbel"/>
              <a:cs typeface="Corbel"/>
              <a:sym typeface="Corbe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a:p>
            <a:pPr indent="0" lvl="0" marL="0" rtl="0" algn="l">
              <a:spcBef>
                <a:spcPts val="0"/>
              </a:spcBef>
              <a:spcAft>
                <a:spcPts val="0"/>
              </a:spcAft>
              <a:buClr>
                <a:schemeClr val="dk1"/>
              </a:buClr>
              <a:buSzPts val="1100"/>
              <a:buFont typeface="Arial"/>
              <a:buNone/>
            </a:pPr>
            <a:r>
              <a:rPr lang="en-GB" sz="2200">
                <a:solidFill>
                  <a:schemeClr val="dk1"/>
                </a:solidFill>
                <a:latin typeface="Corbel"/>
                <a:ea typeface="Corbel"/>
                <a:cs typeface="Corbel"/>
                <a:sym typeface="Corbel"/>
              </a:rPr>
              <a:t>Generally, if the IM forces in the solvent are the same (or similar) to those within the solute, we can say the solute is soluble in that solvent</a:t>
            </a:r>
            <a:endParaRPr sz="2200">
              <a:solidFill>
                <a:schemeClr val="dk1"/>
              </a:solidFill>
              <a:latin typeface="Corbel"/>
              <a:ea typeface="Corbel"/>
              <a:cs typeface="Corbel"/>
              <a:sym typeface="Corbel"/>
            </a:endParaRPr>
          </a:p>
          <a:p>
            <a:pPr indent="-368300" lvl="0" marL="457200" rtl="0" algn="l">
              <a:spcBef>
                <a:spcPts val="0"/>
              </a:spcBef>
              <a:spcAft>
                <a:spcPts val="0"/>
              </a:spcAft>
              <a:buClr>
                <a:schemeClr val="dk1"/>
              </a:buClr>
              <a:buSzPts val="2200"/>
              <a:buFont typeface="Corbel"/>
              <a:buChar char="●"/>
            </a:pPr>
            <a:r>
              <a:rPr lang="en-GB" sz="2200">
                <a:solidFill>
                  <a:schemeClr val="dk1"/>
                </a:solidFill>
                <a:latin typeface="Corbel"/>
                <a:ea typeface="Corbel"/>
                <a:cs typeface="Corbel"/>
                <a:sym typeface="Corbel"/>
              </a:rPr>
              <a:t>This rule can be summarized as LIKE DISSOLVES LIKE</a:t>
            </a:r>
            <a:endParaRPr sz="2200">
              <a:solidFill>
                <a:schemeClr val="dk1"/>
              </a:solidFill>
              <a:latin typeface="Corbel"/>
              <a:ea typeface="Corbel"/>
              <a:cs typeface="Corbel"/>
              <a:sym typeface="Corbel"/>
            </a:endParaRPr>
          </a:p>
          <a:p>
            <a:pPr indent="0" lvl="0" marL="0" rtl="0" algn="l">
              <a:spcBef>
                <a:spcPts val="0"/>
              </a:spcBef>
              <a:spcAft>
                <a:spcPts val="0"/>
              </a:spcAft>
              <a:buNone/>
            </a:pPr>
            <a:r>
              <a:t/>
            </a:r>
            <a:endParaRPr b="1" sz="2200">
              <a:solidFill>
                <a:schemeClr val="dk1"/>
              </a:solidFill>
              <a:latin typeface="Corbel"/>
              <a:ea typeface="Corbel"/>
              <a:cs typeface="Corbel"/>
              <a:sym typeface="Corbel"/>
            </a:endParaRPr>
          </a:p>
        </p:txBody>
      </p:sp>
      <p:pic>
        <p:nvPicPr>
          <p:cNvPr id="250" name="Google Shape;250;p40"/>
          <p:cNvPicPr preferRelativeResize="0"/>
          <p:nvPr/>
        </p:nvPicPr>
        <p:blipFill rotWithShape="1">
          <a:blip r:embed="rId3">
            <a:alphaModFix/>
          </a:blip>
          <a:srcRect b="0" l="50332" r="0" t="0"/>
          <a:stretch/>
        </p:blipFill>
        <p:spPr>
          <a:xfrm>
            <a:off x="5042500" y="1231175"/>
            <a:ext cx="640080" cy="736092"/>
          </a:xfrm>
          <a:prstGeom prst="rect">
            <a:avLst/>
          </a:prstGeom>
          <a:noFill/>
          <a:ln>
            <a:noFill/>
          </a:ln>
        </p:spPr>
      </p:pic>
      <p:pic>
        <p:nvPicPr>
          <p:cNvPr descr="The ability of substances to dissolve is critical to life on earth. In this video we explore how things dissolve, how solubility works, and define key terms such as solute and solvent. You can test solubility yourself by mixing substances such as salt, sugar, baking soda, flour, and others in water and seeing which are soluble. Leave your observations in the comments below!" id="251" name="Google Shape;251;p40" title="How Solubility and Dissolving Work">
            <a:hlinkClick r:id="rId4"/>
          </p:cNvPr>
          <p:cNvPicPr preferRelativeResize="0"/>
          <p:nvPr/>
        </p:nvPicPr>
        <p:blipFill>
          <a:blip r:embed="rId5">
            <a:alphaModFix/>
          </a:blip>
          <a:stretch>
            <a:fillRect/>
          </a:stretch>
        </p:blipFill>
        <p:spPr>
          <a:xfrm>
            <a:off x="5901550" y="1231175"/>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1000"/>
                                        <p:tgtEl>
                                          <p:spTgt spid="2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1"/>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Explore - Polarity</a:t>
            </a:r>
            <a:endParaRPr/>
          </a:p>
        </p:txBody>
      </p:sp>
      <p:pic>
        <p:nvPicPr>
          <p:cNvPr id="258" name="Google Shape;258;p41"/>
          <p:cNvPicPr preferRelativeResize="0"/>
          <p:nvPr/>
        </p:nvPicPr>
        <p:blipFill rotWithShape="1">
          <a:blip r:embed="rId3">
            <a:alphaModFix/>
          </a:blip>
          <a:srcRect b="0" l="0" r="50332" t="0"/>
          <a:stretch/>
        </p:blipFill>
        <p:spPr>
          <a:xfrm>
            <a:off x="302938" y="1223544"/>
            <a:ext cx="640080" cy="729691"/>
          </a:xfrm>
          <a:prstGeom prst="rect">
            <a:avLst/>
          </a:prstGeom>
          <a:noFill/>
          <a:ln>
            <a:noFill/>
          </a:ln>
        </p:spPr>
      </p:pic>
      <p:pic>
        <p:nvPicPr>
          <p:cNvPr id="259" name="Google Shape;259;p41"/>
          <p:cNvPicPr preferRelativeResize="0"/>
          <p:nvPr/>
        </p:nvPicPr>
        <p:blipFill>
          <a:blip r:embed="rId4">
            <a:alphaModFix/>
          </a:blip>
          <a:stretch>
            <a:fillRect/>
          </a:stretch>
        </p:blipFill>
        <p:spPr>
          <a:xfrm>
            <a:off x="1215550" y="1223561"/>
            <a:ext cx="6972727" cy="378251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2"/>
          <p:cNvSpPr txBox="1"/>
          <p:nvPr>
            <p:ph type="title"/>
          </p:nvPr>
        </p:nvSpPr>
        <p:spPr>
          <a:xfrm>
            <a:off x="753425"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4000"/>
              <a:t>Explore - Polar &amp; Non-Polar Solvents</a:t>
            </a:r>
            <a:endParaRPr sz="4000"/>
          </a:p>
        </p:txBody>
      </p:sp>
      <p:sp>
        <p:nvSpPr>
          <p:cNvPr id="266" name="Google Shape;266;p42"/>
          <p:cNvSpPr txBox="1"/>
          <p:nvPr/>
        </p:nvSpPr>
        <p:spPr>
          <a:xfrm>
            <a:off x="246125" y="1231175"/>
            <a:ext cx="3751800" cy="3252300"/>
          </a:xfrm>
          <a:prstGeom prst="rect">
            <a:avLst/>
          </a:prstGeom>
          <a:noFill/>
          <a:ln>
            <a:noFill/>
          </a:ln>
        </p:spPr>
        <p:txBody>
          <a:bodyPr anchorCtr="0" anchor="t" bIns="91425" lIns="91425" spcFirstLastPara="1" rIns="91425" wrap="square" tIns="91425">
            <a:noAutofit/>
          </a:bodyPr>
          <a:lstStyle/>
          <a:p>
            <a:pPr indent="-285750" lvl="0" marL="342900" rtl="0" algn="l">
              <a:lnSpc>
                <a:spcPct val="95000"/>
              </a:lnSpc>
              <a:spcBef>
                <a:spcPts val="0"/>
              </a:spcBef>
              <a:spcAft>
                <a:spcPts val="0"/>
              </a:spcAft>
              <a:buClr>
                <a:schemeClr val="dk1"/>
              </a:buClr>
              <a:buSzPts val="2300"/>
              <a:buFont typeface="Times New Roman"/>
              <a:buChar char="•"/>
            </a:pPr>
            <a:r>
              <a:rPr lang="en-GB" sz="2300">
                <a:solidFill>
                  <a:schemeClr val="dk1"/>
                </a:solidFill>
                <a:latin typeface="Times New Roman"/>
                <a:ea typeface="Times New Roman"/>
                <a:cs typeface="Times New Roman"/>
                <a:sym typeface="Times New Roman"/>
              </a:rPr>
              <a:t>A liquid composed of polar molecules is a </a:t>
            </a:r>
            <a:r>
              <a:rPr b="1" i="1" lang="en-GB" sz="2300" u="sng">
                <a:solidFill>
                  <a:schemeClr val="dk1"/>
                </a:solidFill>
                <a:latin typeface="Times New Roman"/>
                <a:ea typeface="Times New Roman"/>
                <a:cs typeface="Times New Roman"/>
                <a:sym typeface="Times New Roman"/>
              </a:rPr>
              <a:t>polar solvent</a:t>
            </a:r>
            <a:r>
              <a:rPr lang="en-GB" sz="2300">
                <a:solidFill>
                  <a:schemeClr val="dk1"/>
                </a:solidFill>
                <a:latin typeface="Times New Roman"/>
                <a:ea typeface="Times New Roman"/>
                <a:cs typeface="Times New Roman"/>
                <a:sym typeface="Times New Roman"/>
              </a:rPr>
              <a:t>.  Water and ethanol are polar solvents.</a:t>
            </a:r>
            <a:endParaRPr sz="2300">
              <a:solidFill>
                <a:schemeClr val="dk1"/>
              </a:solidFill>
            </a:endParaRPr>
          </a:p>
          <a:p>
            <a:pPr indent="-285750" lvl="0" marL="342900" rtl="0" algn="l">
              <a:lnSpc>
                <a:spcPct val="95000"/>
              </a:lnSpc>
              <a:spcBef>
                <a:spcPts val="1120"/>
              </a:spcBef>
              <a:spcAft>
                <a:spcPts val="0"/>
              </a:spcAft>
              <a:buClr>
                <a:schemeClr val="dk1"/>
              </a:buClr>
              <a:buSzPts val="2300"/>
              <a:buFont typeface="Times New Roman"/>
              <a:buChar char="•"/>
            </a:pPr>
            <a:r>
              <a:rPr lang="en-GB" sz="2300">
                <a:solidFill>
                  <a:schemeClr val="dk1"/>
                </a:solidFill>
                <a:latin typeface="Times New Roman"/>
                <a:ea typeface="Times New Roman"/>
                <a:cs typeface="Times New Roman"/>
                <a:sym typeface="Times New Roman"/>
              </a:rPr>
              <a:t>A liquid composed of nonpolar molecules is a </a:t>
            </a:r>
            <a:r>
              <a:rPr b="1" i="1" lang="en-GB" sz="2300" u="sng">
                <a:solidFill>
                  <a:schemeClr val="dk1"/>
                </a:solidFill>
                <a:latin typeface="Times New Roman"/>
                <a:ea typeface="Times New Roman"/>
                <a:cs typeface="Times New Roman"/>
                <a:sym typeface="Times New Roman"/>
              </a:rPr>
              <a:t>nonpolar solvent</a:t>
            </a:r>
            <a:r>
              <a:rPr lang="en-GB" sz="2300">
                <a:solidFill>
                  <a:schemeClr val="dk1"/>
                </a:solidFill>
                <a:latin typeface="Times New Roman"/>
                <a:ea typeface="Times New Roman"/>
                <a:cs typeface="Times New Roman"/>
                <a:sym typeface="Times New Roman"/>
              </a:rPr>
              <a:t>.  Hexane is a nonpolar solvent.</a:t>
            </a:r>
            <a:endParaRPr sz="2300">
              <a:solidFill>
                <a:schemeClr val="dk1"/>
              </a:solidFill>
            </a:endParaRPr>
          </a:p>
          <a:p>
            <a:pPr indent="0" lvl="0" marL="0" rtl="0" algn="l">
              <a:spcBef>
                <a:spcPts val="0"/>
              </a:spcBef>
              <a:spcAft>
                <a:spcPts val="0"/>
              </a:spcAft>
              <a:buNone/>
            </a:pPr>
            <a:r>
              <a:t/>
            </a:r>
            <a:endParaRPr b="1" sz="1300">
              <a:solidFill>
                <a:schemeClr val="dk1"/>
              </a:solidFill>
              <a:latin typeface="Corbel"/>
              <a:ea typeface="Corbel"/>
              <a:cs typeface="Corbel"/>
              <a:sym typeface="Corbel"/>
            </a:endParaRPr>
          </a:p>
        </p:txBody>
      </p:sp>
      <p:pic>
        <p:nvPicPr>
          <p:cNvPr id="267" name="Google Shape;267;p42"/>
          <p:cNvPicPr preferRelativeResize="0"/>
          <p:nvPr/>
        </p:nvPicPr>
        <p:blipFill rotWithShape="1">
          <a:blip r:embed="rId3">
            <a:alphaModFix/>
          </a:blip>
          <a:srcRect b="0" l="0" r="50332" t="0"/>
          <a:stretch/>
        </p:blipFill>
        <p:spPr>
          <a:xfrm>
            <a:off x="113338" y="221531"/>
            <a:ext cx="640080" cy="729691"/>
          </a:xfrm>
          <a:prstGeom prst="rect">
            <a:avLst/>
          </a:prstGeom>
          <a:noFill/>
          <a:ln>
            <a:noFill/>
          </a:ln>
        </p:spPr>
      </p:pic>
      <p:pic>
        <p:nvPicPr>
          <p:cNvPr descr="fg14_T03" id="268" name="Google Shape;268;p42"/>
          <p:cNvPicPr preferRelativeResize="0"/>
          <p:nvPr/>
        </p:nvPicPr>
        <p:blipFill rotWithShape="1">
          <a:blip r:embed="rId4">
            <a:alphaModFix/>
          </a:blip>
          <a:srcRect b="5687" l="0" r="1700" t="0"/>
          <a:stretch/>
        </p:blipFill>
        <p:spPr>
          <a:xfrm>
            <a:off x="4268350" y="1392775"/>
            <a:ext cx="4777200" cy="2028600"/>
          </a:xfrm>
          <a:prstGeom prst="rect">
            <a:avLst/>
          </a:prstGeom>
          <a:noFill/>
          <a:ln>
            <a:noFill/>
          </a:ln>
        </p:spPr>
      </p:pic>
      <p:sp>
        <p:nvSpPr>
          <p:cNvPr id="269" name="Google Shape;269;p42"/>
          <p:cNvSpPr txBox="1"/>
          <p:nvPr/>
        </p:nvSpPr>
        <p:spPr>
          <a:xfrm>
            <a:off x="4170550" y="3614000"/>
            <a:ext cx="4972800" cy="1439700"/>
          </a:xfrm>
          <a:prstGeom prst="rect">
            <a:avLst/>
          </a:prstGeom>
          <a:noFill/>
          <a:ln cap="flat" cmpd="sng" w="9525">
            <a:solidFill>
              <a:srgbClr val="FFC800"/>
            </a:solidFill>
            <a:prstDash val="solid"/>
            <a:round/>
            <a:headEnd len="sm" w="sm" type="none"/>
            <a:tailEnd len="sm" w="sm" type="none"/>
          </a:ln>
        </p:spPr>
        <p:txBody>
          <a:bodyPr anchorCtr="0" anchor="t" bIns="91425" lIns="91425" spcFirstLastPara="1" rIns="91425" wrap="square" tIns="91425">
            <a:spAutoFit/>
          </a:bodyPr>
          <a:lstStyle/>
          <a:p>
            <a:pPr indent="-260350" lvl="0" marL="342900" rtl="0" algn="l">
              <a:lnSpc>
                <a:spcPct val="95000"/>
              </a:lnSpc>
              <a:spcBef>
                <a:spcPts val="1120"/>
              </a:spcBef>
              <a:spcAft>
                <a:spcPts val="0"/>
              </a:spcAft>
              <a:buClr>
                <a:schemeClr val="dk1"/>
              </a:buClr>
              <a:buSzPts val="1900"/>
              <a:buFont typeface="Times New Roman"/>
              <a:buChar char="•"/>
            </a:pPr>
            <a:r>
              <a:rPr lang="en-GB" sz="1900">
                <a:solidFill>
                  <a:schemeClr val="dk1"/>
                </a:solidFill>
                <a:latin typeface="Times New Roman"/>
                <a:ea typeface="Times New Roman"/>
                <a:cs typeface="Times New Roman"/>
                <a:sym typeface="Times New Roman"/>
              </a:rPr>
              <a:t>Methanol dissolves in water but hexane does not dissolve in water.</a:t>
            </a:r>
            <a:endParaRPr sz="1900">
              <a:solidFill>
                <a:schemeClr val="dk1"/>
              </a:solidFill>
            </a:endParaRPr>
          </a:p>
          <a:p>
            <a:pPr indent="-260350" lvl="0" marL="342900" rtl="0" algn="l">
              <a:lnSpc>
                <a:spcPct val="95000"/>
              </a:lnSpc>
              <a:spcBef>
                <a:spcPts val="1120"/>
              </a:spcBef>
              <a:spcAft>
                <a:spcPts val="0"/>
              </a:spcAft>
              <a:buClr>
                <a:schemeClr val="dk1"/>
              </a:buClr>
              <a:buSzPts val="1900"/>
              <a:buFont typeface="Times New Roman"/>
              <a:buChar char="•"/>
            </a:pPr>
            <a:r>
              <a:rPr lang="en-GB" sz="1900">
                <a:solidFill>
                  <a:schemeClr val="dk1"/>
                </a:solidFill>
                <a:latin typeface="Times New Roman"/>
                <a:ea typeface="Times New Roman"/>
                <a:cs typeface="Times New Roman"/>
                <a:sym typeface="Times New Roman"/>
              </a:rPr>
              <a:t>Hexane dissolves in toluene, but water does not dissolve in toluene.</a:t>
            </a:r>
            <a:endParaRPr sz="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3"/>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4000"/>
              <a:t>Explore - </a:t>
            </a:r>
            <a:r>
              <a:rPr lang="en-GB" sz="4000"/>
              <a:t>Miscible &amp; Immiscible</a:t>
            </a:r>
            <a:endParaRPr sz="4000"/>
          </a:p>
        </p:txBody>
      </p:sp>
      <p:sp>
        <p:nvSpPr>
          <p:cNvPr id="276" name="Google Shape;276;p43"/>
          <p:cNvSpPr txBox="1"/>
          <p:nvPr/>
        </p:nvSpPr>
        <p:spPr>
          <a:xfrm>
            <a:off x="246125" y="1231175"/>
            <a:ext cx="6080400" cy="3252300"/>
          </a:xfrm>
          <a:prstGeom prst="rect">
            <a:avLst/>
          </a:prstGeom>
          <a:noFill/>
          <a:ln>
            <a:noFill/>
          </a:ln>
        </p:spPr>
        <p:txBody>
          <a:bodyPr anchorCtr="0" anchor="t" bIns="91425" lIns="91425" spcFirstLastPara="1" rIns="91425" wrap="square" tIns="91425">
            <a:noAutofit/>
          </a:bodyPr>
          <a:lstStyle/>
          <a:p>
            <a:pPr indent="-323850" lvl="0" marL="342900" rtl="0" algn="l">
              <a:lnSpc>
                <a:spcPct val="95000"/>
              </a:lnSpc>
              <a:spcBef>
                <a:spcPts val="0"/>
              </a:spcBef>
              <a:spcAft>
                <a:spcPts val="0"/>
              </a:spcAft>
              <a:buClr>
                <a:schemeClr val="dk1"/>
              </a:buClr>
              <a:buSzPts val="2900"/>
              <a:buFont typeface="Times New Roman"/>
              <a:buChar char="•"/>
            </a:pPr>
            <a:r>
              <a:rPr lang="en-GB" sz="2900">
                <a:solidFill>
                  <a:schemeClr val="dk1"/>
                </a:solidFill>
                <a:latin typeface="Times New Roman"/>
                <a:ea typeface="Times New Roman"/>
                <a:cs typeface="Times New Roman"/>
                <a:sym typeface="Times New Roman"/>
              </a:rPr>
              <a:t>Two liquids that completely dissolve in each other are </a:t>
            </a:r>
            <a:r>
              <a:rPr b="1" i="1" lang="en-GB" sz="2900" u="sng">
                <a:solidFill>
                  <a:schemeClr val="dk1"/>
                </a:solidFill>
                <a:latin typeface="Times New Roman"/>
                <a:ea typeface="Times New Roman"/>
                <a:cs typeface="Times New Roman"/>
                <a:sym typeface="Times New Roman"/>
              </a:rPr>
              <a:t>miscible</a:t>
            </a:r>
            <a:r>
              <a:rPr lang="en-GB" sz="2900">
                <a:solidFill>
                  <a:schemeClr val="dk1"/>
                </a:solidFill>
                <a:latin typeface="Times New Roman"/>
                <a:ea typeface="Times New Roman"/>
                <a:cs typeface="Times New Roman"/>
                <a:sym typeface="Times New Roman"/>
              </a:rPr>
              <a:t> liquids.</a:t>
            </a:r>
            <a:endParaRPr sz="2900">
              <a:solidFill>
                <a:schemeClr val="dk1"/>
              </a:solidFill>
            </a:endParaRPr>
          </a:p>
          <a:p>
            <a:pPr indent="-323850" lvl="0" marL="342900" rtl="0" algn="l">
              <a:lnSpc>
                <a:spcPct val="95000"/>
              </a:lnSpc>
              <a:spcBef>
                <a:spcPts val="1120"/>
              </a:spcBef>
              <a:spcAft>
                <a:spcPts val="0"/>
              </a:spcAft>
              <a:buClr>
                <a:schemeClr val="dk1"/>
              </a:buClr>
              <a:buSzPts val="2900"/>
              <a:buFont typeface="Times New Roman"/>
              <a:buChar char="•"/>
            </a:pPr>
            <a:r>
              <a:rPr lang="en-GB" sz="2900">
                <a:solidFill>
                  <a:schemeClr val="dk1"/>
                </a:solidFill>
                <a:latin typeface="Times New Roman"/>
                <a:ea typeface="Times New Roman"/>
                <a:cs typeface="Times New Roman"/>
                <a:sym typeface="Times New Roman"/>
              </a:rPr>
              <a:t>Two liquids that are not miscible in each other are </a:t>
            </a:r>
            <a:r>
              <a:rPr b="1" i="1" lang="en-GB" sz="2900" u="sng">
                <a:solidFill>
                  <a:schemeClr val="dk1"/>
                </a:solidFill>
                <a:latin typeface="Times New Roman"/>
                <a:ea typeface="Times New Roman"/>
                <a:cs typeface="Times New Roman"/>
                <a:sym typeface="Times New Roman"/>
              </a:rPr>
              <a:t>immiscible</a:t>
            </a:r>
            <a:r>
              <a:rPr lang="en-GB" sz="2900">
                <a:solidFill>
                  <a:schemeClr val="dk1"/>
                </a:solidFill>
                <a:latin typeface="Times New Roman"/>
                <a:ea typeface="Times New Roman"/>
                <a:cs typeface="Times New Roman"/>
                <a:sym typeface="Times New Roman"/>
              </a:rPr>
              <a:t> liquids.</a:t>
            </a:r>
            <a:endParaRPr sz="2900">
              <a:solidFill>
                <a:schemeClr val="dk1"/>
              </a:solidFill>
            </a:endParaRPr>
          </a:p>
          <a:p>
            <a:pPr indent="-323850" lvl="0" marL="342900" rtl="0" algn="l">
              <a:lnSpc>
                <a:spcPct val="95000"/>
              </a:lnSpc>
              <a:spcBef>
                <a:spcPts val="1120"/>
              </a:spcBef>
              <a:spcAft>
                <a:spcPts val="0"/>
              </a:spcAft>
              <a:buClr>
                <a:schemeClr val="dk1"/>
              </a:buClr>
              <a:buSzPts val="2900"/>
              <a:buFont typeface="Times New Roman"/>
              <a:buChar char="•"/>
            </a:pPr>
            <a:r>
              <a:rPr lang="en-GB" sz="2900">
                <a:solidFill>
                  <a:schemeClr val="dk1"/>
                </a:solidFill>
                <a:latin typeface="Times New Roman"/>
                <a:ea typeface="Times New Roman"/>
                <a:cs typeface="Times New Roman"/>
                <a:sym typeface="Times New Roman"/>
              </a:rPr>
              <a:t>Polar water and nonpolar oil are immiscible liquids and do not mix to form a solution.</a:t>
            </a:r>
            <a:endParaRPr sz="2900">
              <a:solidFill>
                <a:schemeClr val="dk1"/>
              </a:solidFill>
            </a:endParaRPr>
          </a:p>
          <a:p>
            <a:pPr indent="0" lvl="0" marL="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pic>
        <p:nvPicPr>
          <p:cNvPr id="277" name="Google Shape;277;p43"/>
          <p:cNvPicPr preferRelativeResize="0"/>
          <p:nvPr/>
        </p:nvPicPr>
        <p:blipFill rotWithShape="1">
          <a:blip r:embed="rId3">
            <a:alphaModFix/>
          </a:blip>
          <a:srcRect b="0" l="0" r="50332" t="0"/>
          <a:stretch/>
        </p:blipFill>
        <p:spPr>
          <a:xfrm>
            <a:off x="7937413" y="221531"/>
            <a:ext cx="640080" cy="729691"/>
          </a:xfrm>
          <a:prstGeom prst="rect">
            <a:avLst/>
          </a:prstGeom>
          <a:noFill/>
          <a:ln>
            <a:noFill/>
          </a:ln>
        </p:spPr>
      </p:pic>
      <p:pic>
        <p:nvPicPr>
          <p:cNvPr descr="fg14_01-01UN" id="278" name="Google Shape;278;p43"/>
          <p:cNvPicPr preferRelativeResize="0"/>
          <p:nvPr/>
        </p:nvPicPr>
        <p:blipFill rotWithShape="1">
          <a:blip r:embed="rId4">
            <a:alphaModFix/>
          </a:blip>
          <a:srcRect b="4205" l="0" r="28591" t="0"/>
          <a:stretch/>
        </p:blipFill>
        <p:spPr>
          <a:xfrm>
            <a:off x="6902925" y="1231175"/>
            <a:ext cx="2046300" cy="37374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4"/>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4000"/>
              <a:t>Explore - </a:t>
            </a:r>
            <a:r>
              <a:rPr lang="en-GB" sz="4000"/>
              <a:t>Solids in Solution</a:t>
            </a:r>
            <a:endParaRPr sz="4000"/>
          </a:p>
        </p:txBody>
      </p:sp>
      <p:pic>
        <p:nvPicPr>
          <p:cNvPr id="285" name="Google Shape;285;p44"/>
          <p:cNvPicPr preferRelativeResize="0"/>
          <p:nvPr/>
        </p:nvPicPr>
        <p:blipFill rotWithShape="1">
          <a:blip r:embed="rId3">
            <a:alphaModFix/>
          </a:blip>
          <a:srcRect b="0" l="0" r="50332" t="0"/>
          <a:stretch/>
        </p:blipFill>
        <p:spPr>
          <a:xfrm>
            <a:off x="7358438" y="221531"/>
            <a:ext cx="640080" cy="729691"/>
          </a:xfrm>
          <a:prstGeom prst="rect">
            <a:avLst/>
          </a:prstGeom>
          <a:noFill/>
          <a:ln>
            <a:noFill/>
          </a:ln>
        </p:spPr>
      </p:pic>
      <p:pic>
        <p:nvPicPr>
          <p:cNvPr id="286" name="Google Shape;286;p44"/>
          <p:cNvPicPr preferRelativeResize="0"/>
          <p:nvPr/>
        </p:nvPicPr>
        <p:blipFill>
          <a:blip r:embed="rId4">
            <a:alphaModFix/>
          </a:blip>
          <a:stretch>
            <a:fillRect/>
          </a:stretch>
        </p:blipFill>
        <p:spPr>
          <a:xfrm>
            <a:off x="5353145" y="3312850"/>
            <a:ext cx="3300125" cy="1718025"/>
          </a:xfrm>
          <a:prstGeom prst="rect">
            <a:avLst/>
          </a:prstGeom>
          <a:noFill/>
          <a:ln>
            <a:noFill/>
          </a:ln>
        </p:spPr>
      </p:pic>
      <p:sp>
        <p:nvSpPr>
          <p:cNvPr id="287" name="Google Shape;287;p44"/>
          <p:cNvSpPr txBox="1"/>
          <p:nvPr/>
        </p:nvSpPr>
        <p:spPr>
          <a:xfrm>
            <a:off x="246125" y="1231175"/>
            <a:ext cx="8333700" cy="3252300"/>
          </a:xfrm>
          <a:prstGeom prst="rect">
            <a:avLst/>
          </a:prstGeom>
          <a:noFill/>
          <a:ln>
            <a:noFill/>
          </a:ln>
        </p:spPr>
        <p:txBody>
          <a:bodyPr anchorCtr="0" anchor="t" bIns="91425" lIns="91425" spcFirstLastPara="1" rIns="91425" wrap="square" tIns="91425">
            <a:noAutofit/>
          </a:bodyPr>
          <a:lstStyle/>
          <a:p>
            <a:pPr indent="-285750" lvl="0" marL="342900" rtl="0" algn="l">
              <a:lnSpc>
                <a:spcPct val="95000"/>
              </a:lnSpc>
              <a:spcBef>
                <a:spcPts val="0"/>
              </a:spcBef>
              <a:spcAft>
                <a:spcPts val="0"/>
              </a:spcAft>
              <a:buClr>
                <a:schemeClr val="dk1"/>
              </a:buClr>
              <a:buSzPts val="2300"/>
              <a:buFont typeface="Times New Roman"/>
              <a:buChar char="•"/>
            </a:pPr>
            <a:r>
              <a:rPr lang="en-GB" sz="2300">
                <a:solidFill>
                  <a:schemeClr val="dk1"/>
                </a:solidFill>
                <a:latin typeface="Times New Roman"/>
                <a:ea typeface="Times New Roman"/>
                <a:cs typeface="Times New Roman"/>
                <a:sym typeface="Times New Roman"/>
              </a:rPr>
              <a:t>When a solid substance dissolves in a liquid, the solute particles are attracted to the solvent particles.</a:t>
            </a:r>
            <a:endParaRPr sz="2300">
              <a:solidFill>
                <a:schemeClr val="dk1"/>
              </a:solidFill>
            </a:endParaRPr>
          </a:p>
          <a:p>
            <a:pPr indent="-285750" lvl="0" marL="342900" rtl="0" algn="l">
              <a:lnSpc>
                <a:spcPct val="95000"/>
              </a:lnSpc>
              <a:spcBef>
                <a:spcPts val="1120"/>
              </a:spcBef>
              <a:spcAft>
                <a:spcPts val="0"/>
              </a:spcAft>
              <a:buClr>
                <a:schemeClr val="dk1"/>
              </a:buClr>
              <a:buSzPts val="2300"/>
              <a:buFont typeface="Times New Roman"/>
              <a:buChar char="•"/>
            </a:pPr>
            <a:r>
              <a:rPr lang="en-GB" sz="2300">
                <a:solidFill>
                  <a:schemeClr val="dk1"/>
                </a:solidFill>
                <a:latin typeface="Times New Roman"/>
                <a:ea typeface="Times New Roman"/>
                <a:cs typeface="Times New Roman"/>
                <a:sym typeface="Times New Roman"/>
              </a:rPr>
              <a:t>When a solution forms, the solute particles are more strongly attracted to the solvent particles than other solute particles.</a:t>
            </a:r>
            <a:endParaRPr sz="2300">
              <a:solidFill>
                <a:schemeClr val="dk1"/>
              </a:solidFill>
            </a:endParaRPr>
          </a:p>
          <a:p>
            <a:pPr indent="-285750" lvl="0" marL="342900" rtl="0" algn="l">
              <a:lnSpc>
                <a:spcPct val="95000"/>
              </a:lnSpc>
              <a:spcBef>
                <a:spcPts val="1120"/>
              </a:spcBef>
              <a:spcAft>
                <a:spcPts val="0"/>
              </a:spcAft>
              <a:buClr>
                <a:schemeClr val="dk1"/>
              </a:buClr>
              <a:buSzPts val="2300"/>
              <a:buFont typeface="Times New Roman"/>
              <a:buChar char="•"/>
            </a:pPr>
            <a:r>
              <a:rPr lang="en-GB" sz="2300">
                <a:solidFill>
                  <a:schemeClr val="dk1"/>
                </a:solidFill>
                <a:latin typeface="Times New Roman"/>
                <a:ea typeface="Times New Roman"/>
                <a:cs typeface="Times New Roman"/>
                <a:sym typeface="Times New Roman"/>
              </a:rPr>
              <a:t>We can also predict whether a solid will dissolve in a liquid by applying the </a:t>
            </a:r>
            <a:r>
              <a:rPr i="1" lang="en-GB" sz="2300">
                <a:solidFill>
                  <a:schemeClr val="dk1"/>
                </a:solidFill>
                <a:latin typeface="Times New Roman"/>
                <a:ea typeface="Times New Roman"/>
                <a:cs typeface="Times New Roman"/>
                <a:sym typeface="Times New Roman"/>
              </a:rPr>
              <a:t>like dissolves like rule</a:t>
            </a:r>
            <a:r>
              <a:rPr lang="en-GB" sz="2300">
                <a:solidFill>
                  <a:schemeClr val="dk1"/>
                </a:solidFill>
                <a:latin typeface="Times New Roman"/>
                <a:ea typeface="Times New Roman"/>
                <a:cs typeface="Times New Roman"/>
                <a:sym typeface="Times New Roman"/>
              </a:rPr>
              <a:t>.</a:t>
            </a:r>
            <a:endParaRPr sz="2300">
              <a:solidFill>
                <a:schemeClr val="dk1"/>
              </a:solidFill>
            </a:endParaRPr>
          </a:p>
          <a:p>
            <a:pPr indent="0" lvl="0" marL="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5"/>
          <p:cNvSpPr txBox="1"/>
          <p:nvPr>
            <p:ph type="title"/>
          </p:nvPr>
        </p:nvSpPr>
        <p:spPr>
          <a:xfrm>
            <a:off x="914400" y="10313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3700"/>
              <a:t>Explore - </a:t>
            </a:r>
            <a:r>
              <a:rPr lang="en-GB" sz="3700"/>
              <a:t>Solubility of Ionic Compounds</a:t>
            </a:r>
            <a:endParaRPr sz="3700"/>
          </a:p>
        </p:txBody>
      </p:sp>
      <p:pic>
        <p:nvPicPr>
          <p:cNvPr id="294" name="Google Shape;294;p45"/>
          <p:cNvPicPr preferRelativeResize="0"/>
          <p:nvPr/>
        </p:nvPicPr>
        <p:blipFill rotWithShape="1">
          <a:blip r:embed="rId3">
            <a:alphaModFix/>
          </a:blip>
          <a:srcRect b="0" l="0" r="50332" t="0"/>
          <a:stretch/>
        </p:blipFill>
        <p:spPr>
          <a:xfrm>
            <a:off x="168288" y="208081"/>
            <a:ext cx="640080" cy="729691"/>
          </a:xfrm>
          <a:prstGeom prst="rect">
            <a:avLst/>
          </a:prstGeom>
          <a:noFill/>
          <a:ln>
            <a:noFill/>
          </a:ln>
        </p:spPr>
      </p:pic>
      <p:sp>
        <p:nvSpPr>
          <p:cNvPr id="295" name="Google Shape;295;p45"/>
          <p:cNvSpPr txBox="1"/>
          <p:nvPr/>
        </p:nvSpPr>
        <p:spPr>
          <a:xfrm>
            <a:off x="246125" y="1231175"/>
            <a:ext cx="8640900" cy="3252300"/>
          </a:xfrm>
          <a:prstGeom prst="rect">
            <a:avLst/>
          </a:prstGeom>
          <a:noFill/>
          <a:ln>
            <a:noFill/>
          </a:ln>
        </p:spPr>
        <p:txBody>
          <a:bodyPr anchorCtr="0" anchor="t" bIns="91425" lIns="91425" spcFirstLastPara="1" rIns="91425" wrap="square" tIns="91425">
            <a:noAutofit/>
          </a:bodyPr>
          <a:lstStyle/>
          <a:p>
            <a:pPr indent="-304800" lvl="0" marL="342900" rtl="0" algn="l">
              <a:lnSpc>
                <a:spcPct val="95000"/>
              </a:lnSpc>
              <a:spcBef>
                <a:spcPts val="0"/>
              </a:spcBef>
              <a:spcAft>
                <a:spcPts val="0"/>
              </a:spcAft>
              <a:buClr>
                <a:schemeClr val="dk1"/>
              </a:buClr>
              <a:buSzPts val="2600"/>
              <a:buFont typeface="Times New Roman"/>
              <a:buChar char="•"/>
            </a:pPr>
            <a:r>
              <a:rPr lang="en-GB" sz="2600">
                <a:solidFill>
                  <a:schemeClr val="dk1"/>
                </a:solidFill>
                <a:latin typeface="Times New Roman"/>
                <a:ea typeface="Times New Roman"/>
                <a:cs typeface="Times New Roman"/>
                <a:sym typeface="Times New Roman"/>
              </a:rPr>
              <a:t>Ionic compounds, like sodium chloride, are soluble in polar solvents and insoluble in nonpolar solvents.</a:t>
            </a:r>
            <a:endParaRPr sz="2600">
              <a:solidFill>
                <a:schemeClr val="dk1"/>
              </a:solidFill>
            </a:endParaRPr>
          </a:p>
          <a:p>
            <a:pPr indent="-304800" lvl="0" marL="342900" rtl="0" algn="l">
              <a:lnSpc>
                <a:spcPct val="95000"/>
              </a:lnSpc>
              <a:spcBef>
                <a:spcPts val="1120"/>
              </a:spcBef>
              <a:spcAft>
                <a:spcPts val="0"/>
              </a:spcAft>
              <a:buClr>
                <a:schemeClr val="dk1"/>
              </a:buClr>
              <a:buSzPts val="2600"/>
              <a:buFont typeface="Times New Roman"/>
              <a:buChar char="•"/>
            </a:pPr>
            <a:r>
              <a:rPr lang="en-GB" sz="2600">
                <a:solidFill>
                  <a:schemeClr val="dk1"/>
                </a:solidFill>
                <a:latin typeface="Times New Roman"/>
                <a:ea typeface="Times New Roman"/>
                <a:cs typeface="Times New Roman"/>
                <a:sym typeface="Times New Roman"/>
              </a:rPr>
              <a:t>Polar compounds, like table sugar (C</a:t>
            </a:r>
            <a:r>
              <a:rPr baseline="-25000" lang="en-GB" sz="2600">
                <a:solidFill>
                  <a:schemeClr val="dk1"/>
                </a:solidFill>
                <a:latin typeface="Times New Roman"/>
                <a:ea typeface="Times New Roman"/>
                <a:cs typeface="Times New Roman"/>
                <a:sym typeface="Times New Roman"/>
              </a:rPr>
              <a:t>12</a:t>
            </a:r>
            <a:r>
              <a:rPr lang="en-GB" sz="2600">
                <a:solidFill>
                  <a:schemeClr val="dk1"/>
                </a:solidFill>
                <a:latin typeface="Times New Roman"/>
                <a:ea typeface="Times New Roman"/>
                <a:cs typeface="Times New Roman"/>
                <a:sym typeface="Times New Roman"/>
              </a:rPr>
              <a:t>H</a:t>
            </a:r>
            <a:r>
              <a:rPr baseline="-25000" lang="en-GB" sz="2600">
                <a:solidFill>
                  <a:schemeClr val="dk1"/>
                </a:solidFill>
                <a:latin typeface="Times New Roman"/>
                <a:ea typeface="Times New Roman"/>
                <a:cs typeface="Times New Roman"/>
                <a:sym typeface="Times New Roman"/>
              </a:rPr>
              <a:t>22</a:t>
            </a:r>
            <a:r>
              <a:rPr lang="en-GB" sz="2600">
                <a:solidFill>
                  <a:schemeClr val="dk1"/>
                </a:solidFill>
                <a:latin typeface="Times New Roman"/>
                <a:ea typeface="Times New Roman"/>
                <a:cs typeface="Times New Roman"/>
                <a:sym typeface="Times New Roman"/>
              </a:rPr>
              <a:t>O</a:t>
            </a:r>
            <a:r>
              <a:rPr baseline="-25000" lang="en-GB" sz="2600">
                <a:solidFill>
                  <a:schemeClr val="dk1"/>
                </a:solidFill>
                <a:latin typeface="Times New Roman"/>
                <a:ea typeface="Times New Roman"/>
                <a:cs typeface="Times New Roman"/>
                <a:sym typeface="Times New Roman"/>
              </a:rPr>
              <a:t>11</a:t>
            </a:r>
            <a:r>
              <a:rPr lang="en-GB" sz="2600">
                <a:solidFill>
                  <a:schemeClr val="dk1"/>
                </a:solidFill>
                <a:latin typeface="Times New Roman"/>
                <a:ea typeface="Times New Roman"/>
                <a:cs typeface="Times New Roman"/>
                <a:sym typeface="Times New Roman"/>
              </a:rPr>
              <a:t>), are soluble in polar solvents (dipole and H-bond attractions) and insoluble in nonpolar solvents.</a:t>
            </a:r>
            <a:endParaRPr sz="2600">
              <a:solidFill>
                <a:schemeClr val="dk1"/>
              </a:solidFill>
            </a:endParaRPr>
          </a:p>
          <a:p>
            <a:pPr indent="-304800" lvl="0" marL="342900" rtl="0" algn="l">
              <a:lnSpc>
                <a:spcPct val="95000"/>
              </a:lnSpc>
              <a:spcBef>
                <a:spcPts val="1120"/>
              </a:spcBef>
              <a:spcAft>
                <a:spcPts val="0"/>
              </a:spcAft>
              <a:buClr>
                <a:schemeClr val="dk1"/>
              </a:buClr>
              <a:buSzPts val="2600"/>
              <a:buFont typeface="Times New Roman"/>
              <a:buChar char="•"/>
            </a:pPr>
            <a:r>
              <a:rPr lang="en-GB" sz="2600">
                <a:solidFill>
                  <a:schemeClr val="dk1"/>
                </a:solidFill>
                <a:latin typeface="Times New Roman"/>
                <a:ea typeface="Times New Roman"/>
                <a:cs typeface="Times New Roman"/>
                <a:sym typeface="Times New Roman"/>
              </a:rPr>
              <a:t>Nonpolar compounds, like naphthalene (C</a:t>
            </a:r>
            <a:r>
              <a:rPr baseline="-25000" lang="en-GB" sz="2600">
                <a:solidFill>
                  <a:schemeClr val="dk1"/>
                </a:solidFill>
                <a:latin typeface="Times New Roman"/>
                <a:ea typeface="Times New Roman"/>
                <a:cs typeface="Times New Roman"/>
                <a:sym typeface="Times New Roman"/>
              </a:rPr>
              <a:t>10</a:t>
            </a:r>
            <a:r>
              <a:rPr lang="en-GB" sz="2600">
                <a:solidFill>
                  <a:schemeClr val="dk1"/>
                </a:solidFill>
                <a:latin typeface="Times New Roman"/>
                <a:ea typeface="Times New Roman"/>
                <a:cs typeface="Times New Roman"/>
                <a:sym typeface="Times New Roman"/>
              </a:rPr>
              <a:t>H</a:t>
            </a:r>
            <a:r>
              <a:rPr baseline="-25000" lang="en-GB" sz="2600">
                <a:solidFill>
                  <a:schemeClr val="dk1"/>
                </a:solidFill>
                <a:latin typeface="Times New Roman"/>
                <a:ea typeface="Times New Roman"/>
                <a:cs typeface="Times New Roman"/>
                <a:sym typeface="Times New Roman"/>
              </a:rPr>
              <a:t>8</a:t>
            </a:r>
            <a:r>
              <a:rPr lang="en-GB" sz="2600">
                <a:solidFill>
                  <a:schemeClr val="dk1"/>
                </a:solidFill>
                <a:latin typeface="Times New Roman"/>
                <a:ea typeface="Times New Roman"/>
                <a:cs typeface="Times New Roman"/>
                <a:sym typeface="Times New Roman"/>
              </a:rPr>
              <a:t>), are soluble in nonpolar solvents and insoluble in polar solvents. LDF allow non-polars to attract and mix but cannot disrupt stronger dipole attractions</a:t>
            </a:r>
            <a:endParaRPr sz="2600">
              <a:solidFill>
                <a:schemeClr val="dk1"/>
              </a:solidFill>
            </a:endParaRPr>
          </a:p>
          <a:p>
            <a:pPr indent="0" lvl="0" marL="0" rtl="0" algn="l">
              <a:spcBef>
                <a:spcPts val="0"/>
              </a:spcBef>
              <a:spcAft>
                <a:spcPts val="0"/>
              </a:spcAft>
              <a:buNone/>
            </a:pPr>
            <a:r>
              <a:t/>
            </a:r>
            <a:endParaRPr sz="17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6"/>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4200"/>
              <a:t>Explore - Dissolving Process</a:t>
            </a:r>
            <a:endParaRPr sz="3700"/>
          </a:p>
        </p:txBody>
      </p:sp>
      <p:pic>
        <p:nvPicPr>
          <p:cNvPr id="302" name="Google Shape;302;p46"/>
          <p:cNvPicPr preferRelativeResize="0"/>
          <p:nvPr/>
        </p:nvPicPr>
        <p:blipFill rotWithShape="1">
          <a:blip r:embed="rId3">
            <a:alphaModFix/>
          </a:blip>
          <a:srcRect b="0" l="0" r="50332" t="0"/>
          <a:stretch/>
        </p:blipFill>
        <p:spPr>
          <a:xfrm>
            <a:off x="7573863" y="116569"/>
            <a:ext cx="640080" cy="729691"/>
          </a:xfrm>
          <a:prstGeom prst="rect">
            <a:avLst/>
          </a:prstGeom>
          <a:noFill/>
          <a:ln>
            <a:noFill/>
          </a:ln>
        </p:spPr>
      </p:pic>
      <p:sp>
        <p:nvSpPr>
          <p:cNvPr id="303" name="Google Shape;303;p46"/>
          <p:cNvSpPr txBox="1"/>
          <p:nvPr/>
        </p:nvSpPr>
        <p:spPr>
          <a:xfrm>
            <a:off x="2508100" y="1231175"/>
            <a:ext cx="6378900" cy="3252300"/>
          </a:xfrm>
          <a:prstGeom prst="rect">
            <a:avLst/>
          </a:prstGeom>
          <a:noFill/>
          <a:ln>
            <a:noFill/>
          </a:ln>
        </p:spPr>
        <p:txBody>
          <a:bodyPr anchorCtr="0" anchor="t" bIns="91425" lIns="91425" spcFirstLastPara="1" rIns="91425" wrap="square" tIns="91425">
            <a:noAutofit/>
          </a:bodyPr>
          <a:lstStyle/>
          <a:p>
            <a:pPr indent="-285750" lvl="0" marL="342900" rtl="0" algn="l">
              <a:lnSpc>
                <a:spcPct val="95000"/>
              </a:lnSpc>
              <a:spcBef>
                <a:spcPts val="0"/>
              </a:spcBef>
              <a:spcAft>
                <a:spcPts val="0"/>
              </a:spcAft>
              <a:buClr>
                <a:schemeClr val="dk1"/>
              </a:buClr>
              <a:buSzPts val="2300"/>
              <a:buFont typeface="Times New Roman"/>
              <a:buChar char="•"/>
            </a:pPr>
            <a:r>
              <a:rPr lang="en-GB" sz="2300">
                <a:solidFill>
                  <a:schemeClr val="dk1"/>
                </a:solidFill>
                <a:latin typeface="Times New Roman"/>
                <a:ea typeface="Times New Roman"/>
                <a:cs typeface="Times New Roman"/>
                <a:sym typeface="Times New Roman"/>
              </a:rPr>
              <a:t>When a soluble crystal is placed into a solvent, it begins to dissolve.</a:t>
            </a:r>
            <a:endParaRPr sz="2300">
              <a:solidFill>
                <a:schemeClr val="dk1"/>
              </a:solidFill>
            </a:endParaRPr>
          </a:p>
          <a:p>
            <a:pPr indent="-285750" lvl="0" marL="342900" rtl="0" algn="l">
              <a:lnSpc>
                <a:spcPct val="95000"/>
              </a:lnSpc>
              <a:spcBef>
                <a:spcPts val="0"/>
              </a:spcBef>
              <a:spcAft>
                <a:spcPts val="0"/>
              </a:spcAft>
              <a:buClr>
                <a:schemeClr val="dk1"/>
              </a:buClr>
              <a:buSzPts val="2300"/>
              <a:buFont typeface="Times New Roman"/>
              <a:buChar char="•"/>
            </a:pPr>
            <a:r>
              <a:rPr lang="en-GB" sz="2300">
                <a:solidFill>
                  <a:schemeClr val="dk1"/>
                </a:solidFill>
                <a:latin typeface="Times New Roman"/>
                <a:ea typeface="Times New Roman"/>
                <a:cs typeface="Times New Roman"/>
                <a:sym typeface="Times New Roman"/>
              </a:rPr>
              <a:t>When a sugar crystal is placed in water, the water molecules attack the crystal and begin pulling part of it away and into solution.</a:t>
            </a:r>
            <a:endParaRPr sz="500">
              <a:solidFill>
                <a:schemeClr val="dk1"/>
              </a:solidFill>
            </a:endParaRPr>
          </a:p>
          <a:p>
            <a:pPr indent="-285750" lvl="0" marL="342900" rtl="0" algn="l">
              <a:lnSpc>
                <a:spcPct val="95000"/>
              </a:lnSpc>
              <a:spcBef>
                <a:spcPts val="1120"/>
              </a:spcBef>
              <a:spcAft>
                <a:spcPts val="0"/>
              </a:spcAft>
              <a:buClr>
                <a:schemeClr val="dk1"/>
              </a:buClr>
              <a:buSzPts val="2300"/>
              <a:buFont typeface="Times New Roman"/>
              <a:buChar char="•"/>
            </a:pPr>
            <a:r>
              <a:rPr lang="en-GB" sz="2300">
                <a:solidFill>
                  <a:schemeClr val="dk1"/>
                </a:solidFill>
                <a:latin typeface="Times New Roman"/>
                <a:ea typeface="Times New Roman"/>
                <a:cs typeface="Times New Roman"/>
                <a:sym typeface="Times New Roman"/>
              </a:rPr>
              <a:t>The sugar molecules are held within a cluster of water molecules called a </a:t>
            </a:r>
            <a:r>
              <a:rPr b="1" i="1" lang="en-GB" sz="2300" u="sng">
                <a:solidFill>
                  <a:schemeClr val="dk1"/>
                </a:solidFill>
                <a:latin typeface="Times New Roman"/>
                <a:ea typeface="Times New Roman"/>
                <a:cs typeface="Times New Roman"/>
                <a:sym typeface="Times New Roman"/>
              </a:rPr>
              <a:t>solvent cage</a:t>
            </a:r>
            <a:r>
              <a:rPr lang="en-GB" sz="2300">
                <a:solidFill>
                  <a:schemeClr val="dk1"/>
                </a:solidFill>
                <a:latin typeface="Times New Roman"/>
                <a:ea typeface="Times New Roman"/>
                <a:cs typeface="Times New Roman"/>
                <a:sym typeface="Times New Roman"/>
              </a:rPr>
              <a:t>.</a:t>
            </a:r>
            <a:endParaRPr sz="500">
              <a:solidFill>
                <a:schemeClr val="dk1"/>
              </a:solidFill>
            </a:endParaRPr>
          </a:p>
          <a:p>
            <a:pPr indent="0" lvl="0" marL="0" rtl="0" algn="l">
              <a:spcBef>
                <a:spcPts val="0"/>
              </a:spcBef>
              <a:spcAft>
                <a:spcPts val="0"/>
              </a:spcAft>
              <a:buNone/>
            </a:pPr>
            <a:r>
              <a:t/>
            </a:r>
            <a:endParaRPr sz="1700">
              <a:solidFill>
                <a:schemeClr val="dk1"/>
              </a:solidFill>
              <a:latin typeface="Times New Roman"/>
              <a:ea typeface="Times New Roman"/>
              <a:cs typeface="Times New Roman"/>
              <a:sym typeface="Times New Roman"/>
            </a:endParaRPr>
          </a:p>
        </p:txBody>
      </p:sp>
      <p:pic>
        <p:nvPicPr>
          <p:cNvPr descr="fg14_02" id="304" name="Google Shape;304;p46"/>
          <p:cNvPicPr preferRelativeResize="0"/>
          <p:nvPr/>
        </p:nvPicPr>
        <p:blipFill rotWithShape="1">
          <a:blip r:embed="rId4">
            <a:alphaModFix/>
          </a:blip>
          <a:srcRect b="4489" l="0" r="30507" t="0"/>
          <a:stretch/>
        </p:blipFill>
        <p:spPr>
          <a:xfrm>
            <a:off x="283600" y="1231175"/>
            <a:ext cx="2076900" cy="3831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7"/>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4200"/>
              <a:t>Explore - Dissolving Process</a:t>
            </a:r>
            <a:endParaRPr sz="3700"/>
          </a:p>
        </p:txBody>
      </p:sp>
      <p:pic>
        <p:nvPicPr>
          <p:cNvPr id="311" name="Google Shape;311;p47"/>
          <p:cNvPicPr preferRelativeResize="0"/>
          <p:nvPr/>
        </p:nvPicPr>
        <p:blipFill rotWithShape="1">
          <a:blip r:embed="rId3">
            <a:alphaModFix/>
          </a:blip>
          <a:srcRect b="0" l="0" r="50332" t="0"/>
          <a:stretch/>
        </p:blipFill>
        <p:spPr>
          <a:xfrm>
            <a:off x="7614238" y="221531"/>
            <a:ext cx="640080" cy="729691"/>
          </a:xfrm>
          <a:prstGeom prst="rect">
            <a:avLst/>
          </a:prstGeom>
          <a:noFill/>
          <a:ln>
            <a:noFill/>
          </a:ln>
        </p:spPr>
      </p:pic>
      <p:sp>
        <p:nvSpPr>
          <p:cNvPr id="312" name="Google Shape;312;p47"/>
          <p:cNvSpPr txBox="1"/>
          <p:nvPr/>
        </p:nvSpPr>
        <p:spPr>
          <a:xfrm>
            <a:off x="262025" y="1252025"/>
            <a:ext cx="6378900" cy="3252300"/>
          </a:xfrm>
          <a:prstGeom prst="rect">
            <a:avLst/>
          </a:prstGeom>
          <a:noFill/>
          <a:ln>
            <a:noFill/>
          </a:ln>
        </p:spPr>
        <p:txBody>
          <a:bodyPr anchorCtr="0" anchor="t" bIns="91425" lIns="91425" spcFirstLastPara="1" rIns="91425" wrap="square" tIns="91425">
            <a:noAutofit/>
          </a:bodyPr>
          <a:lstStyle/>
          <a:p>
            <a:pPr indent="-304800" lvl="0" marL="342900" rtl="0" algn="l">
              <a:lnSpc>
                <a:spcPct val="95000"/>
              </a:lnSpc>
              <a:spcBef>
                <a:spcPts val="0"/>
              </a:spcBef>
              <a:spcAft>
                <a:spcPts val="0"/>
              </a:spcAft>
              <a:buClr>
                <a:schemeClr val="dk1"/>
              </a:buClr>
              <a:buSzPts val="2600"/>
              <a:buFont typeface="Times New Roman"/>
              <a:buChar char="•"/>
            </a:pPr>
            <a:r>
              <a:rPr lang="en-GB" sz="2600">
                <a:solidFill>
                  <a:schemeClr val="dk1"/>
                </a:solidFill>
                <a:latin typeface="Times New Roman"/>
                <a:ea typeface="Times New Roman"/>
                <a:cs typeface="Times New Roman"/>
                <a:sym typeface="Times New Roman"/>
              </a:rPr>
              <a:t>When a sodium chloride crystal is place in water, the water molecules attack the edge of the crystal.</a:t>
            </a:r>
            <a:endParaRPr sz="2600">
              <a:solidFill>
                <a:schemeClr val="dk1"/>
              </a:solidFill>
            </a:endParaRPr>
          </a:p>
          <a:p>
            <a:pPr indent="-304800" lvl="0" marL="342900" rtl="0" algn="l">
              <a:lnSpc>
                <a:spcPct val="95000"/>
              </a:lnSpc>
              <a:spcBef>
                <a:spcPts val="0"/>
              </a:spcBef>
              <a:spcAft>
                <a:spcPts val="0"/>
              </a:spcAft>
              <a:buClr>
                <a:schemeClr val="dk1"/>
              </a:buClr>
              <a:buSzPts val="2600"/>
              <a:buFont typeface="Times New Roman"/>
              <a:buChar char="•"/>
            </a:pPr>
            <a:r>
              <a:rPr lang="en-GB" sz="2600">
                <a:solidFill>
                  <a:schemeClr val="dk1"/>
                </a:solidFill>
                <a:latin typeface="Times New Roman"/>
                <a:ea typeface="Times New Roman"/>
                <a:cs typeface="Times New Roman"/>
                <a:sym typeface="Times New Roman"/>
              </a:rPr>
              <a:t>In an ionic compound, the water molecules pull individual ions off of the crystal.</a:t>
            </a:r>
            <a:endParaRPr sz="800">
              <a:solidFill>
                <a:schemeClr val="dk1"/>
              </a:solidFill>
            </a:endParaRPr>
          </a:p>
          <a:p>
            <a:pPr indent="-304800" lvl="0" marL="342900" rtl="0" algn="l">
              <a:lnSpc>
                <a:spcPct val="95000"/>
              </a:lnSpc>
              <a:spcBef>
                <a:spcPts val="960"/>
              </a:spcBef>
              <a:spcAft>
                <a:spcPts val="0"/>
              </a:spcAft>
              <a:buClr>
                <a:schemeClr val="dk1"/>
              </a:buClr>
              <a:buSzPts val="2600"/>
              <a:buFont typeface="Times New Roman"/>
              <a:buChar char="•"/>
            </a:pPr>
            <a:r>
              <a:rPr lang="en-GB" sz="2600">
                <a:solidFill>
                  <a:schemeClr val="dk1"/>
                </a:solidFill>
                <a:latin typeface="Times New Roman"/>
                <a:ea typeface="Times New Roman"/>
                <a:cs typeface="Times New Roman"/>
                <a:sym typeface="Times New Roman"/>
              </a:rPr>
              <a:t>The anions are surrounded by the positively charged hydrogens on water.</a:t>
            </a:r>
            <a:endParaRPr sz="800">
              <a:solidFill>
                <a:schemeClr val="dk1"/>
              </a:solidFill>
            </a:endParaRPr>
          </a:p>
          <a:p>
            <a:pPr indent="-304800" lvl="0" marL="342900" rtl="0" algn="l">
              <a:lnSpc>
                <a:spcPct val="95000"/>
              </a:lnSpc>
              <a:spcBef>
                <a:spcPts val="960"/>
              </a:spcBef>
              <a:spcAft>
                <a:spcPts val="0"/>
              </a:spcAft>
              <a:buClr>
                <a:schemeClr val="dk1"/>
              </a:buClr>
              <a:buSzPts val="2600"/>
              <a:buFont typeface="Times New Roman"/>
              <a:buChar char="•"/>
            </a:pPr>
            <a:r>
              <a:rPr lang="en-GB" sz="2600">
                <a:solidFill>
                  <a:schemeClr val="dk1"/>
                </a:solidFill>
                <a:latin typeface="Times New Roman"/>
                <a:ea typeface="Times New Roman"/>
                <a:cs typeface="Times New Roman"/>
                <a:sym typeface="Times New Roman"/>
              </a:rPr>
              <a:t>The cations are surrounded by the negatively charged oxygen on water.</a:t>
            </a:r>
            <a:endParaRPr sz="800">
              <a:solidFill>
                <a:schemeClr val="dk1"/>
              </a:solidFill>
            </a:endParaRPr>
          </a:p>
          <a:p>
            <a:pPr indent="0" lvl="0" marL="0" rtl="0" algn="l">
              <a:spcBef>
                <a:spcPts val="0"/>
              </a:spcBef>
              <a:spcAft>
                <a:spcPts val="0"/>
              </a:spcAft>
              <a:buNone/>
            </a:pPr>
            <a:r>
              <a:t/>
            </a:r>
            <a:endParaRPr sz="1700">
              <a:solidFill>
                <a:schemeClr val="dk1"/>
              </a:solidFill>
              <a:latin typeface="Times New Roman"/>
              <a:ea typeface="Times New Roman"/>
              <a:cs typeface="Times New Roman"/>
              <a:sym typeface="Times New Roman"/>
            </a:endParaRPr>
          </a:p>
        </p:txBody>
      </p:sp>
      <p:pic>
        <p:nvPicPr>
          <p:cNvPr descr="fg14_03" id="313" name="Google Shape;313;p47"/>
          <p:cNvPicPr preferRelativeResize="0"/>
          <p:nvPr/>
        </p:nvPicPr>
        <p:blipFill rotWithShape="1">
          <a:blip r:embed="rId4">
            <a:alphaModFix/>
          </a:blip>
          <a:srcRect b="3651" l="0" r="23722" t="0"/>
          <a:stretch/>
        </p:blipFill>
        <p:spPr>
          <a:xfrm>
            <a:off x="6730725" y="1252025"/>
            <a:ext cx="2193600" cy="37779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8"/>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4200"/>
              <a:t>Explore - Dissolving Process</a:t>
            </a:r>
            <a:endParaRPr sz="4200"/>
          </a:p>
        </p:txBody>
      </p:sp>
      <p:pic>
        <p:nvPicPr>
          <p:cNvPr id="320" name="Google Shape;320;p48"/>
          <p:cNvPicPr preferRelativeResize="0"/>
          <p:nvPr/>
        </p:nvPicPr>
        <p:blipFill>
          <a:blip r:embed="rId3">
            <a:alphaModFix/>
          </a:blip>
          <a:stretch>
            <a:fillRect/>
          </a:stretch>
        </p:blipFill>
        <p:spPr>
          <a:xfrm>
            <a:off x="1440150" y="1290936"/>
            <a:ext cx="6039909" cy="378251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9"/>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Explore</a:t>
            </a:r>
            <a:r>
              <a:rPr lang="en-GB"/>
              <a:t> - Dissolving</a:t>
            </a:r>
            <a:endParaRPr/>
          </a:p>
        </p:txBody>
      </p:sp>
      <p:sp>
        <p:nvSpPr>
          <p:cNvPr id="327" name="Google Shape;327;p49"/>
          <p:cNvSpPr txBox="1"/>
          <p:nvPr/>
        </p:nvSpPr>
        <p:spPr>
          <a:xfrm>
            <a:off x="246125" y="1231175"/>
            <a:ext cx="8526600" cy="3854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Corbel"/>
                <a:ea typeface="Corbel"/>
                <a:cs typeface="Corbel"/>
                <a:sym typeface="Corbel"/>
              </a:rPr>
              <a:t>IN YOUR GROUP - WORK AT A CLASS WHITEBOARD</a:t>
            </a:r>
            <a:endParaRPr sz="2200">
              <a:solidFill>
                <a:schemeClr val="dk1"/>
              </a:solidFill>
              <a:latin typeface="Corbel"/>
              <a:ea typeface="Corbel"/>
              <a:cs typeface="Corbel"/>
              <a:sym typeface="Corbel"/>
            </a:endParaRPr>
          </a:p>
          <a:p>
            <a:pPr indent="0" lvl="0" marL="0" rtl="0" algn="ctr">
              <a:spcBef>
                <a:spcPts val="0"/>
              </a:spcBef>
              <a:spcAft>
                <a:spcPts val="0"/>
              </a:spcAft>
              <a:buNone/>
            </a:pPr>
            <a:r>
              <a:rPr b="1" lang="en-GB" sz="1800">
                <a:solidFill>
                  <a:schemeClr val="dk1"/>
                </a:solidFill>
                <a:latin typeface="Corbel"/>
                <a:ea typeface="Corbel"/>
                <a:cs typeface="Corbel"/>
                <a:sym typeface="Corbel"/>
              </a:rPr>
              <a:t>Record your work (take a photo and insert in these slides, redraw it in your notes etc)</a:t>
            </a:r>
            <a:endParaRPr b="1" sz="1800">
              <a:solidFill>
                <a:schemeClr val="dk1"/>
              </a:solidFill>
              <a:latin typeface="Corbel"/>
              <a:ea typeface="Corbel"/>
              <a:cs typeface="Corbel"/>
              <a:sym typeface="Corbel"/>
            </a:endParaRPr>
          </a:p>
          <a:p>
            <a:pPr indent="-368300" lvl="0" marL="457200" rtl="0" algn="l">
              <a:spcBef>
                <a:spcPts val="0"/>
              </a:spcBef>
              <a:spcAft>
                <a:spcPts val="0"/>
              </a:spcAft>
              <a:buClr>
                <a:schemeClr val="dk1"/>
              </a:buClr>
              <a:buSzPts val="2200"/>
              <a:buFont typeface="Corbel"/>
              <a:buAutoNum type="arabicPeriod"/>
            </a:pPr>
            <a:r>
              <a:rPr lang="en-GB" sz="2200">
                <a:solidFill>
                  <a:schemeClr val="dk1"/>
                </a:solidFill>
                <a:latin typeface="Corbel"/>
                <a:ea typeface="Corbel"/>
                <a:cs typeface="Corbel"/>
                <a:sym typeface="Corbel"/>
              </a:rPr>
              <a:t>Draw a three NaCl formula units, showing the ion charges (3 Na ions with three Cl ions,a small </a:t>
            </a:r>
            <a:r>
              <a:rPr lang="en-GB" sz="2200">
                <a:solidFill>
                  <a:schemeClr val="dk1"/>
                </a:solidFill>
                <a:latin typeface="Corbel"/>
                <a:ea typeface="Corbel"/>
                <a:cs typeface="Corbel"/>
                <a:sym typeface="Corbel"/>
              </a:rPr>
              <a:t>crystal</a:t>
            </a:r>
            <a:r>
              <a:rPr lang="en-GB" sz="2200">
                <a:solidFill>
                  <a:schemeClr val="dk1"/>
                </a:solidFill>
                <a:latin typeface="Corbel"/>
                <a:ea typeface="Corbel"/>
                <a:cs typeface="Corbel"/>
                <a:sym typeface="Corbel"/>
              </a:rPr>
              <a:t>!)</a:t>
            </a:r>
            <a:endParaRPr sz="2200">
              <a:solidFill>
                <a:schemeClr val="dk1"/>
              </a:solidFill>
              <a:latin typeface="Corbel"/>
              <a:ea typeface="Corbel"/>
              <a:cs typeface="Corbel"/>
              <a:sym typeface="Corbel"/>
            </a:endParaRPr>
          </a:p>
          <a:p>
            <a:pPr indent="-368300" lvl="0" marL="457200" rtl="0" algn="l">
              <a:spcBef>
                <a:spcPts val="0"/>
              </a:spcBef>
              <a:spcAft>
                <a:spcPts val="0"/>
              </a:spcAft>
              <a:buClr>
                <a:schemeClr val="dk1"/>
              </a:buClr>
              <a:buSzPts val="2200"/>
              <a:buFont typeface="Corbel"/>
              <a:buAutoNum type="arabicPeriod"/>
            </a:pPr>
            <a:r>
              <a:rPr lang="en-GB" sz="2200">
                <a:solidFill>
                  <a:schemeClr val="dk1"/>
                </a:solidFill>
                <a:latin typeface="Corbel"/>
                <a:ea typeface="Corbel"/>
                <a:cs typeface="Corbel"/>
                <a:sym typeface="Corbel"/>
              </a:rPr>
              <a:t>Draw a water molecule, showing its bent shape and polarity of the bond(δ+  or </a:t>
            </a:r>
            <a:r>
              <a:rPr lang="en-GB" sz="2200">
                <a:solidFill>
                  <a:schemeClr val="dk1"/>
                </a:solidFill>
                <a:latin typeface="Corbel"/>
                <a:ea typeface="Corbel"/>
                <a:cs typeface="Corbel"/>
                <a:sym typeface="Corbel"/>
              </a:rPr>
              <a:t>δ+)</a:t>
            </a:r>
            <a:endParaRPr sz="2200">
              <a:solidFill>
                <a:schemeClr val="dk1"/>
              </a:solidFill>
              <a:latin typeface="Corbel"/>
              <a:ea typeface="Corbel"/>
              <a:cs typeface="Corbel"/>
              <a:sym typeface="Corbel"/>
            </a:endParaRPr>
          </a:p>
          <a:p>
            <a:pPr indent="-368300" lvl="0" marL="457200" rtl="0" algn="l">
              <a:spcBef>
                <a:spcPts val="0"/>
              </a:spcBef>
              <a:spcAft>
                <a:spcPts val="0"/>
              </a:spcAft>
              <a:buClr>
                <a:schemeClr val="dk1"/>
              </a:buClr>
              <a:buSzPts val="2200"/>
              <a:buFont typeface="Corbel"/>
              <a:buAutoNum type="arabicPeriod"/>
            </a:pPr>
            <a:r>
              <a:rPr lang="en-GB" sz="2200">
                <a:solidFill>
                  <a:schemeClr val="dk1"/>
                </a:solidFill>
                <a:latin typeface="Corbel"/>
                <a:ea typeface="Corbel"/>
                <a:cs typeface="Corbel"/>
                <a:sym typeface="Corbel"/>
              </a:rPr>
              <a:t>Draw what will happen when NaCl is put into the water (THINK - use your knowledge of intermolecular forces and attraction)</a:t>
            </a:r>
            <a:endParaRPr sz="2200">
              <a:solidFill>
                <a:schemeClr val="dk1"/>
              </a:solidFill>
              <a:latin typeface="Corbel"/>
              <a:ea typeface="Corbel"/>
              <a:cs typeface="Corbel"/>
              <a:sym typeface="Corbel"/>
            </a:endParaRPr>
          </a:p>
          <a:p>
            <a:pPr indent="-368300" lvl="0" marL="457200" rtl="0" algn="l">
              <a:spcBef>
                <a:spcPts val="0"/>
              </a:spcBef>
              <a:spcAft>
                <a:spcPts val="0"/>
              </a:spcAft>
              <a:buClr>
                <a:schemeClr val="dk1"/>
              </a:buClr>
              <a:buSzPts val="2200"/>
              <a:buFont typeface="Corbel"/>
              <a:buAutoNum type="arabicPeriod"/>
            </a:pPr>
            <a:r>
              <a:rPr lang="en-GB" sz="2200">
                <a:solidFill>
                  <a:schemeClr val="dk1"/>
                </a:solidFill>
                <a:latin typeface="Corbel"/>
                <a:ea typeface="Corbel"/>
                <a:cs typeface="Corbel"/>
                <a:sym typeface="Corbel"/>
              </a:rPr>
              <a:t>Show your teacher &amp; record!</a:t>
            </a:r>
            <a:endParaRPr sz="2200">
              <a:solidFill>
                <a:schemeClr val="dk1"/>
              </a:solidFill>
              <a:latin typeface="Corbel"/>
              <a:ea typeface="Corbel"/>
              <a:cs typeface="Corbel"/>
              <a:sym typeface="Corbel"/>
            </a:endParaRPr>
          </a:p>
          <a:p>
            <a:pPr indent="-368300" lvl="0" marL="457200" rtl="0" algn="l">
              <a:spcBef>
                <a:spcPts val="0"/>
              </a:spcBef>
              <a:spcAft>
                <a:spcPts val="0"/>
              </a:spcAft>
              <a:buClr>
                <a:schemeClr val="dk1"/>
              </a:buClr>
              <a:buSzPts val="2200"/>
              <a:buFont typeface="Corbel"/>
              <a:buAutoNum type="arabicPeriod"/>
            </a:pPr>
            <a:r>
              <a:rPr lang="en-GB" sz="2200">
                <a:solidFill>
                  <a:schemeClr val="dk1"/>
                </a:solidFill>
                <a:latin typeface="Corbel"/>
                <a:ea typeface="Corbel"/>
                <a:cs typeface="Corbel"/>
                <a:sym typeface="Corbel"/>
              </a:rPr>
              <a:t>Replace the NaCl with NH</a:t>
            </a:r>
            <a:r>
              <a:rPr baseline="-25000" lang="en-GB" sz="2200">
                <a:solidFill>
                  <a:schemeClr val="dk1"/>
                </a:solidFill>
                <a:latin typeface="Corbel"/>
                <a:ea typeface="Corbel"/>
                <a:cs typeface="Corbel"/>
                <a:sym typeface="Corbel"/>
              </a:rPr>
              <a:t>3</a:t>
            </a:r>
            <a:r>
              <a:rPr lang="en-GB" sz="2200">
                <a:solidFill>
                  <a:schemeClr val="dk1"/>
                </a:solidFill>
                <a:latin typeface="Corbel"/>
                <a:ea typeface="Corbel"/>
                <a:cs typeface="Corbel"/>
                <a:sym typeface="Corbel"/>
              </a:rPr>
              <a:t> and repeat Step 3 &amp;4. Draw the shape and polarity of NH</a:t>
            </a:r>
            <a:r>
              <a:rPr baseline="-25000" lang="en-GB" sz="2200">
                <a:solidFill>
                  <a:schemeClr val="dk1"/>
                </a:solidFill>
                <a:latin typeface="Corbel"/>
                <a:ea typeface="Corbel"/>
                <a:cs typeface="Corbel"/>
                <a:sym typeface="Corbel"/>
              </a:rPr>
              <a:t>3</a:t>
            </a:r>
            <a:r>
              <a:rPr lang="en-GB" sz="2200">
                <a:solidFill>
                  <a:schemeClr val="dk1"/>
                </a:solidFill>
                <a:latin typeface="Corbel"/>
                <a:ea typeface="Corbel"/>
                <a:cs typeface="Corbel"/>
                <a:sym typeface="Corbel"/>
              </a:rPr>
              <a:t>!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p:txBody>
      </p:sp>
      <p:pic>
        <p:nvPicPr>
          <p:cNvPr id="328" name="Google Shape;328;p49"/>
          <p:cNvPicPr preferRelativeResize="0"/>
          <p:nvPr/>
        </p:nvPicPr>
        <p:blipFill>
          <a:blip r:embed="rId3">
            <a:alphaModFix/>
          </a:blip>
          <a:stretch>
            <a:fillRect/>
          </a:stretch>
        </p:blipFill>
        <p:spPr>
          <a:xfrm>
            <a:off x="6813175" y="161825"/>
            <a:ext cx="849100" cy="8491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0"/>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Explore - Dissolving</a:t>
            </a:r>
            <a:endParaRPr/>
          </a:p>
        </p:txBody>
      </p:sp>
      <p:sp>
        <p:nvSpPr>
          <p:cNvPr id="335" name="Google Shape;335;p50"/>
          <p:cNvSpPr txBox="1"/>
          <p:nvPr/>
        </p:nvSpPr>
        <p:spPr>
          <a:xfrm>
            <a:off x="246125" y="1231175"/>
            <a:ext cx="8526600" cy="325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rPr lang="en-GB" sz="2200">
                <a:solidFill>
                  <a:schemeClr val="dk1"/>
                </a:solidFill>
                <a:latin typeface="Corbel"/>
                <a:ea typeface="Corbel"/>
                <a:cs typeface="Corbel"/>
                <a:sym typeface="Corbel"/>
              </a:rPr>
              <a:t>Slide to insert images of your board work</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1"/>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Explore - Dissolving</a:t>
            </a:r>
            <a:endParaRPr/>
          </a:p>
        </p:txBody>
      </p:sp>
      <p:sp>
        <p:nvSpPr>
          <p:cNvPr id="342" name="Google Shape;342;p51"/>
          <p:cNvSpPr txBox="1"/>
          <p:nvPr/>
        </p:nvSpPr>
        <p:spPr>
          <a:xfrm>
            <a:off x="246125" y="1231175"/>
            <a:ext cx="8526600" cy="325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Corbel"/>
                <a:ea typeface="Corbel"/>
                <a:cs typeface="Corbel"/>
                <a:sym typeface="Corbel"/>
              </a:rPr>
              <a:t>{Optional} For further help you can watch this video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p:txBody>
      </p:sp>
      <p:pic>
        <p:nvPicPr>
          <p:cNvPr id="343" name="Google Shape;343;p51"/>
          <p:cNvPicPr preferRelativeResize="0"/>
          <p:nvPr/>
        </p:nvPicPr>
        <p:blipFill rotWithShape="1">
          <a:blip r:embed="rId3">
            <a:alphaModFix/>
          </a:blip>
          <a:srcRect b="0" l="50332" r="0" t="0"/>
          <a:stretch/>
        </p:blipFill>
        <p:spPr>
          <a:xfrm>
            <a:off x="401625" y="1155100"/>
            <a:ext cx="640080" cy="736092"/>
          </a:xfrm>
          <a:prstGeom prst="rect">
            <a:avLst/>
          </a:prstGeom>
          <a:noFill/>
          <a:ln>
            <a:noFill/>
          </a:ln>
        </p:spPr>
      </p:pic>
      <p:pic>
        <p:nvPicPr>
          <p:cNvPr descr="To see all my Chemistry videos, check out&#10;http://socratic.org/chemistry&#10;&#10;We'll look at what happens when you dissolve ionic and covalent compounds in water. Ionic compounds break apart into the ions that make them up, a process called dissociation, while covalent compounds only break into the molecules, not the individual atoms." id="344" name="Google Shape;344;p51" title="What Happens when Stuff Dissolves?">
            <a:hlinkClick r:id="rId4"/>
          </p:cNvPr>
          <p:cNvPicPr preferRelativeResize="0"/>
          <p:nvPr/>
        </p:nvPicPr>
        <p:blipFill>
          <a:blip r:embed="rId5">
            <a:alphaModFix/>
          </a:blip>
          <a:stretch>
            <a:fillRect/>
          </a:stretch>
        </p:blipFill>
        <p:spPr>
          <a:xfrm>
            <a:off x="1789670" y="1891200"/>
            <a:ext cx="5781854" cy="3252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1000"/>
                                        <p:tgtEl>
                                          <p:spTgt spid="3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2"/>
          <p:cNvSpPr txBox="1"/>
          <p:nvPr>
            <p:ph type="ctrTitle"/>
          </p:nvPr>
        </p:nvSpPr>
        <p:spPr>
          <a:xfrm>
            <a:off x="776250" y="1944312"/>
            <a:ext cx="8077200" cy="12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7200"/>
              <a:t>Part 3: Apply</a:t>
            </a:r>
            <a:endParaRPr sz="72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3"/>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Apply-  As a group at the Boards</a:t>
            </a:r>
            <a:endParaRPr/>
          </a:p>
        </p:txBody>
      </p:sp>
      <p:sp>
        <p:nvSpPr>
          <p:cNvPr id="357" name="Google Shape;357;p53"/>
          <p:cNvSpPr txBox="1"/>
          <p:nvPr/>
        </p:nvSpPr>
        <p:spPr>
          <a:xfrm>
            <a:off x="246125" y="1231175"/>
            <a:ext cx="8526600" cy="325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rPr lang="en-GB" sz="2200">
                <a:solidFill>
                  <a:schemeClr val="dk1"/>
                </a:solidFill>
                <a:latin typeface="Corbel"/>
                <a:ea typeface="Corbel"/>
                <a:cs typeface="Corbel"/>
                <a:sym typeface="Corbel"/>
              </a:rPr>
              <a:t>Create a mindmap with labelled interconnections using the terms and concepts you have learned. Make sure it shows a good understanding of how the different intermolecular forces affect solubility.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rPr lang="en-GB" sz="2200">
                <a:solidFill>
                  <a:schemeClr val="dk1"/>
                </a:solidFill>
                <a:latin typeface="Corbel"/>
                <a:ea typeface="Corbel"/>
                <a:cs typeface="Corbel"/>
                <a:sym typeface="Corbel"/>
              </a:rPr>
              <a:t>Ensure you take a picture and insert on the next slide</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rPr lang="en-GB" sz="2200">
                <a:solidFill>
                  <a:schemeClr val="dk1"/>
                </a:solidFill>
                <a:latin typeface="Corbel"/>
                <a:ea typeface="Corbel"/>
                <a:cs typeface="Corbel"/>
                <a:sym typeface="Corbel"/>
              </a:rPr>
              <a:t>Discuss your map with your teacher!</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rgbClr val="EA9999"/>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p:txBody>
      </p:sp>
      <p:pic>
        <p:nvPicPr>
          <p:cNvPr id="358" name="Google Shape;358;p53"/>
          <p:cNvPicPr preferRelativeResize="0"/>
          <p:nvPr/>
        </p:nvPicPr>
        <p:blipFill>
          <a:blip r:embed="rId3">
            <a:alphaModFix/>
          </a:blip>
          <a:stretch>
            <a:fillRect/>
          </a:stretch>
        </p:blipFill>
        <p:spPr>
          <a:xfrm>
            <a:off x="7171775" y="3348425"/>
            <a:ext cx="1515025" cy="15150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4"/>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Apply: Your map</a:t>
            </a:r>
            <a:endParaRPr/>
          </a:p>
        </p:txBody>
      </p:sp>
      <p:sp>
        <p:nvSpPr>
          <p:cNvPr id="365" name="Google Shape;365;p54"/>
          <p:cNvSpPr txBox="1"/>
          <p:nvPr>
            <p:ph idx="1" type="body"/>
          </p:nvPr>
        </p:nvSpPr>
        <p:spPr>
          <a:xfrm>
            <a:off x="456480" y="1331780"/>
            <a:ext cx="8231100" cy="346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5"/>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Apply </a:t>
            </a:r>
            <a:r>
              <a:rPr lang="en-GB"/>
              <a:t>- Complete this chart</a:t>
            </a:r>
            <a:endParaRPr/>
          </a:p>
        </p:txBody>
      </p:sp>
      <p:sp>
        <p:nvSpPr>
          <p:cNvPr id="372" name="Google Shape;372;p55"/>
          <p:cNvSpPr txBox="1"/>
          <p:nvPr/>
        </p:nvSpPr>
        <p:spPr>
          <a:xfrm>
            <a:off x="246125" y="1231175"/>
            <a:ext cx="8526600" cy="325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p:txBody>
      </p:sp>
      <p:graphicFrame>
        <p:nvGraphicFramePr>
          <p:cNvPr id="373" name="Google Shape;373;p55"/>
          <p:cNvGraphicFramePr/>
          <p:nvPr/>
        </p:nvGraphicFramePr>
        <p:xfrm>
          <a:off x="289050" y="1323088"/>
          <a:ext cx="3000000" cy="3000000"/>
        </p:xfrm>
        <a:graphic>
          <a:graphicData uri="http://schemas.openxmlformats.org/drawingml/2006/table">
            <a:tbl>
              <a:tblPr>
                <a:noFill/>
                <a:tableStyleId>{320D3D0C-6538-4BA3-BA53-FF2FE57230F8}</a:tableStyleId>
              </a:tblPr>
              <a:tblGrid>
                <a:gridCol w="1688150"/>
                <a:gridCol w="1688150"/>
                <a:gridCol w="1688150"/>
                <a:gridCol w="1688150"/>
                <a:gridCol w="1688150"/>
              </a:tblGrid>
              <a:tr h="381000">
                <a:tc>
                  <a:txBody>
                    <a:bodyPr/>
                    <a:lstStyle/>
                    <a:p>
                      <a:pPr indent="0" lvl="0" marL="0" rtl="0" algn="ctr">
                        <a:spcBef>
                          <a:spcPts val="0"/>
                        </a:spcBef>
                        <a:spcAft>
                          <a:spcPts val="0"/>
                        </a:spcAft>
                        <a:buNone/>
                      </a:pPr>
                      <a:r>
                        <a:rPr b="1" lang="en-GB"/>
                        <a:t>Substance A</a:t>
                      </a:r>
                      <a:endParaRPr b="1"/>
                    </a:p>
                  </a:txBody>
                  <a:tcPr marT="91425" marB="91425" marR="91425" marL="91425">
                    <a:solidFill>
                      <a:srgbClr val="FFF2CC"/>
                    </a:solidFill>
                  </a:tcPr>
                </a:tc>
                <a:tc>
                  <a:txBody>
                    <a:bodyPr/>
                    <a:lstStyle/>
                    <a:p>
                      <a:pPr indent="0" lvl="0" marL="0" rtl="0" algn="ctr">
                        <a:spcBef>
                          <a:spcPts val="0"/>
                        </a:spcBef>
                        <a:spcAft>
                          <a:spcPts val="0"/>
                        </a:spcAft>
                        <a:buNone/>
                      </a:pPr>
                      <a:r>
                        <a:rPr b="1" lang="en-GB"/>
                        <a:t>Substance B</a:t>
                      </a:r>
                      <a:endParaRPr b="1"/>
                    </a:p>
                  </a:txBody>
                  <a:tcPr marT="91425" marB="91425" marR="91425" marL="91425">
                    <a:solidFill>
                      <a:srgbClr val="FFF2CC"/>
                    </a:solidFill>
                  </a:tcPr>
                </a:tc>
                <a:tc>
                  <a:txBody>
                    <a:bodyPr/>
                    <a:lstStyle/>
                    <a:p>
                      <a:pPr indent="0" lvl="0" marL="0" rtl="0" algn="ctr">
                        <a:spcBef>
                          <a:spcPts val="0"/>
                        </a:spcBef>
                        <a:spcAft>
                          <a:spcPts val="0"/>
                        </a:spcAft>
                        <a:buNone/>
                      </a:pPr>
                      <a:r>
                        <a:rPr b="1" lang="en-GB"/>
                        <a:t>Miscible or</a:t>
                      </a:r>
                      <a:endParaRPr b="1"/>
                    </a:p>
                    <a:p>
                      <a:pPr indent="0" lvl="0" marL="0" rtl="0" algn="ctr">
                        <a:spcBef>
                          <a:spcPts val="0"/>
                        </a:spcBef>
                        <a:spcAft>
                          <a:spcPts val="0"/>
                        </a:spcAft>
                        <a:buNone/>
                      </a:pPr>
                      <a:r>
                        <a:rPr b="1" lang="en-GB"/>
                        <a:t>Immiscible? </a:t>
                      </a:r>
                      <a:endParaRPr b="1"/>
                    </a:p>
                  </a:txBody>
                  <a:tcPr marT="91425" marB="91425" marR="91425" marL="91425">
                    <a:solidFill>
                      <a:srgbClr val="FFF2CC"/>
                    </a:solidFill>
                  </a:tcPr>
                </a:tc>
                <a:tc>
                  <a:txBody>
                    <a:bodyPr/>
                    <a:lstStyle/>
                    <a:p>
                      <a:pPr indent="0" lvl="0" marL="0" rtl="0" algn="ctr">
                        <a:spcBef>
                          <a:spcPts val="0"/>
                        </a:spcBef>
                        <a:spcAft>
                          <a:spcPts val="0"/>
                        </a:spcAft>
                        <a:buNone/>
                      </a:pPr>
                      <a:r>
                        <a:rPr b="1" lang="en-GB"/>
                        <a:t>Identify the solvent</a:t>
                      </a:r>
                      <a:endParaRPr b="1"/>
                    </a:p>
                  </a:txBody>
                  <a:tcPr marT="91425" marB="91425" marR="91425" marL="91425">
                    <a:solidFill>
                      <a:srgbClr val="FFF2CC"/>
                    </a:solidFill>
                  </a:tcPr>
                </a:tc>
                <a:tc>
                  <a:txBody>
                    <a:bodyPr/>
                    <a:lstStyle/>
                    <a:p>
                      <a:pPr indent="0" lvl="0" marL="0" rtl="0" algn="ctr">
                        <a:spcBef>
                          <a:spcPts val="0"/>
                        </a:spcBef>
                        <a:spcAft>
                          <a:spcPts val="0"/>
                        </a:spcAft>
                        <a:buNone/>
                      </a:pPr>
                      <a:r>
                        <a:rPr b="1" lang="en-GB"/>
                        <a:t>State of final </a:t>
                      </a:r>
                      <a:r>
                        <a:rPr b="1" lang="en-GB"/>
                        <a:t>solution</a:t>
                      </a:r>
                      <a:r>
                        <a:rPr b="1" lang="en-GB"/>
                        <a:t> (s, l, g)</a:t>
                      </a:r>
                      <a:endParaRPr b="1"/>
                    </a:p>
                  </a:txBody>
                  <a:tcPr marT="91425" marB="91425" marR="91425" marL="91425">
                    <a:solidFill>
                      <a:srgbClr val="FFF2CC"/>
                    </a:solidFill>
                  </a:tcPr>
                </a:tc>
              </a:tr>
              <a:tr h="419250">
                <a:tc>
                  <a:txBody>
                    <a:bodyPr/>
                    <a:lstStyle/>
                    <a:p>
                      <a:pPr indent="0" lvl="0" marL="0" rtl="0" algn="ctr">
                        <a:spcBef>
                          <a:spcPts val="0"/>
                        </a:spcBef>
                        <a:spcAft>
                          <a:spcPts val="0"/>
                        </a:spcAft>
                        <a:buNone/>
                      </a:pPr>
                      <a:r>
                        <a:rPr lang="en-GB"/>
                        <a:t>1L H</a:t>
                      </a:r>
                      <a:r>
                        <a:rPr baseline="-25000" lang="en-GB"/>
                        <a:t>2</a:t>
                      </a:r>
                      <a:r>
                        <a:rPr lang="en-GB"/>
                        <a:t>O</a:t>
                      </a:r>
                      <a:r>
                        <a:rPr baseline="-25000" lang="en-GB"/>
                        <a:t>(l)</a:t>
                      </a:r>
                      <a:endParaRPr baseline="-25000"/>
                    </a:p>
                  </a:txBody>
                  <a:tcPr marT="91425" marB="91425" marR="91425" marL="91425"/>
                </a:tc>
                <a:tc>
                  <a:txBody>
                    <a:bodyPr/>
                    <a:lstStyle/>
                    <a:p>
                      <a:pPr indent="0" lvl="0" marL="0" rtl="0" algn="ctr">
                        <a:spcBef>
                          <a:spcPts val="0"/>
                        </a:spcBef>
                        <a:spcAft>
                          <a:spcPts val="0"/>
                        </a:spcAft>
                        <a:buNone/>
                      </a:pPr>
                      <a:r>
                        <a:rPr lang="en-GB"/>
                        <a:t>1 g KCl</a:t>
                      </a:r>
                      <a:r>
                        <a:rPr baseline="-25000" lang="en-GB"/>
                        <a:t>(s)</a:t>
                      </a:r>
                      <a:endParaRPr baseline="-250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n-GB"/>
                        <a:t>10 ml </a:t>
                      </a:r>
                      <a:r>
                        <a:rPr lang="en-GB">
                          <a:solidFill>
                            <a:schemeClr val="dk1"/>
                          </a:solidFill>
                        </a:rPr>
                        <a:t>H</a:t>
                      </a:r>
                      <a:r>
                        <a:rPr baseline="-25000" lang="en-GB">
                          <a:solidFill>
                            <a:schemeClr val="dk1"/>
                          </a:solidFill>
                        </a:rPr>
                        <a:t>2</a:t>
                      </a:r>
                      <a:r>
                        <a:rPr lang="en-GB">
                          <a:solidFill>
                            <a:schemeClr val="dk1"/>
                          </a:solidFill>
                        </a:rPr>
                        <a:t>O</a:t>
                      </a:r>
                      <a:r>
                        <a:rPr baseline="-25000" lang="en-GB">
                          <a:solidFill>
                            <a:schemeClr val="dk1"/>
                          </a:solidFill>
                        </a:rPr>
                        <a:t>(l)</a:t>
                      </a:r>
                      <a:endParaRPr/>
                    </a:p>
                  </a:txBody>
                  <a:tcPr marT="91425" marB="91425" marR="91425" marL="91425"/>
                </a:tc>
                <a:tc>
                  <a:txBody>
                    <a:bodyPr/>
                    <a:lstStyle/>
                    <a:p>
                      <a:pPr indent="0" lvl="0" marL="0" rtl="0" algn="ctr">
                        <a:spcBef>
                          <a:spcPts val="0"/>
                        </a:spcBef>
                        <a:spcAft>
                          <a:spcPts val="0"/>
                        </a:spcAft>
                        <a:buNone/>
                      </a:pPr>
                      <a:r>
                        <a:rPr lang="en-GB"/>
                        <a:t>100 ml alcohol CH</a:t>
                      </a:r>
                      <a:r>
                        <a:rPr baseline="-25000" lang="en-GB"/>
                        <a:t>3</a:t>
                      </a:r>
                      <a:r>
                        <a:rPr lang="en-GB"/>
                        <a:t>OH</a:t>
                      </a:r>
                      <a:r>
                        <a:rPr baseline="-25000" lang="en-GB"/>
                        <a:t>(l)</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n-GB"/>
                        <a:t>1 ml C</a:t>
                      </a:r>
                      <a:r>
                        <a:rPr baseline="-25000" lang="en-GB"/>
                        <a:t>6</a:t>
                      </a:r>
                      <a:r>
                        <a:rPr lang="en-GB"/>
                        <a:t>H</a:t>
                      </a:r>
                      <a:r>
                        <a:rPr baseline="-25000" lang="en-GB"/>
                        <a:t>14 (l)</a:t>
                      </a:r>
                      <a:endParaRPr baseline="-25000"/>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GB">
                          <a:solidFill>
                            <a:schemeClr val="dk1"/>
                          </a:solidFill>
                        </a:rPr>
                        <a:t>1000</a:t>
                      </a:r>
                      <a:r>
                        <a:rPr lang="en-GB">
                          <a:solidFill>
                            <a:schemeClr val="dk1"/>
                          </a:solidFill>
                        </a:rPr>
                        <a:t> ml H</a:t>
                      </a:r>
                      <a:r>
                        <a:rPr baseline="-25000" lang="en-GB">
                          <a:solidFill>
                            <a:schemeClr val="dk1"/>
                          </a:solidFill>
                        </a:rPr>
                        <a:t>2</a:t>
                      </a:r>
                      <a:r>
                        <a:rPr lang="en-GB">
                          <a:solidFill>
                            <a:schemeClr val="dk1"/>
                          </a:solidFill>
                        </a:rPr>
                        <a:t>O</a:t>
                      </a:r>
                      <a:r>
                        <a:rPr baseline="-25000" lang="en-GB">
                          <a:solidFill>
                            <a:schemeClr val="dk1"/>
                          </a:solidFill>
                        </a:rPr>
                        <a:t>(l)</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Clr>
                          <a:schemeClr val="dk1"/>
                        </a:buClr>
                        <a:buSzPts val="1100"/>
                        <a:buFont typeface="Arial"/>
                        <a:buNone/>
                      </a:pPr>
                      <a:r>
                        <a:rPr lang="en-GB">
                          <a:solidFill>
                            <a:schemeClr val="dk1"/>
                          </a:solidFill>
                        </a:rPr>
                        <a:t>5 gm gelatin (think jello!)</a:t>
                      </a:r>
                      <a:endParaRPr baseline="30000"/>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GB">
                          <a:solidFill>
                            <a:schemeClr val="dk1"/>
                          </a:solidFill>
                        </a:rPr>
                        <a:t>500 ml H</a:t>
                      </a:r>
                      <a:r>
                        <a:rPr baseline="-25000" lang="en-GB">
                          <a:solidFill>
                            <a:schemeClr val="dk1"/>
                          </a:solidFill>
                        </a:rPr>
                        <a:t>2</a:t>
                      </a:r>
                      <a:r>
                        <a:rPr lang="en-GB">
                          <a:solidFill>
                            <a:schemeClr val="dk1"/>
                          </a:solidFill>
                        </a:rPr>
                        <a:t>O</a:t>
                      </a:r>
                      <a:r>
                        <a:rPr baseline="-25000" lang="en-GB">
                          <a:solidFill>
                            <a:schemeClr val="dk1"/>
                          </a:solidFill>
                        </a:rPr>
                        <a:t>(l)</a:t>
                      </a:r>
                      <a:endParaRPr baseline="-25000"/>
                    </a:p>
                  </a:txBody>
                  <a:tcPr marT="91425" marB="91425" marR="91425" marL="91425"/>
                </a:tc>
                <a:tc>
                  <a:txBody>
                    <a:bodyPr/>
                    <a:lstStyle/>
                    <a:p>
                      <a:pPr indent="0" lvl="0" marL="0" rtl="0" algn="l">
                        <a:spcBef>
                          <a:spcPts val="0"/>
                        </a:spcBef>
                        <a:spcAft>
                          <a:spcPts val="0"/>
                        </a:spcAft>
                        <a:buClr>
                          <a:schemeClr val="dk1"/>
                        </a:buClr>
                        <a:buSzPts val="1100"/>
                        <a:buFont typeface="Arial"/>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n-GB"/>
                        <a:t>1 ml H</a:t>
                      </a:r>
                      <a:r>
                        <a:rPr baseline="-25000" lang="en-GB"/>
                        <a:t>2</a:t>
                      </a:r>
                      <a:r>
                        <a:rPr lang="en-GB"/>
                        <a:t>O </a:t>
                      </a:r>
                      <a:r>
                        <a:rPr baseline="-25000" lang="en-GB"/>
                        <a:t>(g)</a:t>
                      </a:r>
                      <a:endParaRPr baseline="-250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t>1 x 10</a:t>
                      </a:r>
                      <a:r>
                        <a:rPr baseline="30000" lang="en-GB"/>
                        <a:t>6</a:t>
                      </a:r>
                      <a:r>
                        <a:rPr lang="en-GB"/>
                        <a:t> L N</a:t>
                      </a:r>
                      <a:r>
                        <a:rPr baseline="-25000" lang="en-GB"/>
                        <a:t>2</a:t>
                      </a:r>
                      <a:r>
                        <a:rPr lang="en-GB"/>
                        <a:t> </a:t>
                      </a:r>
                      <a:r>
                        <a:rPr baseline="-25000" lang="en-GB"/>
                        <a:t>(g)</a:t>
                      </a:r>
                      <a:r>
                        <a:rPr baseline="30000" lang="en-GB"/>
                        <a:t> </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n-GB"/>
                        <a:t>100 g Cu</a:t>
                      </a:r>
                      <a:r>
                        <a:rPr baseline="-25000" lang="en-GB"/>
                        <a:t>(s)</a:t>
                      </a:r>
                      <a:endParaRPr baseline="-25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t>10 g  Zn</a:t>
                      </a:r>
                      <a:r>
                        <a:rPr baseline="-25000" lang="en-GB"/>
                        <a:t>(s)</a:t>
                      </a:r>
                      <a:endParaRPr baseline="-25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6"/>
          <p:cNvSpPr txBox="1"/>
          <p:nvPr>
            <p:ph type="ctrTitle"/>
          </p:nvPr>
        </p:nvSpPr>
        <p:spPr>
          <a:xfrm>
            <a:off x="685800" y="2516887"/>
            <a:ext cx="8077200" cy="12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3900"/>
              <a:t>Next slide(s) provide answers to activities</a:t>
            </a:r>
            <a:endParaRPr sz="3900"/>
          </a:p>
        </p:txBody>
      </p:sp>
      <p:sp>
        <p:nvSpPr>
          <p:cNvPr id="380" name="Google Shape;380;p56"/>
          <p:cNvSpPr txBox="1"/>
          <p:nvPr>
            <p:ph idx="1" type="subTitle"/>
          </p:nvPr>
        </p:nvSpPr>
        <p:spPr>
          <a:xfrm>
            <a:off x="685800" y="1371600"/>
            <a:ext cx="8077200" cy="112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7"/>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Apply - Complete this chart</a:t>
            </a:r>
            <a:endParaRPr/>
          </a:p>
        </p:txBody>
      </p:sp>
      <p:sp>
        <p:nvSpPr>
          <p:cNvPr id="387" name="Google Shape;387;p57"/>
          <p:cNvSpPr txBox="1"/>
          <p:nvPr/>
        </p:nvSpPr>
        <p:spPr>
          <a:xfrm>
            <a:off x="246125" y="1231175"/>
            <a:ext cx="8526600" cy="325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ctr">
              <a:spcBef>
                <a:spcPts val="0"/>
              </a:spcBef>
              <a:spcAft>
                <a:spcPts val="0"/>
              </a:spcAft>
              <a:buNone/>
            </a:pPr>
            <a:r>
              <a:t/>
            </a:r>
            <a:endParaRPr sz="2200">
              <a:solidFill>
                <a:schemeClr val="dk1"/>
              </a:solidFill>
              <a:latin typeface="Corbel"/>
              <a:ea typeface="Corbel"/>
              <a:cs typeface="Corbel"/>
              <a:sym typeface="Corbel"/>
            </a:endParaRPr>
          </a:p>
          <a:p>
            <a:pPr indent="0" lvl="0" marL="0" rtl="0" algn="l">
              <a:spcBef>
                <a:spcPts val="0"/>
              </a:spcBef>
              <a:spcAft>
                <a:spcPts val="0"/>
              </a:spcAft>
              <a:buNone/>
            </a:pPr>
            <a:r>
              <a:t/>
            </a:r>
            <a:endParaRPr sz="2200">
              <a:solidFill>
                <a:schemeClr val="dk1"/>
              </a:solidFill>
              <a:latin typeface="Corbel"/>
              <a:ea typeface="Corbel"/>
              <a:cs typeface="Corbel"/>
              <a:sym typeface="Corbel"/>
            </a:endParaRPr>
          </a:p>
        </p:txBody>
      </p:sp>
      <p:graphicFrame>
        <p:nvGraphicFramePr>
          <p:cNvPr id="388" name="Google Shape;388;p57"/>
          <p:cNvGraphicFramePr/>
          <p:nvPr/>
        </p:nvGraphicFramePr>
        <p:xfrm>
          <a:off x="289050" y="1323088"/>
          <a:ext cx="3000000" cy="3000000"/>
        </p:xfrm>
        <a:graphic>
          <a:graphicData uri="http://schemas.openxmlformats.org/drawingml/2006/table">
            <a:tbl>
              <a:tblPr>
                <a:noFill/>
                <a:tableStyleId>{320D3D0C-6538-4BA3-BA53-FF2FE57230F8}</a:tableStyleId>
              </a:tblPr>
              <a:tblGrid>
                <a:gridCol w="1688150"/>
                <a:gridCol w="1688150"/>
                <a:gridCol w="1688150"/>
                <a:gridCol w="1688150"/>
                <a:gridCol w="1688150"/>
              </a:tblGrid>
              <a:tr h="381000">
                <a:tc>
                  <a:txBody>
                    <a:bodyPr/>
                    <a:lstStyle/>
                    <a:p>
                      <a:pPr indent="0" lvl="0" marL="0" rtl="0" algn="ctr">
                        <a:spcBef>
                          <a:spcPts val="0"/>
                        </a:spcBef>
                        <a:spcAft>
                          <a:spcPts val="0"/>
                        </a:spcAft>
                        <a:buNone/>
                      </a:pPr>
                      <a:r>
                        <a:rPr b="1" lang="en-GB"/>
                        <a:t>Substance A</a:t>
                      </a:r>
                      <a:endParaRPr b="1"/>
                    </a:p>
                  </a:txBody>
                  <a:tcPr marT="91425" marB="91425" marR="91425" marL="91425">
                    <a:solidFill>
                      <a:srgbClr val="FFF2CC"/>
                    </a:solidFill>
                  </a:tcPr>
                </a:tc>
                <a:tc>
                  <a:txBody>
                    <a:bodyPr/>
                    <a:lstStyle/>
                    <a:p>
                      <a:pPr indent="0" lvl="0" marL="0" rtl="0" algn="ctr">
                        <a:spcBef>
                          <a:spcPts val="0"/>
                        </a:spcBef>
                        <a:spcAft>
                          <a:spcPts val="0"/>
                        </a:spcAft>
                        <a:buNone/>
                      </a:pPr>
                      <a:r>
                        <a:rPr b="1" lang="en-GB"/>
                        <a:t>Substance B</a:t>
                      </a:r>
                      <a:endParaRPr b="1"/>
                    </a:p>
                  </a:txBody>
                  <a:tcPr marT="91425" marB="91425" marR="91425" marL="91425">
                    <a:solidFill>
                      <a:srgbClr val="FFF2CC"/>
                    </a:solidFill>
                  </a:tcPr>
                </a:tc>
                <a:tc>
                  <a:txBody>
                    <a:bodyPr/>
                    <a:lstStyle/>
                    <a:p>
                      <a:pPr indent="0" lvl="0" marL="0" rtl="0" algn="ctr">
                        <a:spcBef>
                          <a:spcPts val="0"/>
                        </a:spcBef>
                        <a:spcAft>
                          <a:spcPts val="0"/>
                        </a:spcAft>
                        <a:buNone/>
                      </a:pPr>
                      <a:r>
                        <a:rPr b="1" lang="en-GB"/>
                        <a:t>Miscible or</a:t>
                      </a:r>
                      <a:endParaRPr b="1"/>
                    </a:p>
                    <a:p>
                      <a:pPr indent="0" lvl="0" marL="0" rtl="0" algn="ctr">
                        <a:spcBef>
                          <a:spcPts val="0"/>
                        </a:spcBef>
                        <a:spcAft>
                          <a:spcPts val="0"/>
                        </a:spcAft>
                        <a:buNone/>
                      </a:pPr>
                      <a:r>
                        <a:rPr b="1" lang="en-GB"/>
                        <a:t>Immiscible? </a:t>
                      </a:r>
                      <a:endParaRPr b="1"/>
                    </a:p>
                  </a:txBody>
                  <a:tcPr marT="91425" marB="91425" marR="91425" marL="91425">
                    <a:solidFill>
                      <a:srgbClr val="FFF2CC"/>
                    </a:solidFill>
                  </a:tcPr>
                </a:tc>
                <a:tc>
                  <a:txBody>
                    <a:bodyPr/>
                    <a:lstStyle/>
                    <a:p>
                      <a:pPr indent="0" lvl="0" marL="0" rtl="0" algn="ctr">
                        <a:spcBef>
                          <a:spcPts val="0"/>
                        </a:spcBef>
                        <a:spcAft>
                          <a:spcPts val="0"/>
                        </a:spcAft>
                        <a:buNone/>
                      </a:pPr>
                      <a:r>
                        <a:rPr b="1" lang="en-GB"/>
                        <a:t>Identify the solvent</a:t>
                      </a:r>
                      <a:endParaRPr b="1"/>
                    </a:p>
                  </a:txBody>
                  <a:tcPr marT="91425" marB="91425" marR="91425" marL="91425">
                    <a:solidFill>
                      <a:srgbClr val="FFF2CC"/>
                    </a:solidFill>
                  </a:tcPr>
                </a:tc>
                <a:tc>
                  <a:txBody>
                    <a:bodyPr/>
                    <a:lstStyle/>
                    <a:p>
                      <a:pPr indent="0" lvl="0" marL="0" rtl="0" algn="ctr">
                        <a:spcBef>
                          <a:spcPts val="0"/>
                        </a:spcBef>
                        <a:spcAft>
                          <a:spcPts val="0"/>
                        </a:spcAft>
                        <a:buNone/>
                      </a:pPr>
                      <a:r>
                        <a:rPr b="1" lang="en-GB"/>
                        <a:t>State of final solution (s, l, g)</a:t>
                      </a:r>
                      <a:endParaRPr b="1"/>
                    </a:p>
                  </a:txBody>
                  <a:tcPr marT="91425" marB="91425" marR="91425" marL="91425">
                    <a:solidFill>
                      <a:srgbClr val="FFF2CC"/>
                    </a:solidFill>
                  </a:tcPr>
                </a:tc>
              </a:tr>
              <a:tr h="419250">
                <a:tc>
                  <a:txBody>
                    <a:bodyPr/>
                    <a:lstStyle/>
                    <a:p>
                      <a:pPr indent="0" lvl="0" marL="0" rtl="0" algn="ctr">
                        <a:spcBef>
                          <a:spcPts val="0"/>
                        </a:spcBef>
                        <a:spcAft>
                          <a:spcPts val="0"/>
                        </a:spcAft>
                        <a:buNone/>
                      </a:pPr>
                      <a:r>
                        <a:rPr lang="en-GB"/>
                        <a:t>1L H</a:t>
                      </a:r>
                      <a:r>
                        <a:rPr baseline="-25000" lang="en-GB"/>
                        <a:t>2</a:t>
                      </a:r>
                      <a:r>
                        <a:rPr lang="en-GB"/>
                        <a:t>O</a:t>
                      </a:r>
                      <a:r>
                        <a:rPr baseline="-25000" lang="en-GB"/>
                        <a:t>(l)</a:t>
                      </a:r>
                      <a:endParaRPr baseline="-25000"/>
                    </a:p>
                  </a:txBody>
                  <a:tcPr marT="91425" marB="91425" marR="91425" marL="91425"/>
                </a:tc>
                <a:tc>
                  <a:txBody>
                    <a:bodyPr/>
                    <a:lstStyle/>
                    <a:p>
                      <a:pPr indent="0" lvl="0" marL="0" rtl="0" algn="ctr">
                        <a:spcBef>
                          <a:spcPts val="0"/>
                        </a:spcBef>
                        <a:spcAft>
                          <a:spcPts val="0"/>
                        </a:spcAft>
                        <a:buNone/>
                      </a:pPr>
                      <a:r>
                        <a:rPr lang="en-GB"/>
                        <a:t>1 g KCl</a:t>
                      </a:r>
                      <a:r>
                        <a:rPr baseline="-25000" lang="en-GB"/>
                        <a:t>(s)</a:t>
                      </a:r>
                      <a:endParaRPr baseline="-25000"/>
                    </a:p>
                  </a:txBody>
                  <a:tcPr marT="91425" marB="91425" marR="91425" marL="91425"/>
                </a:tc>
                <a:tc>
                  <a:txBody>
                    <a:bodyPr/>
                    <a:lstStyle/>
                    <a:p>
                      <a:pPr indent="0" lvl="0" marL="0" rtl="0" algn="ctr">
                        <a:spcBef>
                          <a:spcPts val="0"/>
                        </a:spcBef>
                        <a:spcAft>
                          <a:spcPts val="0"/>
                        </a:spcAft>
                        <a:buNone/>
                      </a:pPr>
                      <a:r>
                        <a:rPr b="1" lang="en-GB">
                          <a:solidFill>
                            <a:srgbClr val="E88651"/>
                          </a:solidFill>
                        </a:rPr>
                        <a:t>Miscible</a:t>
                      </a:r>
                      <a:endParaRPr b="1">
                        <a:solidFill>
                          <a:srgbClr val="E88651"/>
                        </a:solidFill>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GB">
                          <a:solidFill>
                            <a:srgbClr val="E88651"/>
                          </a:solidFill>
                        </a:rPr>
                        <a:t>H2O</a:t>
                      </a:r>
                      <a:r>
                        <a:rPr b="1" baseline="-25000" lang="en-GB">
                          <a:solidFill>
                            <a:srgbClr val="E88651"/>
                          </a:solidFill>
                        </a:rPr>
                        <a:t>(l)</a:t>
                      </a:r>
                      <a:endParaRPr b="1" baseline="-25000">
                        <a:solidFill>
                          <a:srgbClr val="E88651"/>
                        </a:solidFill>
                      </a:endParaRPr>
                    </a:p>
                    <a:p>
                      <a:pPr indent="0" lvl="0" marL="0" rtl="0" algn="ctr">
                        <a:spcBef>
                          <a:spcPts val="0"/>
                        </a:spcBef>
                        <a:spcAft>
                          <a:spcPts val="0"/>
                        </a:spcAft>
                        <a:buNone/>
                      </a:pPr>
                      <a:r>
                        <a:t/>
                      </a:r>
                      <a:endParaRPr b="1">
                        <a:solidFill>
                          <a:srgbClr val="E88651"/>
                        </a:solidFill>
                      </a:endParaRPr>
                    </a:p>
                  </a:txBody>
                  <a:tcPr marT="91425" marB="91425" marR="91425" marL="91425"/>
                </a:tc>
                <a:tc>
                  <a:txBody>
                    <a:bodyPr/>
                    <a:lstStyle/>
                    <a:p>
                      <a:pPr indent="0" lvl="0" marL="0" rtl="0" algn="ctr">
                        <a:spcBef>
                          <a:spcPts val="0"/>
                        </a:spcBef>
                        <a:spcAft>
                          <a:spcPts val="0"/>
                        </a:spcAft>
                        <a:buNone/>
                      </a:pPr>
                      <a:r>
                        <a:rPr b="1" lang="en-GB">
                          <a:solidFill>
                            <a:srgbClr val="E88651"/>
                          </a:solidFill>
                        </a:rPr>
                        <a:t>Liquid</a:t>
                      </a:r>
                      <a:endParaRPr b="1">
                        <a:solidFill>
                          <a:srgbClr val="E88651"/>
                        </a:solidFill>
                      </a:endParaRPr>
                    </a:p>
                  </a:txBody>
                  <a:tcPr marT="91425" marB="91425" marR="91425" marL="91425"/>
                </a:tc>
              </a:tr>
              <a:tr h="586475">
                <a:tc>
                  <a:txBody>
                    <a:bodyPr/>
                    <a:lstStyle/>
                    <a:p>
                      <a:pPr indent="0" lvl="0" marL="0" rtl="0" algn="ctr">
                        <a:spcBef>
                          <a:spcPts val="0"/>
                        </a:spcBef>
                        <a:spcAft>
                          <a:spcPts val="0"/>
                        </a:spcAft>
                        <a:buNone/>
                      </a:pPr>
                      <a:r>
                        <a:rPr lang="en-GB"/>
                        <a:t>10 ml </a:t>
                      </a:r>
                      <a:r>
                        <a:rPr lang="en-GB">
                          <a:solidFill>
                            <a:schemeClr val="dk1"/>
                          </a:solidFill>
                        </a:rPr>
                        <a:t>H</a:t>
                      </a:r>
                      <a:r>
                        <a:rPr baseline="-25000" lang="en-GB">
                          <a:solidFill>
                            <a:schemeClr val="dk1"/>
                          </a:solidFill>
                        </a:rPr>
                        <a:t>2</a:t>
                      </a:r>
                      <a:r>
                        <a:rPr lang="en-GB">
                          <a:solidFill>
                            <a:schemeClr val="dk1"/>
                          </a:solidFill>
                        </a:rPr>
                        <a:t>O</a:t>
                      </a:r>
                      <a:r>
                        <a:rPr baseline="-25000" lang="en-GB">
                          <a:solidFill>
                            <a:schemeClr val="dk1"/>
                          </a:solidFill>
                        </a:rPr>
                        <a:t>(l)</a:t>
                      </a:r>
                      <a:endParaRPr/>
                    </a:p>
                  </a:txBody>
                  <a:tcPr marT="91425" marB="91425" marR="91425" marL="91425"/>
                </a:tc>
                <a:tc>
                  <a:txBody>
                    <a:bodyPr/>
                    <a:lstStyle/>
                    <a:p>
                      <a:pPr indent="0" lvl="0" marL="0" rtl="0" algn="ctr">
                        <a:spcBef>
                          <a:spcPts val="0"/>
                        </a:spcBef>
                        <a:spcAft>
                          <a:spcPts val="0"/>
                        </a:spcAft>
                        <a:buNone/>
                      </a:pPr>
                      <a:r>
                        <a:rPr lang="en-GB"/>
                        <a:t>100 ml alcohol CH</a:t>
                      </a:r>
                      <a:r>
                        <a:rPr baseline="-25000" lang="en-GB"/>
                        <a:t>3</a:t>
                      </a:r>
                      <a:r>
                        <a:rPr lang="en-GB"/>
                        <a:t>OH</a:t>
                      </a:r>
                      <a:r>
                        <a:rPr baseline="-25000" lang="en-GB"/>
                        <a:t>(l)</a:t>
                      </a: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GB">
                          <a:solidFill>
                            <a:srgbClr val="E88651"/>
                          </a:solidFill>
                        </a:rPr>
                        <a:t>Miscible</a:t>
                      </a:r>
                      <a:endParaRPr b="1">
                        <a:solidFill>
                          <a:srgbClr val="E88651"/>
                        </a:solidFill>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GB">
                          <a:solidFill>
                            <a:srgbClr val="E88651"/>
                          </a:solidFill>
                        </a:rPr>
                        <a:t>CH3OH</a:t>
                      </a:r>
                      <a:r>
                        <a:rPr b="1" baseline="-25000" lang="en-GB">
                          <a:solidFill>
                            <a:srgbClr val="E88651"/>
                          </a:solidFill>
                        </a:rPr>
                        <a:t>(l)</a:t>
                      </a:r>
                      <a:endParaRPr b="1" baseline="-25000">
                        <a:solidFill>
                          <a:srgbClr val="E88651"/>
                        </a:solidFill>
                      </a:endParaRPr>
                    </a:p>
                  </a:txBody>
                  <a:tcPr marT="91425" marB="91425" marR="91425" marL="91425"/>
                </a:tc>
                <a:tc>
                  <a:txBody>
                    <a:bodyPr/>
                    <a:lstStyle/>
                    <a:p>
                      <a:pPr indent="0" lvl="0" marL="0" rtl="0" algn="ctr">
                        <a:spcBef>
                          <a:spcPts val="0"/>
                        </a:spcBef>
                        <a:spcAft>
                          <a:spcPts val="0"/>
                        </a:spcAft>
                        <a:buNone/>
                      </a:pPr>
                      <a:r>
                        <a:rPr b="1" lang="en-GB">
                          <a:solidFill>
                            <a:srgbClr val="E88651"/>
                          </a:solidFill>
                        </a:rPr>
                        <a:t>L</a:t>
                      </a:r>
                      <a:r>
                        <a:rPr b="1" lang="en-GB">
                          <a:solidFill>
                            <a:srgbClr val="E88651"/>
                          </a:solidFill>
                        </a:rPr>
                        <a:t>iquid</a:t>
                      </a:r>
                      <a:endParaRPr b="1">
                        <a:solidFill>
                          <a:srgbClr val="E88651"/>
                        </a:solidFill>
                      </a:endParaRPr>
                    </a:p>
                  </a:txBody>
                  <a:tcPr marT="91425" marB="91425" marR="91425" marL="91425"/>
                </a:tc>
              </a:tr>
              <a:tr h="381000">
                <a:tc>
                  <a:txBody>
                    <a:bodyPr/>
                    <a:lstStyle/>
                    <a:p>
                      <a:pPr indent="0" lvl="0" marL="0" rtl="0" algn="ctr">
                        <a:spcBef>
                          <a:spcPts val="0"/>
                        </a:spcBef>
                        <a:spcAft>
                          <a:spcPts val="0"/>
                        </a:spcAft>
                        <a:buNone/>
                      </a:pPr>
                      <a:r>
                        <a:rPr lang="en-GB"/>
                        <a:t>1 ml C</a:t>
                      </a:r>
                      <a:r>
                        <a:rPr baseline="-25000" lang="en-GB"/>
                        <a:t>6</a:t>
                      </a:r>
                      <a:r>
                        <a:rPr lang="en-GB"/>
                        <a:t>H</a:t>
                      </a:r>
                      <a:r>
                        <a:rPr baseline="-25000" lang="en-GB"/>
                        <a:t>14 (l)</a:t>
                      </a:r>
                      <a:endParaRPr baseline="-25000"/>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GB">
                          <a:solidFill>
                            <a:schemeClr val="dk1"/>
                          </a:solidFill>
                        </a:rPr>
                        <a:t>1000 ml H</a:t>
                      </a:r>
                      <a:r>
                        <a:rPr baseline="-25000" lang="en-GB">
                          <a:solidFill>
                            <a:schemeClr val="dk1"/>
                          </a:solidFill>
                        </a:rPr>
                        <a:t>2</a:t>
                      </a:r>
                      <a:r>
                        <a:rPr lang="en-GB">
                          <a:solidFill>
                            <a:schemeClr val="dk1"/>
                          </a:solidFill>
                        </a:rPr>
                        <a:t>O</a:t>
                      </a:r>
                      <a:r>
                        <a:rPr baseline="-25000" lang="en-GB">
                          <a:solidFill>
                            <a:schemeClr val="dk1"/>
                          </a:solidFill>
                        </a:rPr>
                        <a:t>(l)</a:t>
                      </a: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GB">
                          <a:solidFill>
                            <a:srgbClr val="E88651"/>
                          </a:solidFill>
                        </a:rPr>
                        <a:t>Imm</a:t>
                      </a:r>
                      <a:r>
                        <a:rPr b="1" lang="en-GB">
                          <a:solidFill>
                            <a:srgbClr val="E88651"/>
                          </a:solidFill>
                        </a:rPr>
                        <a:t>iscible</a:t>
                      </a:r>
                      <a:endParaRPr b="1">
                        <a:solidFill>
                          <a:srgbClr val="E88651"/>
                        </a:solidFill>
                      </a:endParaRPr>
                    </a:p>
                  </a:txBody>
                  <a:tcPr marT="91425" marB="91425" marR="91425" marL="91425"/>
                </a:tc>
                <a:tc>
                  <a:txBody>
                    <a:bodyPr/>
                    <a:lstStyle/>
                    <a:p>
                      <a:pPr indent="0" lvl="0" marL="0" rtl="0" algn="ctr">
                        <a:spcBef>
                          <a:spcPts val="0"/>
                        </a:spcBef>
                        <a:spcAft>
                          <a:spcPts val="0"/>
                        </a:spcAft>
                        <a:buNone/>
                      </a:pPr>
                      <a:r>
                        <a:rPr b="1" lang="en-GB">
                          <a:solidFill>
                            <a:srgbClr val="E88651"/>
                          </a:solidFill>
                        </a:rPr>
                        <a:t>None</a:t>
                      </a:r>
                      <a:endParaRPr b="1">
                        <a:solidFill>
                          <a:srgbClr val="E88651"/>
                        </a:solidFill>
                      </a:endParaRPr>
                    </a:p>
                  </a:txBody>
                  <a:tcPr marT="91425" marB="91425" marR="91425" marL="91425"/>
                </a:tc>
                <a:tc>
                  <a:txBody>
                    <a:bodyPr/>
                    <a:lstStyle/>
                    <a:p>
                      <a:pPr indent="0" lvl="0" marL="0" rtl="0" algn="ctr">
                        <a:spcBef>
                          <a:spcPts val="0"/>
                        </a:spcBef>
                        <a:spcAft>
                          <a:spcPts val="0"/>
                        </a:spcAft>
                        <a:buNone/>
                      </a:pPr>
                      <a:r>
                        <a:rPr b="1" lang="en-GB">
                          <a:solidFill>
                            <a:srgbClr val="E88651"/>
                          </a:solidFill>
                        </a:rPr>
                        <a:t>N/A</a:t>
                      </a:r>
                      <a:endParaRPr b="1">
                        <a:solidFill>
                          <a:srgbClr val="E88651"/>
                        </a:solidFill>
                      </a:endParaRPr>
                    </a:p>
                  </a:txBody>
                  <a:tcPr marT="91425" marB="91425" marR="91425" marL="91425"/>
                </a:tc>
              </a:tr>
              <a:tr h="381000">
                <a:tc>
                  <a:txBody>
                    <a:bodyPr/>
                    <a:lstStyle/>
                    <a:p>
                      <a:pPr indent="0" lvl="0" marL="0" rtl="0" algn="ctr">
                        <a:spcBef>
                          <a:spcPts val="0"/>
                        </a:spcBef>
                        <a:spcAft>
                          <a:spcPts val="0"/>
                        </a:spcAft>
                        <a:buNone/>
                      </a:pPr>
                      <a:r>
                        <a:rPr lang="en-GB">
                          <a:solidFill>
                            <a:schemeClr val="dk1"/>
                          </a:solidFill>
                        </a:rPr>
                        <a:t>5 gm gelatin (think jello!)</a:t>
                      </a:r>
                      <a:endParaRPr baseline="30000"/>
                    </a:p>
                  </a:txBody>
                  <a:tcPr marT="91425" marB="91425" marR="91425" marL="91425"/>
                </a:tc>
                <a:tc>
                  <a:txBody>
                    <a:bodyPr/>
                    <a:lstStyle/>
                    <a:p>
                      <a:pPr indent="0" lvl="0" marL="0" rtl="0" algn="ctr">
                        <a:spcBef>
                          <a:spcPts val="0"/>
                        </a:spcBef>
                        <a:spcAft>
                          <a:spcPts val="0"/>
                        </a:spcAft>
                        <a:buNone/>
                      </a:pPr>
                      <a:r>
                        <a:rPr lang="en-GB">
                          <a:solidFill>
                            <a:schemeClr val="dk1"/>
                          </a:solidFill>
                        </a:rPr>
                        <a:t>500 ml H</a:t>
                      </a:r>
                      <a:r>
                        <a:rPr baseline="-25000" lang="en-GB">
                          <a:solidFill>
                            <a:schemeClr val="dk1"/>
                          </a:solidFill>
                        </a:rPr>
                        <a:t>2</a:t>
                      </a:r>
                      <a:r>
                        <a:rPr lang="en-GB">
                          <a:solidFill>
                            <a:schemeClr val="dk1"/>
                          </a:solidFill>
                        </a:rPr>
                        <a:t>O</a:t>
                      </a:r>
                      <a:r>
                        <a:rPr baseline="-25000" lang="en-GB">
                          <a:solidFill>
                            <a:schemeClr val="dk1"/>
                          </a:solidFill>
                        </a:rPr>
                        <a:t>(l)</a:t>
                      </a:r>
                      <a:endParaRPr baseline="-25000"/>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GB">
                          <a:solidFill>
                            <a:srgbClr val="E88651"/>
                          </a:solidFill>
                        </a:rPr>
                        <a:t>Miscible</a:t>
                      </a:r>
                      <a:endParaRPr b="1">
                        <a:solidFill>
                          <a:srgbClr val="E88651"/>
                        </a:solidFill>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GB">
                          <a:solidFill>
                            <a:srgbClr val="E88651"/>
                          </a:solidFill>
                        </a:rPr>
                        <a:t>H</a:t>
                      </a:r>
                      <a:r>
                        <a:rPr b="1" baseline="-25000" lang="en-GB">
                          <a:solidFill>
                            <a:srgbClr val="E88651"/>
                          </a:solidFill>
                        </a:rPr>
                        <a:t>2</a:t>
                      </a:r>
                      <a:r>
                        <a:rPr b="1" lang="en-GB">
                          <a:solidFill>
                            <a:srgbClr val="E88651"/>
                          </a:solidFill>
                        </a:rPr>
                        <a:t>O</a:t>
                      </a:r>
                      <a:r>
                        <a:rPr b="1" baseline="-25000" lang="en-GB">
                          <a:solidFill>
                            <a:srgbClr val="E88651"/>
                          </a:solidFill>
                        </a:rPr>
                        <a:t>(l)</a:t>
                      </a:r>
                      <a:endParaRPr b="1" baseline="-25000">
                        <a:solidFill>
                          <a:srgbClr val="E88651"/>
                        </a:solidFill>
                      </a:endParaRPr>
                    </a:p>
                    <a:p>
                      <a:pPr indent="0" lvl="0" marL="0" rtl="0" algn="ctr">
                        <a:spcBef>
                          <a:spcPts val="0"/>
                        </a:spcBef>
                        <a:spcAft>
                          <a:spcPts val="0"/>
                        </a:spcAft>
                        <a:buNone/>
                      </a:pPr>
                      <a:r>
                        <a:t/>
                      </a:r>
                      <a:endParaRPr b="1">
                        <a:solidFill>
                          <a:srgbClr val="E88651"/>
                        </a:solidFill>
                      </a:endParaRPr>
                    </a:p>
                  </a:txBody>
                  <a:tcPr marT="91425" marB="91425" marR="91425" marL="91425"/>
                </a:tc>
                <a:tc>
                  <a:txBody>
                    <a:bodyPr/>
                    <a:lstStyle/>
                    <a:p>
                      <a:pPr indent="0" lvl="0" marL="0" rtl="0" algn="ctr">
                        <a:spcBef>
                          <a:spcPts val="0"/>
                        </a:spcBef>
                        <a:spcAft>
                          <a:spcPts val="0"/>
                        </a:spcAft>
                        <a:buNone/>
                      </a:pPr>
                      <a:r>
                        <a:rPr b="1" lang="en-GB">
                          <a:solidFill>
                            <a:srgbClr val="E88651"/>
                          </a:solidFill>
                        </a:rPr>
                        <a:t>Solid</a:t>
                      </a:r>
                      <a:endParaRPr b="1">
                        <a:solidFill>
                          <a:srgbClr val="E88651"/>
                        </a:solidFill>
                      </a:endParaRPr>
                    </a:p>
                  </a:txBody>
                  <a:tcPr marT="91425" marB="91425" marR="91425" marL="91425"/>
                </a:tc>
              </a:tr>
              <a:tr h="381000">
                <a:tc>
                  <a:txBody>
                    <a:bodyPr/>
                    <a:lstStyle/>
                    <a:p>
                      <a:pPr indent="0" lvl="0" marL="0" rtl="0" algn="ctr">
                        <a:spcBef>
                          <a:spcPts val="0"/>
                        </a:spcBef>
                        <a:spcAft>
                          <a:spcPts val="0"/>
                        </a:spcAft>
                        <a:buNone/>
                      </a:pPr>
                      <a:r>
                        <a:rPr lang="en-GB"/>
                        <a:t>1 ml H</a:t>
                      </a:r>
                      <a:r>
                        <a:rPr baseline="-25000" lang="en-GB"/>
                        <a:t>2</a:t>
                      </a:r>
                      <a:r>
                        <a:rPr lang="en-GB"/>
                        <a:t>O </a:t>
                      </a:r>
                      <a:r>
                        <a:rPr baseline="-25000" lang="en-GB"/>
                        <a:t>(g)</a:t>
                      </a:r>
                      <a:endParaRPr baseline="-250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t>1 x 10</a:t>
                      </a:r>
                      <a:r>
                        <a:rPr baseline="30000" lang="en-GB"/>
                        <a:t>6</a:t>
                      </a:r>
                      <a:r>
                        <a:rPr lang="en-GB"/>
                        <a:t> L N</a:t>
                      </a:r>
                      <a:r>
                        <a:rPr baseline="-25000" lang="en-GB"/>
                        <a:t>2</a:t>
                      </a:r>
                      <a:r>
                        <a:rPr lang="en-GB"/>
                        <a:t> </a:t>
                      </a:r>
                      <a:r>
                        <a:rPr baseline="-25000" lang="en-GB"/>
                        <a:t>(g)</a:t>
                      </a:r>
                      <a:r>
                        <a:rPr baseline="30000" lang="en-GB"/>
                        <a:t> </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GB">
                          <a:solidFill>
                            <a:srgbClr val="E88651"/>
                          </a:solidFill>
                        </a:rPr>
                        <a:t>Miscible</a:t>
                      </a:r>
                      <a:endParaRPr b="1">
                        <a:solidFill>
                          <a:srgbClr val="E88651"/>
                        </a:solidFill>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GB">
                          <a:solidFill>
                            <a:srgbClr val="E88651"/>
                          </a:solidFill>
                        </a:rPr>
                        <a:t>N</a:t>
                      </a:r>
                      <a:r>
                        <a:rPr b="1" baseline="-25000" lang="en-GB">
                          <a:solidFill>
                            <a:srgbClr val="E88651"/>
                          </a:solidFill>
                        </a:rPr>
                        <a:t>2</a:t>
                      </a:r>
                      <a:r>
                        <a:rPr b="1" lang="en-GB">
                          <a:solidFill>
                            <a:srgbClr val="E88651"/>
                          </a:solidFill>
                        </a:rPr>
                        <a:t> </a:t>
                      </a:r>
                      <a:r>
                        <a:rPr b="1" baseline="-25000" lang="en-GB">
                          <a:solidFill>
                            <a:srgbClr val="E88651"/>
                          </a:solidFill>
                        </a:rPr>
                        <a:t>(g)</a:t>
                      </a:r>
                      <a:endParaRPr b="1" baseline="-25000">
                        <a:solidFill>
                          <a:srgbClr val="E88651"/>
                        </a:solidFill>
                      </a:endParaRPr>
                    </a:p>
                  </a:txBody>
                  <a:tcPr marT="91425" marB="91425" marR="91425" marL="91425"/>
                </a:tc>
                <a:tc>
                  <a:txBody>
                    <a:bodyPr/>
                    <a:lstStyle/>
                    <a:p>
                      <a:pPr indent="0" lvl="0" marL="0" rtl="0" algn="ctr">
                        <a:spcBef>
                          <a:spcPts val="0"/>
                        </a:spcBef>
                        <a:spcAft>
                          <a:spcPts val="0"/>
                        </a:spcAft>
                        <a:buNone/>
                      </a:pPr>
                      <a:r>
                        <a:rPr b="1" lang="en-GB">
                          <a:solidFill>
                            <a:srgbClr val="E88651"/>
                          </a:solidFill>
                        </a:rPr>
                        <a:t>Gas</a:t>
                      </a:r>
                      <a:endParaRPr b="1">
                        <a:solidFill>
                          <a:srgbClr val="E88651"/>
                        </a:solidFill>
                      </a:endParaRPr>
                    </a:p>
                  </a:txBody>
                  <a:tcPr marT="91425" marB="91425" marR="91425" marL="91425"/>
                </a:tc>
              </a:tr>
              <a:tr h="381000">
                <a:tc>
                  <a:txBody>
                    <a:bodyPr/>
                    <a:lstStyle/>
                    <a:p>
                      <a:pPr indent="0" lvl="0" marL="0" rtl="0" algn="ctr">
                        <a:spcBef>
                          <a:spcPts val="0"/>
                        </a:spcBef>
                        <a:spcAft>
                          <a:spcPts val="0"/>
                        </a:spcAft>
                        <a:buNone/>
                      </a:pPr>
                      <a:r>
                        <a:rPr lang="en-GB"/>
                        <a:t>100 g Cu</a:t>
                      </a:r>
                      <a:r>
                        <a:rPr baseline="-25000" lang="en-GB"/>
                        <a:t>(s)</a:t>
                      </a:r>
                      <a:endParaRPr baseline="-25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a:t>10 g  Zn</a:t>
                      </a:r>
                      <a:r>
                        <a:rPr baseline="-25000" lang="en-GB"/>
                        <a:t>(s)</a:t>
                      </a:r>
                      <a:endParaRPr baseline="-25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GB">
                          <a:solidFill>
                            <a:srgbClr val="E88651"/>
                          </a:solidFill>
                        </a:rPr>
                        <a:t>Miscible</a:t>
                      </a:r>
                      <a:endParaRPr b="1">
                        <a:solidFill>
                          <a:srgbClr val="E88651"/>
                        </a:solidFill>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rPr b="1" lang="en-GB">
                          <a:solidFill>
                            <a:srgbClr val="E88651"/>
                          </a:solidFill>
                        </a:rPr>
                        <a:t>Cu</a:t>
                      </a:r>
                      <a:r>
                        <a:rPr b="1" baseline="-25000" lang="en-GB">
                          <a:solidFill>
                            <a:srgbClr val="E88651"/>
                          </a:solidFill>
                        </a:rPr>
                        <a:t>(s)</a:t>
                      </a:r>
                      <a:endParaRPr b="1" baseline="-25000">
                        <a:solidFill>
                          <a:srgbClr val="E88651"/>
                        </a:solidFill>
                      </a:endParaRPr>
                    </a:p>
                  </a:txBody>
                  <a:tcPr marT="91425" marB="91425" marR="91425" marL="91425"/>
                </a:tc>
                <a:tc>
                  <a:txBody>
                    <a:bodyPr/>
                    <a:lstStyle/>
                    <a:p>
                      <a:pPr indent="0" lvl="0" marL="0" rtl="0" algn="ctr">
                        <a:spcBef>
                          <a:spcPts val="0"/>
                        </a:spcBef>
                        <a:spcAft>
                          <a:spcPts val="0"/>
                        </a:spcAft>
                        <a:buNone/>
                      </a:pPr>
                      <a:r>
                        <a:rPr b="1" lang="en-GB">
                          <a:solidFill>
                            <a:srgbClr val="E88651"/>
                          </a:solidFill>
                        </a:rPr>
                        <a:t>Solid</a:t>
                      </a:r>
                      <a:endParaRPr b="1">
                        <a:solidFill>
                          <a:srgbClr val="E88651"/>
                        </a:solidFill>
                      </a:endParaRPr>
                    </a:p>
                  </a:txBody>
                  <a:tcPr marT="91425" marB="91425" marR="91425" marL="91425"/>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8"/>
          <p:cNvSpPr txBox="1"/>
          <p:nvPr>
            <p:ph type="ctrTitle"/>
          </p:nvPr>
        </p:nvSpPr>
        <p:spPr>
          <a:xfrm>
            <a:off x="756825" y="853662"/>
            <a:ext cx="8077200" cy="12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6500"/>
              <a:t>Part 5: Beyond the course extensions</a:t>
            </a:r>
            <a:endParaRPr sz="6500"/>
          </a:p>
          <a:p>
            <a:pPr indent="0" lvl="0" marL="0" rtl="0" algn="l">
              <a:spcBef>
                <a:spcPts val="0"/>
              </a:spcBef>
              <a:spcAft>
                <a:spcPts val="0"/>
              </a:spcAft>
              <a:buNone/>
            </a:pPr>
            <a:r>
              <a:rPr lang="en-GB" sz="6500"/>
              <a:t>{optional - none avail currently}</a:t>
            </a:r>
            <a:endParaRPr sz="65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59"/>
          <p:cNvSpPr txBox="1"/>
          <p:nvPr>
            <p:ph type="title"/>
          </p:nvPr>
        </p:nvSpPr>
        <p:spPr>
          <a:xfrm>
            <a:off x="457200" y="116586"/>
            <a:ext cx="8229600" cy="93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3400"/>
              <a:t>The Future of 3D printing with Solutions (10 mins)</a:t>
            </a:r>
            <a:endParaRPr sz="3400"/>
          </a:p>
        </p:txBody>
      </p:sp>
      <p:pic>
        <p:nvPicPr>
          <p:cNvPr descr="What we think of as 3D printing, says Joseph DeSimone, is really just 2D printing over and over ... slowly. Onstage at TED2015, he unveils a bold new technique — inspired, yes, by Terminator 2 — that's 25 to 100 times faster, and creates smooth, strong parts. Could it finally help to fulfill the tremendous promise of 3D printing? &#10;&#10;TEDTalks is a daily video podcast of the best talks and performances from the TED Conference, where the world's leading thinkers and doers give the talk of their lives in 18 minutes (or less). Look for talks on Technology, Entertainment and Design -- plus science, business, global issues, the arts and much more.&#10;Find closed captions and translated subtitles in many languages at http://www.ted.com/translate&#10;&#10;Follow TED news on Twitter: http://www.twitter.com/tednews&#10;Like TED on Facebook: https://www.facebook.com/TED&#10;&#10;Subscribe to our channel: http://www.youtube.com/user/TEDtalksDirector" id="401" name="Google Shape;401;p59" title="What if 3D printing was 100x faster? | Joseph DeSimone">
            <a:hlinkClick r:id="rId3"/>
          </p:cNvPr>
          <p:cNvPicPr preferRelativeResize="0"/>
          <p:nvPr/>
        </p:nvPicPr>
        <p:blipFill>
          <a:blip r:embed="rId4">
            <a:alphaModFix/>
          </a:blip>
          <a:stretch>
            <a:fillRect/>
          </a:stretch>
        </p:blipFill>
        <p:spPr>
          <a:xfrm>
            <a:off x="1450338" y="1329738"/>
            <a:ext cx="6243325" cy="3511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1000"/>
                                        <p:tgtEl>
                                          <p:spTgt spid="4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odule">
  <a:themeElement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Override1.xml><?xml version="1.0" encoding="utf-8"?>
<a:themeOverride xmlns:a="http://schemas.openxmlformats.org/drawingml/2006/main" xmlns:r="http://schemas.openxmlformats.org/officeDocument/2006/relationship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2.xml><?xml version="1.0" encoding="utf-8"?>
<a:themeOverride xmlns:a="http://schemas.openxmlformats.org/drawingml/2006/main" xmlns:r="http://schemas.openxmlformats.org/officeDocument/2006/relationship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