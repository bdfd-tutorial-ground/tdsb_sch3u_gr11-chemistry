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 id="2147483662" r:id="rId5"/>
    <p:sldMasterId id="2147483663" r:id="rId6"/>
    <p:sldMasterId id="2147483664" r:id="rId7"/>
    <p:sldMasterId id="2147483665" r:id="rId8"/>
    <p:sldMasterId id="2147483666" r:id="rId9"/>
    <p:sldMasterId id="2147483667"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E98411-2261-4572-A264-BF7F9F53C056}">
  <a:tblStyle styleId="{8FE98411-2261-4572-A264-BF7F9F53C05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9.xml"/><Relationship Id="rId22" Type="http://schemas.openxmlformats.org/officeDocument/2006/relationships/slide" Target="slides/slide11.xml"/><Relationship Id="rId21" Type="http://schemas.openxmlformats.org/officeDocument/2006/relationships/slide" Target="slides/slide10.xml"/><Relationship Id="rId24" Type="http://schemas.openxmlformats.org/officeDocument/2006/relationships/slide" Target="slides/slide13.xml"/><Relationship Id="rId23" Type="http://schemas.openxmlformats.org/officeDocument/2006/relationships/slide" Target="slides/slide12.xml"/><Relationship Id="rId1" Type="http://schemas.openxmlformats.org/officeDocument/2006/relationships/theme" Target="theme/theme7.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18.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0.xml"/><Relationship Id="rId30" Type="http://schemas.openxmlformats.org/officeDocument/2006/relationships/slide" Target="slides/slide19.xml"/><Relationship Id="rId11" Type="http://schemas.openxmlformats.org/officeDocument/2006/relationships/notesMaster" Target="notesMasters/notesMaster1.xml"/><Relationship Id="rId10" Type="http://schemas.openxmlformats.org/officeDocument/2006/relationships/slideMaster" Target="slideMasters/slideMaster7.xml"/><Relationship Id="rId32" Type="http://schemas.openxmlformats.org/officeDocument/2006/relationships/slide" Target="slides/slide21.xml"/><Relationship Id="rId13" Type="http://schemas.openxmlformats.org/officeDocument/2006/relationships/slide" Target="slides/slide2.xml"/><Relationship Id="rId12" Type="http://schemas.openxmlformats.org/officeDocument/2006/relationships/slide" Target="slides/slide1.xml"/><Relationship Id="rId15" Type="http://schemas.openxmlformats.org/officeDocument/2006/relationships/slide" Target="slides/slide4.xml"/><Relationship Id="rId14" Type="http://schemas.openxmlformats.org/officeDocument/2006/relationships/slide" Target="slides/slide3.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7c287cdae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7c287cda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7c31cbfef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7c31cbfe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7c287cdae4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7c287cdae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7c287cdae4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7c287cdae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7c287cdae4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7c287cdae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4" name="Shape 14"/>
        <p:cNvGrpSpPr/>
        <p:nvPr/>
      </p:nvGrpSpPr>
      <p:grpSpPr>
        <a:xfrm>
          <a:off x="0" y="0"/>
          <a:ext cx="0" cy="0"/>
          <a:chOff x="0" y="0"/>
          <a:chExt cx="0" cy="0"/>
        </a:xfrm>
      </p:grpSpPr>
      <p:sp>
        <p:nvSpPr>
          <p:cNvPr id="15" name="Google Shape;15;p2"/>
          <p:cNvSpPr txBox="1"/>
          <p:nvPr>
            <p:ph type="title"/>
          </p:nvPr>
        </p:nvSpPr>
        <p:spPr>
          <a:xfrm>
            <a:off x="219075" y="227013"/>
            <a:ext cx="7477125" cy="11430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16" name="Google Shape;16;p2"/>
          <p:cNvSpPr txBox="1"/>
          <p:nvPr>
            <p:ph idx="1" type="body"/>
          </p:nvPr>
        </p:nvSpPr>
        <p:spPr>
          <a:xfrm>
            <a:off x="263525" y="1598613"/>
            <a:ext cx="3616325" cy="4497387"/>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7" name="Google Shape;17;p2"/>
          <p:cNvSpPr txBox="1"/>
          <p:nvPr>
            <p:ph idx="2" type="body"/>
          </p:nvPr>
        </p:nvSpPr>
        <p:spPr>
          <a:xfrm>
            <a:off x="4032250" y="1598613"/>
            <a:ext cx="3617913" cy="4497387"/>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8" name="Google Shape;18;p2"/>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 name="Google Shape;19;p2"/>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 name="Google Shape;20;p2"/>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over Text" type="twoObjOverTx">
  <p:cSld name="TWO_OBJECTS_OVER_TEXT">
    <p:spTree>
      <p:nvGrpSpPr>
        <p:cNvPr id="21" name="Shape 21"/>
        <p:cNvGrpSpPr/>
        <p:nvPr/>
      </p:nvGrpSpPr>
      <p:grpSpPr>
        <a:xfrm>
          <a:off x="0" y="0"/>
          <a:ext cx="0" cy="0"/>
          <a:chOff x="0" y="0"/>
          <a:chExt cx="0" cy="0"/>
        </a:xfrm>
      </p:grpSpPr>
      <p:sp>
        <p:nvSpPr>
          <p:cNvPr id="22" name="Google Shape;22;p3"/>
          <p:cNvSpPr txBox="1"/>
          <p:nvPr>
            <p:ph type="title"/>
          </p:nvPr>
        </p:nvSpPr>
        <p:spPr>
          <a:xfrm>
            <a:off x="219075" y="227013"/>
            <a:ext cx="7477125" cy="11430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23" name="Google Shape;23;p3"/>
          <p:cNvSpPr txBox="1"/>
          <p:nvPr>
            <p:ph idx="1" type="body"/>
          </p:nvPr>
        </p:nvSpPr>
        <p:spPr>
          <a:xfrm>
            <a:off x="263525" y="1598613"/>
            <a:ext cx="3616325" cy="2171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24" name="Google Shape;24;p3"/>
          <p:cNvSpPr txBox="1"/>
          <p:nvPr>
            <p:ph idx="2" type="body"/>
          </p:nvPr>
        </p:nvSpPr>
        <p:spPr>
          <a:xfrm>
            <a:off x="4032250" y="1598613"/>
            <a:ext cx="3617913" cy="2171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25" name="Google Shape;25;p3"/>
          <p:cNvSpPr txBox="1"/>
          <p:nvPr>
            <p:ph idx="3" type="body"/>
          </p:nvPr>
        </p:nvSpPr>
        <p:spPr>
          <a:xfrm>
            <a:off x="263525" y="3922713"/>
            <a:ext cx="7386638" cy="2173287"/>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26" name="Google Shape;26;p3"/>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7" name="Google Shape;27;p3"/>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3"/>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4"/>
          <p:cNvSpPr txBox="1"/>
          <p:nvPr>
            <p:ph type="title"/>
          </p:nvPr>
        </p:nvSpPr>
        <p:spPr>
          <a:xfrm>
            <a:off x="822325" y="287337"/>
            <a:ext cx="7543800" cy="144938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31" name="Google Shape;31;p4"/>
          <p:cNvSpPr txBox="1"/>
          <p:nvPr>
            <p:ph idx="1" type="body"/>
          </p:nvPr>
        </p:nvSpPr>
        <p:spPr>
          <a:xfrm>
            <a:off x="822325" y="1846262"/>
            <a:ext cx="7543800" cy="4022725"/>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sz="2000">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32" name="Google Shape;32;p4"/>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3" name="Google Shape;33;p4"/>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4" name="Google Shape;34;p4"/>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5"/>
          <p:cNvSpPr txBox="1"/>
          <p:nvPr>
            <p:ph type="title"/>
          </p:nvPr>
        </p:nvSpPr>
        <p:spPr>
          <a:xfrm>
            <a:off x="822325" y="287337"/>
            <a:ext cx="7543800" cy="144938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37" name="Google Shape;37;p5"/>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8" name="Google Shape;38;p5"/>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9" name="Google Shape;39;p5"/>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0" name="Shape 40"/>
        <p:cNvGrpSpPr/>
        <p:nvPr/>
      </p:nvGrpSpPr>
      <p:grpSpPr>
        <a:xfrm>
          <a:off x="0" y="0"/>
          <a:ext cx="0" cy="0"/>
          <a:chOff x="0" y="0"/>
          <a:chExt cx="0" cy="0"/>
        </a:xfrm>
      </p:grpSpPr>
      <p:sp>
        <p:nvSpPr>
          <p:cNvPr id="41" name="Google Shape;41;p6"/>
          <p:cNvSpPr txBox="1"/>
          <p:nvPr>
            <p:ph type="title"/>
          </p:nvPr>
        </p:nvSpPr>
        <p:spPr>
          <a:xfrm>
            <a:off x="822325" y="287337"/>
            <a:ext cx="7543800" cy="144938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42" name="Google Shape;42;p6"/>
          <p:cNvSpPr txBox="1"/>
          <p:nvPr>
            <p:ph idx="1" type="body"/>
          </p:nvPr>
        </p:nvSpPr>
        <p:spPr>
          <a:xfrm rot="5400000">
            <a:off x="2582863" y="85724"/>
            <a:ext cx="4022725" cy="75438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sz="2000">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43" name="Google Shape;43;p6"/>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4" name="Google Shape;44;p6"/>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5" name="Google Shape;45;p6"/>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7"/>
          <p:cNvSpPr txBox="1"/>
          <p:nvPr>
            <p:ph type="title"/>
          </p:nvPr>
        </p:nvSpPr>
        <p:spPr>
          <a:xfrm>
            <a:off x="822960" y="286604"/>
            <a:ext cx="7543800" cy="145075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48" name="Google Shape;48;p7"/>
          <p:cNvSpPr txBox="1"/>
          <p:nvPr>
            <p:ph idx="1" type="body"/>
          </p:nvPr>
        </p:nvSpPr>
        <p:spPr>
          <a:xfrm>
            <a:off x="822960" y="1846052"/>
            <a:ext cx="3703320" cy="736282"/>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90000"/>
              </a:lnSpc>
              <a:spcBef>
                <a:spcPts val="1200"/>
              </a:spcBef>
              <a:spcAft>
                <a:spcPts val="0"/>
              </a:spcAft>
              <a:buClr>
                <a:schemeClr val="accent1"/>
              </a:buClr>
              <a:buSzPts val="2000"/>
              <a:buFont typeface="Calibri"/>
              <a:buNone/>
              <a:defRPr b="0" sz="2000" cap="none">
                <a:solidFill>
                  <a:schemeClr val="dk2"/>
                </a:solidFill>
                <a:latin typeface="Calibri"/>
                <a:ea typeface="Calibri"/>
                <a:cs typeface="Calibri"/>
                <a:sym typeface="Calibri"/>
              </a:defRPr>
            </a:lvl1pPr>
            <a:lvl2pPr indent="-228600" lvl="1" marL="914400" marR="0" rtl="0" algn="l">
              <a:lnSpc>
                <a:spcPct val="90000"/>
              </a:lnSpc>
              <a:spcBef>
                <a:spcPts val="200"/>
              </a:spcBef>
              <a:spcAft>
                <a:spcPts val="0"/>
              </a:spcAft>
              <a:buClr>
                <a:schemeClr val="accent1"/>
              </a:buClr>
              <a:buSzPts val="1800"/>
              <a:buFont typeface="Calibri"/>
              <a:buNone/>
              <a:defRPr b="1" i="0" sz="2000" u="none" cap="none" strike="noStrike">
                <a:solidFill>
                  <a:srgbClr val="404040"/>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accent1"/>
              </a:buClr>
              <a:buSzPts val="1400"/>
              <a:buFont typeface="Calibri"/>
              <a:buNone/>
              <a:defRPr b="1" i="0" sz="1800" u="none" cap="none" strike="noStrike">
                <a:solidFill>
                  <a:srgbClr val="404040"/>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accent1"/>
              </a:buClr>
              <a:buSzPts val="1400"/>
              <a:buFont typeface="Calibri"/>
              <a:buNone/>
              <a:defRPr b="1" i="0" sz="1600" u="none" cap="none" strike="noStrike">
                <a:solidFill>
                  <a:srgbClr val="404040"/>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accent1"/>
              </a:buClr>
              <a:buSzPts val="1400"/>
              <a:buFont typeface="Calibri"/>
              <a:buNone/>
              <a:defRPr b="1" i="0" sz="1600" u="none" cap="none" strike="noStrike">
                <a:solidFill>
                  <a:srgbClr val="404040"/>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accent1"/>
              </a:buClr>
              <a:buSzPts val="1400"/>
              <a:buFont typeface="Calibri"/>
              <a:buNone/>
              <a:defRPr b="1" i="0" sz="1600" u="none" cap="none" strike="noStrike">
                <a:solidFill>
                  <a:srgbClr val="3F3F3F"/>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accent1"/>
              </a:buClr>
              <a:buSzPts val="1400"/>
              <a:buFont typeface="Calibri"/>
              <a:buNone/>
              <a:defRPr b="1" i="0" sz="1600" u="none" cap="none" strike="noStrike">
                <a:solidFill>
                  <a:srgbClr val="3F3F3F"/>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accent1"/>
              </a:buClr>
              <a:buSzPts val="1400"/>
              <a:buFont typeface="Calibri"/>
              <a:buNone/>
              <a:defRPr b="1" i="0" sz="1600" u="none" cap="none" strike="noStrike">
                <a:solidFill>
                  <a:srgbClr val="3F3F3F"/>
                </a:solidFill>
                <a:latin typeface="Calibri"/>
                <a:ea typeface="Calibri"/>
                <a:cs typeface="Calibri"/>
                <a:sym typeface="Calibri"/>
              </a:defRPr>
            </a:lvl8pPr>
            <a:lvl9pPr indent="-228600" lvl="8" marL="4114800" marR="0" rtl="0" algn="l">
              <a:lnSpc>
                <a:spcPct val="90000"/>
              </a:lnSpc>
              <a:spcBef>
                <a:spcPts val="400"/>
              </a:spcBef>
              <a:spcAft>
                <a:spcPts val="400"/>
              </a:spcAft>
              <a:buClr>
                <a:schemeClr val="accent1"/>
              </a:buClr>
              <a:buSzPts val="1400"/>
              <a:buFont typeface="Calibri"/>
              <a:buNone/>
              <a:defRPr b="1" i="0" sz="1600" u="none" cap="none" strike="noStrike">
                <a:solidFill>
                  <a:srgbClr val="3F3F3F"/>
                </a:solidFill>
                <a:latin typeface="Calibri"/>
                <a:ea typeface="Calibri"/>
                <a:cs typeface="Calibri"/>
                <a:sym typeface="Calibri"/>
              </a:defRPr>
            </a:lvl9pPr>
          </a:lstStyle>
          <a:p/>
        </p:txBody>
      </p:sp>
      <p:sp>
        <p:nvSpPr>
          <p:cNvPr id="49" name="Google Shape;49;p7"/>
          <p:cNvSpPr txBox="1"/>
          <p:nvPr>
            <p:ph idx="2" type="body"/>
          </p:nvPr>
        </p:nvSpPr>
        <p:spPr>
          <a:xfrm>
            <a:off x="822960" y="2582334"/>
            <a:ext cx="3703320" cy="33782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sz="2000">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50" name="Google Shape;50;p7"/>
          <p:cNvSpPr txBox="1"/>
          <p:nvPr>
            <p:ph idx="3" type="body"/>
          </p:nvPr>
        </p:nvSpPr>
        <p:spPr>
          <a:xfrm>
            <a:off x="4663440" y="1846052"/>
            <a:ext cx="3703320" cy="736282"/>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90000"/>
              </a:lnSpc>
              <a:spcBef>
                <a:spcPts val="1200"/>
              </a:spcBef>
              <a:spcAft>
                <a:spcPts val="0"/>
              </a:spcAft>
              <a:buClr>
                <a:schemeClr val="accent1"/>
              </a:buClr>
              <a:buSzPts val="2000"/>
              <a:buFont typeface="Calibri"/>
              <a:buNone/>
              <a:defRPr b="0" sz="2000" cap="none">
                <a:solidFill>
                  <a:schemeClr val="dk2"/>
                </a:solidFill>
                <a:latin typeface="Calibri"/>
                <a:ea typeface="Calibri"/>
                <a:cs typeface="Calibri"/>
                <a:sym typeface="Calibri"/>
              </a:defRPr>
            </a:lvl1pPr>
            <a:lvl2pPr indent="-228600" lvl="1" marL="914400" marR="0" rtl="0" algn="l">
              <a:lnSpc>
                <a:spcPct val="90000"/>
              </a:lnSpc>
              <a:spcBef>
                <a:spcPts val="200"/>
              </a:spcBef>
              <a:spcAft>
                <a:spcPts val="0"/>
              </a:spcAft>
              <a:buClr>
                <a:schemeClr val="accent1"/>
              </a:buClr>
              <a:buSzPts val="1800"/>
              <a:buFont typeface="Calibri"/>
              <a:buNone/>
              <a:defRPr b="1" i="0" sz="2000" u="none" cap="none" strike="noStrike">
                <a:solidFill>
                  <a:srgbClr val="404040"/>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accent1"/>
              </a:buClr>
              <a:buSzPts val="1400"/>
              <a:buFont typeface="Calibri"/>
              <a:buNone/>
              <a:defRPr b="1" i="0" sz="1800" u="none" cap="none" strike="noStrike">
                <a:solidFill>
                  <a:srgbClr val="404040"/>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accent1"/>
              </a:buClr>
              <a:buSzPts val="1400"/>
              <a:buFont typeface="Calibri"/>
              <a:buNone/>
              <a:defRPr b="1" i="0" sz="1600" u="none" cap="none" strike="noStrike">
                <a:solidFill>
                  <a:srgbClr val="404040"/>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accent1"/>
              </a:buClr>
              <a:buSzPts val="1400"/>
              <a:buFont typeface="Calibri"/>
              <a:buNone/>
              <a:defRPr b="1" i="0" sz="1600" u="none" cap="none" strike="noStrike">
                <a:solidFill>
                  <a:srgbClr val="404040"/>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accent1"/>
              </a:buClr>
              <a:buSzPts val="1400"/>
              <a:buFont typeface="Calibri"/>
              <a:buNone/>
              <a:defRPr b="1" i="0" sz="1600" u="none" cap="none" strike="noStrike">
                <a:solidFill>
                  <a:srgbClr val="3F3F3F"/>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accent1"/>
              </a:buClr>
              <a:buSzPts val="1400"/>
              <a:buFont typeface="Calibri"/>
              <a:buNone/>
              <a:defRPr b="1" i="0" sz="1600" u="none" cap="none" strike="noStrike">
                <a:solidFill>
                  <a:srgbClr val="3F3F3F"/>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accent1"/>
              </a:buClr>
              <a:buSzPts val="1400"/>
              <a:buFont typeface="Calibri"/>
              <a:buNone/>
              <a:defRPr b="1" i="0" sz="1600" u="none" cap="none" strike="noStrike">
                <a:solidFill>
                  <a:srgbClr val="3F3F3F"/>
                </a:solidFill>
                <a:latin typeface="Calibri"/>
                <a:ea typeface="Calibri"/>
                <a:cs typeface="Calibri"/>
                <a:sym typeface="Calibri"/>
              </a:defRPr>
            </a:lvl8pPr>
            <a:lvl9pPr indent="-228600" lvl="8" marL="4114800" marR="0" rtl="0" algn="l">
              <a:lnSpc>
                <a:spcPct val="90000"/>
              </a:lnSpc>
              <a:spcBef>
                <a:spcPts val="400"/>
              </a:spcBef>
              <a:spcAft>
                <a:spcPts val="400"/>
              </a:spcAft>
              <a:buClr>
                <a:schemeClr val="accent1"/>
              </a:buClr>
              <a:buSzPts val="1400"/>
              <a:buFont typeface="Calibri"/>
              <a:buNone/>
              <a:defRPr b="1" i="0" sz="1600" u="none" cap="none" strike="noStrike">
                <a:solidFill>
                  <a:srgbClr val="3F3F3F"/>
                </a:solidFill>
                <a:latin typeface="Calibri"/>
                <a:ea typeface="Calibri"/>
                <a:cs typeface="Calibri"/>
                <a:sym typeface="Calibri"/>
              </a:defRPr>
            </a:lvl9pPr>
          </a:lstStyle>
          <a:p/>
        </p:txBody>
      </p:sp>
      <p:sp>
        <p:nvSpPr>
          <p:cNvPr id="51" name="Google Shape;51;p7"/>
          <p:cNvSpPr txBox="1"/>
          <p:nvPr>
            <p:ph idx="4" type="body"/>
          </p:nvPr>
        </p:nvSpPr>
        <p:spPr>
          <a:xfrm>
            <a:off x="4663440" y="2582334"/>
            <a:ext cx="3703320" cy="33782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sz="2000">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52" name="Google Shape;52;p7"/>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3" name="Google Shape;53;p7"/>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4" name="Google Shape;54;p7"/>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8"/>
          <p:cNvSpPr txBox="1"/>
          <p:nvPr>
            <p:ph type="title"/>
          </p:nvPr>
        </p:nvSpPr>
        <p:spPr>
          <a:xfrm>
            <a:off x="822960" y="286604"/>
            <a:ext cx="7543800" cy="145075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57" name="Google Shape;57;p8"/>
          <p:cNvSpPr txBox="1"/>
          <p:nvPr>
            <p:ph idx="1" type="body"/>
          </p:nvPr>
        </p:nvSpPr>
        <p:spPr>
          <a:xfrm>
            <a:off x="822960" y="1845734"/>
            <a:ext cx="3703320" cy="402336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sz="2000">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58" name="Google Shape;58;p8"/>
          <p:cNvSpPr txBox="1"/>
          <p:nvPr>
            <p:ph idx="2" type="body"/>
          </p:nvPr>
        </p:nvSpPr>
        <p:spPr>
          <a:xfrm>
            <a:off x="4663440" y="1845735"/>
            <a:ext cx="3703320" cy="402336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sz="2000">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59" name="Google Shape;59;p8"/>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0" name="Google Shape;60;p8"/>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1" name="Google Shape;61;p8"/>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10"/>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2" name="Google Shape;72;p10"/>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3" name="Google Shape;73;p10"/>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83" name="Shape 83"/>
        <p:cNvGrpSpPr/>
        <p:nvPr/>
      </p:nvGrpSpPr>
      <p:grpSpPr>
        <a:xfrm>
          <a:off x="0" y="0"/>
          <a:ext cx="0" cy="0"/>
          <a:chOff x="0" y="0"/>
          <a:chExt cx="0" cy="0"/>
        </a:xfrm>
      </p:grpSpPr>
      <p:sp>
        <p:nvSpPr>
          <p:cNvPr id="84" name="Google Shape;84;p12"/>
          <p:cNvSpPr txBox="1"/>
          <p:nvPr>
            <p:ph type="ctrTitle"/>
          </p:nvPr>
        </p:nvSpPr>
        <p:spPr>
          <a:xfrm>
            <a:off x="822960" y="758952"/>
            <a:ext cx="7543800" cy="356616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8000" u="none" cap="none" strike="noStrike">
                <a:solidFill>
                  <a:srgbClr val="262626"/>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85" name="Google Shape;85;p12"/>
          <p:cNvSpPr txBox="1"/>
          <p:nvPr>
            <p:ph idx="1" type="subTitle"/>
          </p:nvPr>
        </p:nvSpPr>
        <p:spPr>
          <a:xfrm>
            <a:off x="825038" y="4455621"/>
            <a:ext cx="7543800" cy="11430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1200"/>
              </a:spcBef>
              <a:spcAft>
                <a:spcPts val="0"/>
              </a:spcAft>
              <a:buClr>
                <a:schemeClr val="accent1"/>
              </a:buClr>
              <a:buSzPts val="2000"/>
              <a:buFont typeface="Calibri"/>
              <a:buNone/>
              <a:defRPr b="0" i="0" sz="2400" u="none" cap="none" strike="noStrike">
                <a:solidFill>
                  <a:schemeClr val="dk2"/>
                </a:solidFill>
                <a:latin typeface="Calibri"/>
                <a:ea typeface="Calibri"/>
                <a:cs typeface="Calibri"/>
                <a:sym typeface="Calibri"/>
              </a:defRPr>
            </a:lvl1pPr>
            <a:lvl2pPr indent="0" lvl="1" marL="457200" marR="0" rtl="0" algn="ctr">
              <a:lnSpc>
                <a:spcPct val="90000"/>
              </a:lnSpc>
              <a:spcBef>
                <a:spcPts val="200"/>
              </a:spcBef>
              <a:spcAft>
                <a:spcPts val="0"/>
              </a:spcAft>
              <a:buClr>
                <a:schemeClr val="accent1"/>
              </a:buClr>
              <a:buSzPts val="1800"/>
              <a:buFont typeface="Calibri"/>
              <a:buNone/>
              <a:defRPr b="0" i="0" sz="2400" u="none" cap="none" strike="noStrike">
                <a:solidFill>
                  <a:srgbClr val="404040"/>
                </a:solidFill>
                <a:latin typeface="Calibri"/>
                <a:ea typeface="Calibri"/>
                <a:cs typeface="Calibri"/>
                <a:sym typeface="Calibri"/>
              </a:defRPr>
            </a:lvl2pPr>
            <a:lvl3pPr indent="0" lvl="2" marL="914400" marR="0" rtl="0" algn="ctr">
              <a:lnSpc>
                <a:spcPct val="90000"/>
              </a:lnSpc>
              <a:spcBef>
                <a:spcPts val="400"/>
              </a:spcBef>
              <a:spcAft>
                <a:spcPts val="0"/>
              </a:spcAft>
              <a:buClr>
                <a:schemeClr val="accent1"/>
              </a:buClr>
              <a:buSzPts val="1400"/>
              <a:buFont typeface="Calibri"/>
              <a:buNone/>
              <a:defRPr b="0" i="0" sz="2400" u="none" cap="none" strike="noStrike">
                <a:solidFill>
                  <a:srgbClr val="404040"/>
                </a:solidFill>
                <a:latin typeface="Calibri"/>
                <a:ea typeface="Calibri"/>
                <a:cs typeface="Calibri"/>
                <a:sym typeface="Calibri"/>
              </a:defRPr>
            </a:lvl3pPr>
            <a:lvl4pPr indent="0" lvl="3" marL="1371600" marR="0" rtl="0" algn="ctr">
              <a:lnSpc>
                <a:spcPct val="90000"/>
              </a:lnSpc>
              <a:spcBef>
                <a:spcPts val="400"/>
              </a:spcBef>
              <a:spcAft>
                <a:spcPts val="0"/>
              </a:spcAft>
              <a:buClr>
                <a:schemeClr val="accent1"/>
              </a:buClr>
              <a:buSzPts val="1400"/>
              <a:buFont typeface="Calibri"/>
              <a:buNone/>
              <a:defRPr b="0" i="0" sz="2000" u="none" cap="none" strike="noStrike">
                <a:solidFill>
                  <a:srgbClr val="404040"/>
                </a:solidFill>
                <a:latin typeface="Calibri"/>
                <a:ea typeface="Calibri"/>
                <a:cs typeface="Calibri"/>
                <a:sym typeface="Calibri"/>
              </a:defRPr>
            </a:lvl4pPr>
            <a:lvl5pPr indent="0" lvl="4" marL="1828800" marR="0" rtl="0" algn="ctr">
              <a:lnSpc>
                <a:spcPct val="90000"/>
              </a:lnSpc>
              <a:spcBef>
                <a:spcPts val="400"/>
              </a:spcBef>
              <a:spcAft>
                <a:spcPts val="0"/>
              </a:spcAft>
              <a:buClr>
                <a:schemeClr val="accent1"/>
              </a:buClr>
              <a:buSzPts val="1400"/>
              <a:buFont typeface="Calibri"/>
              <a:buNone/>
              <a:defRPr b="0" i="0" sz="2000" u="none" cap="none" strike="noStrike">
                <a:solidFill>
                  <a:srgbClr val="404040"/>
                </a:solidFill>
                <a:latin typeface="Calibri"/>
                <a:ea typeface="Calibri"/>
                <a:cs typeface="Calibri"/>
                <a:sym typeface="Calibri"/>
              </a:defRPr>
            </a:lvl5pPr>
            <a:lvl6pPr indent="0" lvl="5" marL="2286000" marR="0" rtl="0" algn="ctr">
              <a:lnSpc>
                <a:spcPct val="90000"/>
              </a:lnSpc>
              <a:spcBef>
                <a:spcPts val="400"/>
              </a:spcBef>
              <a:spcAft>
                <a:spcPts val="0"/>
              </a:spcAft>
              <a:buClr>
                <a:schemeClr val="accent1"/>
              </a:buClr>
              <a:buSzPts val="1400"/>
              <a:buFont typeface="Calibri"/>
              <a:buNone/>
              <a:defRPr b="0" i="0" sz="2000" u="none" cap="none" strike="noStrike">
                <a:solidFill>
                  <a:srgbClr val="3F3F3F"/>
                </a:solidFill>
                <a:latin typeface="Calibri"/>
                <a:ea typeface="Calibri"/>
                <a:cs typeface="Calibri"/>
                <a:sym typeface="Calibri"/>
              </a:defRPr>
            </a:lvl6pPr>
            <a:lvl7pPr indent="0" lvl="6" marL="2743200" marR="0" rtl="0" algn="ctr">
              <a:lnSpc>
                <a:spcPct val="90000"/>
              </a:lnSpc>
              <a:spcBef>
                <a:spcPts val="400"/>
              </a:spcBef>
              <a:spcAft>
                <a:spcPts val="0"/>
              </a:spcAft>
              <a:buClr>
                <a:schemeClr val="accent1"/>
              </a:buClr>
              <a:buSzPts val="1400"/>
              <a:buFont typeface="Calibri"/>
              <a:buNone/>
              <a:defRPr b="0" i="0" sz="2000" u="none" cap="none" strike="noStrike">
                <a:solidFill>
                  <a:srgbClr val="3F3F3F"/>
                </a:solidFill>
                <a:latin typeface="Calibri"/>
                <a:ea typeface="Calibri"/>
                <a:cs typeface="Calibri"/>
                <a:sym typeface="Calibri"/>
              </a:defRPr>
            </a:lvl7pPr>
            <a:lvl8pPr indent="0" lvl="7" marL="3200400" marR="0" rtl="0" algn="ctr">
              <a:lnSpc>
                <a:spcPct val="90000"/>
              </a:lnSpc>
              <a:spcBef>
                <a:spcPts val="400"/>
              </a:spcBef>
              <a:spcAft>
                <a:spcPts val="0"/>
              </a:spcAft>
              <a:buClr>
                <a:schemeClr val="accent1"/>
              </a:buClr>
              <a:buSzPts val="1400"/>
              <a:buFont typeface="Calibri"/>
              <a:buNone/>
              <a:defRPr b="0" i="0" sz="2000" u="none" cap="none" strike="noStrike">
                <a:solidFill>
                  <a:srgbClr val="3F3F3F"/>
                </a:solidFill>
                <a:latin typeface="Calibri"/>
                <a:ea typeface="Calibri"/>
                <a:cs typeface="Calibri"/>
                <a:sym typeface="Calibri"/>
              </a:defRPr>
            </a:lvl8pPr>
            <a:lvl9pPr indent="0" lvl="8" marL="3657600" marR="0" rtl="0" algn="ctr">
              <a:lnSpc>
                <a:spcPct val="90000"/>
              </a:lnSpc>
              <a:spcBef>
                <a:spcPts val="400"/>
              </a:spcBef>
              <a:spcAft>
                <a:spcPts val="400"/>
              </a:spcAft>
              <a:buClr>
                <a:schemeClr val="accent1"/>
              </a:buClr>
              <a:buSzPts val="1400"/>
              <a:buFont typeface="Calibri"/>
              <a:buNone/>
              <a:defRPr b="0" i="0" sz="2000" u="none" cap="none" strike="noStrike">
                <a:solidFill>
                  <a:srgbClr val="3F3F3F"/>
                </a:solidFill>
                <a:latin typeface="Calibri"/>
                <a:ea typeface="Calibri"/>
                <a:cs typeface="Calibri"/>
                <a:sym typeface="Calibri"/>
              </a:defRPr>
            </a:lvl9pPr>
          </a:lstStyle>
          <a:p/>
        </p:txBody>
      </p:sp>
      <p:sp>
        <p:nvSpPr>
          <p:cNvPr id="86" name="Google Shape;86;p12"/>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7" name="Google Shape;87;p12"/>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8" name="Google Shape;88;p12"/>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98" name="Shape 98"/>
        <p:cNvGrpSpPr/>
        <p:nvPr/>
      </p:nvGrpSpPr>
      <p:grpSpPr>
        <a:xfrm>
          <a:off x="0" y="0"/>
          <a:ext cx="0" cy="0"/>
          <a:chOff x="0" y="0"/>
          <a:chExt cx="0" cy="0"/>
        </a:xfrm>
      </p:grpSpPr>
      <p:sp>
        <p:nvSpPr>
          <p:cNvPr id="99" name="Google Shape;99;p14"/>
          <p:cNvSpPr txBox="1"/>
          <p:nvPr>
            <p:ph type="title"/>
          </p:nvPr>
        </p:nvSpPr>
        <p:spPr>
          <a:xfrm>
            <a:off x="822960" y="758952"/>
            <a:ext cx="7543800" cy="356616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8000" u="none" cap="none" strike="noStrike">
                <a:solidFill>
                  <a:srgbClr val="262626"/>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100" name="Google Shape;100;p14"/>
          <p:cNvSpPr txBox="1"/>
          <p:nvPr>
            <p:ph idx="1" type="body"/>
          </p:nvPr>
        </p:nvSpPr>
        <p:spPr>
          <a:xfrm>
            <a:off x="822960" y="4453128"/>
            <a:ext cx="7543800" cy="11430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200"/>
              </a:spcBef>
              <a:spcAft>
                <a:spcPts val="0"/>
              </a:spcAft>
              <a:buClr>
                <a:schemeClr val="accent1"/>
              </a:buClr>
              <a:buSzPts val="2000"/>
              <a:buFont typeface="Calibri"/>
              <a:buNone/>
              <a:defRPr b="0" i="0" sz="2400" u="none" cap="none" strike="noStrike">
                <a:solidFill>
                  <a:schemeClr val="dk2"/>
                </a:solidFill>
                <a:latin typeface="Calibri"/>
                <a:ea typeface="Calibri"/>
                <a:cs typeface="Calibri"/>
                <a:sym typeface="Calibri"/>
              </a:defRPr>
            </a:lvl1pPr>
            <a:lvl2pPr indent="-228600" lvl="1" marL="914400" marR="0" rtl="0" algn="l">
              <a:lnSpc>
                <a:spcPct val="90000"/>
              </a:lnSpc>
              <a:spcBef>
                <a:spcPts val="200"/>
              </a:spcBef>
              <a:spcAft>
                <a:spcPts val="0"/>
              </a:spcAft>
              <a:buClr>
                <a:schemeClr val="accent1"/>
              </a:buClr>
              <a:buSzPts val="1800"/>
              <a:buFont typeface="Calibri"/>
              <a:buNone/>
              <a:defRPr b="0" i="0" sz="18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accent1"/>
              </a:buClr>
              <a:buSzPts val="1400"/>
              <a:buFont typeface="Calibri"/>
              <a:buNone/>
              <a:defRPr b="0" i="0" sz="16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accent1"/>
              </a:buClr>
              <a:buSzPts val="1400"/>
              <a:buFont typeface="Calibri"/>
              <a:buNone/>
              <a:defRPr b="0" i="0" sz="14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accent1"/>
              </a:buClr>
              <a:buSzPts val="1400"/>
              <a:buFont typeface="Calibri"/>
              <a:buNone/>
              <a:defRPr b="0" i="0" sz="14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accent1"/>
              </a:buClr>
              <a:buSzPts val="1400"/>
              <a:buFont typeface="Calibri"/>
              <a:buNone/>
              <a:defRPr b="0" i="0" sz="14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accent1"/>
              </a:buClr>
              <a:buSzPts val="1400"/>
              <a:buFont typeface="Calibri"/>
              <a:buNone/>
              <a:defRPr b="0" i="0" sz="14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accent1"/>
              </a:buClr>
              <a:buSzPts val="1400"/>
              <a:buFont typeface="Calibri"/>
              <a:buNone/>
              <a:defRPr b="0" i="0" sz="14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400"/>
              </a:spcBef>
              <a:spcAft>
                <a:spcPts val="400"/>
              </a:spcAft>
              <a:buClr>
                <a:schemeClr val="accent1"/>
              </a:buClr>
              <a:buSzPts val="1400"/>
              <a:buFont typeface="Calibri"/>
              <a:buNone/>
              <a:defRPr b="0" i="0" sz="1400" u="none" cap="none" strike="noStrike">
                <a:solidFill>
                  <a:srgbClr val="888888"/>
                </a:solidFill>
                <a:latin typeface="Calibri"/>
                <a:ea typeface="Calibri"/>
                <a:cs typeface="Calibri"/>
                <a:sym typeface="Calibri"/>
              </a:defRPr>
            </a:lvl9pPr>
          </a:lstStyle>
          <a:p/>
        </p:txBody>
      </p:sp>
      <p:sp>
        <p:nvSpPr>
          <p:cNvPr id="101" name="Google Shape;101;p14"/>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2" name="Google Shape;102;p14"/>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3" name="Google Shape;103;p14"/>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12" name="Shape 112"/>
        <p:cNvGrpSpPr/>
        <p:nvPr/>
      </p:nvGrpSpPr>
      <p:grpSpPr>
        <a:xfrm>
          <a:off x="0" y="0"/>
          <a:ext cx="0" cy="0"/>
          <a:chOff x="0" y="0"/>
          <a:chExt cx="0" cy="0"/>
        </a:xfrm>
      </p:grpSpPr>
      <p:sp>
        <p:nvSpPr>
          <p:cNvPr id="113" name="Google Shape;113;p16"/>
          <p:cNvSpPr txBox="1"/>
          <p:nvPr>
            <p:ph type="title"/>
          </p:nvPr>
        </p:nvSpPr>
        <p:spPr>
          <a:xfrm>
            <a:off x="342900" y="594359"/>
            <a:ext cx="2400300" cy="22860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3600" u="none" cap="none" strike="noStrike">
                <a:solidFill>
                  <a:srgbClr val="FFFFFF"/>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114" name="Google Shape;114;p16"/>
          <p:cNvSpPr txBox="1"/>
          <p:nvPr>
            <p:ph idx="1" type="body"/>
          </p:nvPr>
        </p:nvSpPr>
        <p:spPr>
          <a:xfrm>
            <a:off x="3600450" y="731520"/>
            <a:ext cx="4869180" cy="52578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15" name="Google Shape;115;p16"/>
          <p:cNvSpPr txBox="1"/>
          <p:nvPr>
            <p:ph idx="2" type="body"/>
          </p:nvPr>
        </p:nvSpPr>
        <p:spPr>
          <a:xfrm>
            <a:off x="342900" y="2926080"/>
            <a:ext cx="2400300" cy="3379124"/>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200"/>
              </a:spcBef>
              <a:spcAft>
                <a:spcPts val="0"/>
              </a:spcAft>
              <a:buClr>
                <a:schemeClr val="accent1"/>
              </a:buClr>
              <a:buSzPts val="2000"/>
              <a:buFont typeface="Calibri"/>
              <a:buNone/>
              <a:defRPr b="0" i="0" sz="1500" u="none" cap="none" strike="noStrike">
                <a:solidFill>
                  <a:srgbClr val="FFFFFF"/>
                </a:solidFill>
                <a:latin typeface="Calibri"/>
                <a:ea typeface="Calibri"/>
                <a:cs typeface="Calibri"/>
                <a:sym typeface="Calibri"/>
              </a:defRPr>
            </a:lvl1pPr>
            <a:lvl2pPr indent="-228600" lvl="1" marL="914400" marR="0" rtl="0" algn="l">
              <a:lnSpc>
                <a:spcPct val="90000"/>
              </a:lnSpc>
              <a:spcBef>
                <a:spcPts val="200"/>
              </a:spcBef>
              <a:spcAft>
                <a:spcPts val="0"/>
              </a:spcAft>
              <a:buClr>
                <a:schemeClr val="accent1"/>
              </a:buClr>
              <a:buSzPts val="1800"/>
              <a:buFont typeface="Calibri"/>
              <a:buNone/>
              <a:defRPr b="0" i="0" sz="1200" u="none" cap="none" strike="noStrike">
                <a:solidFill>
                  <a:srgbClr val="404040"/>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accent1"/>
              </a:buClr>
              <a:buSzPts val="1400"/>
              <a:buFont typeface="Calibri"/>
              <a:buNone/>
              <a:defRPr b="0" i="0" sz="1000" u="none" cap="none" strike="noStrike">
                <a:solidFill>
                  <a:srgbClr val="404040"/>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accent1"/>
              </a:buClr>
              <a:buSzPts val="1400"/>
              <a:buFont typeface="Calibri"/>
              <a:buNone/>
              <a:defRPr b="0" i="0" sz="900" u="none" cap="none" strike="noStrike">
                <a:solidFill>
                  <a:srgbClr val="404040"/>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accent1"/>
              </a:buClr>
              <a:buSzPts val="1400"/>
              <a:buFont typeface="Calibri"/>
              <a:buNone/>
              <a:defRPr b="0" i="0" sz="900" u="none" cap="none" strike="noStrike">
                <a:solidFill>
                  <a:srgbClr val="404040"/>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accent1"/>
              </a:buClr>
              <a:buSzPts val="1400"/>
              <a:buFont typeface="Calibri"/>
              <a:buNone/>
              <a:defRPr b="0" i="0" sz="900" u="none" cap="none" strike="noStrike">
                <a:solidFill>
                  <a:srgbClr val="3F3F3F"/>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accent1"/>
              </a:buClr>
              <a:buSzPts val="1400"/>
              <a:buFont typeface="Calibri"/>
              <a:buNone/>
              <a:defRPr b="0" i="0" sz="900" u="none" cap="none" strike="noStrike">
                <a:solidFill>
                  <a:srgbClr val="3F3F3F"/>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accent1"/>
              </a:buClr>
              <a:buSzPts val="1400"/>
              <a:buFont typeface="Calibri"/>
              <a:buNone/>
              <a:defRPr b="0" i="0" sz="900" u="none" cap="none" strike="noStrike">
                <a:solidFill>
                  <a:srgbClr val="3F3F3F"/>
                </a:solidFill>
                <a:latin typeface="Calibri"/>
                <a:ea typeface="Calibri"/>
                <a:cs typeface="Calibri"/>
                <a:sym typeface="Calibri"/>
              </a:defRPr>
            </a:lvl8pPr>
            <a:lvl9pPr indent="-228600" lvl="8" marL="4114800" marR="0" rtl="0" algn="l">
              <a:lnSpc>
                <a:spcPct val="90000"/>
              </a:lnSpc>
              <a:spcBef>
                <a:spcPts val="400"/>
              </a:spcBef>
              <a:spcAft>
                <a:spcPts val="400"/>
              </a:spcAft>
              <a:buClr>
                <a:schemeClr val="accent1"/>
              </a:buClr>
              <a:buSzPts val="1400"/>
              <a:buFont typeface="Calibri"/>
              <a:buNone/>
              <a:defRPr b="0" i="0" sz="900" u="none" cap="none" strike="noStrike">
                <a:solidFill>
                  <a:srgbClr val="3F3F3F"/>
                </a:solidFill>
                <a:latin typeface="Calibri"/>
                <a:ea typeface="Calibri"/>
                <a:cs typeface="Calibri"/>
                <a:sym typeface="Calibri"/>
              </a:defRPr>
            </a:lvl9pPr>
          </a:lstStyle>
          <a:p/>
        </p:txBody>
      </p:sp>
      <p:sp>
        <p:nvSpPr>
          <p:cNvPr id="116" name="Google Shape;116;p16"/>
          <p:cNvSpPr txBox="1"/>
          <p:nvPr>
            <p:ph idx="10" type="dt"/>
          </p:nvPr>
        </p:nvSpPr>
        <p:spPr>
          <a:xfrm>
            <a:off x="349250" y="6459537"/>
            <a:ext cx="1963737"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7" name="Google Shape;117;p16"/>
          <p:cNvSpPr txBox="1"/>
          <p:nvPr>
            <p:ph idx="11" type="ftr"/>
          </p:nvPr>
        </p:nvSpPr>
        <p:spPr>
          <a:xfrm>
            <a:off x="3600450" y="6459537"/>
            <a:ext cx="348615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8" name="Google Shape;118;p16"/>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27" name="Shape 127"/>
        <p:cNvGrpSpPr/>
        <p:nvPr/>
      </p:nvGrpSpPr>
      <p:grpSpPr>
        <a:xfrm>
          <a:off x="0" y="0"/>
          <a:ext cx="0" cy="0"/>
          <a:chOff x="0" y="0"/>
          <a:chExt cx="0" cy="0"/>
        </a:xfrm>
      </p:grpSpPr>
      <p:sp>
        <p:nvSpPr>
          <p:cNvPr id="128" name="Google Shape;128;p18"/>
          <p:cNvSpPr txBox="1"/>
          <p:nvPr>
            <p:ph type="title"/>
          </p:nvPr>
        </p:nvSpPr>
        <p:spPr>
          <a:xfrm>
            <a:off x="822960" y="5074920"/>
            <a:ext cx="7585234" cy="82296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3600" u="none" cap="none" strike="noStrike">
                <a:solidFill>
                  <a:srgbClr val="FFFFFF"/>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129" name="Google Shape;129;p18"/>
          <p:cNvSpPr/>
          <p:nvPr>
            <p:ph idx="2" type="pic"/>
          </p:nvPr>
        </p:nvSpPr>
        <p:spPr>
          <a:xfrm>
            <a:off x="12" y="0"/>
            <a:ext cx="9143989" cy="4915076"/>
          </a:xfrm>
          <a:prstGeom prst="rect">
            <a:avLst/>
          </a:prstGeom>
          <a:solidFill>
            <a:srgbClr val="ACC8DD"/>
          </a:solidFill>
          <a:ln>
            <a:noFill/>
          </a:ln>
        </p:spPr>
        <p:txBody>
          <a:bodyPr anchorCtr="0" anchor="t" bIns="91425" lIns="91425" spcFirstLastPara="1" rIns="91425" wrap="square" tIns="91425">
            <a:noAutofit/>
          </a:bodyPr>
          <a:lstStyle>
            <a:lvl1pPr indent="0" lvl="0" marL="0" marR="0" rtl="0" algn="l">
              <a:lnSpc>
                <a:spcPct val="90000"/>
              </a:lnSpc>
              <a:spcBef>
                <a:spcPts val="1200"/>
              </a:spcBef>
              <a:spcAft>
                <a:spcPts val="0"/>
              </a:spcAft>
              <a:buClr>
                <a:schemeClr val="accent1"/>
              </a:buClr>
              <a:buSzPts val="1400"/>
              <a:buFont typeface="Calibri"/>
              <a:buNone/>
              <a:defRPr b="0" i="0" sz="3200" u="none" cap="none" strike="noStrike">
                <a:solidFill>
                  <a:srgbClr val="404040"/>
                </a:solidFill>
                <a:latin typeface="Calibri"/>
                <a:ea typeface="Calibri"/>
                <a:cs typeface="Calibri"/>
                <a:sym typeface="Calibri"/>
              </a:defRPr>
            </a:lvl1pPr>
            <a:lvl2pPr indent="0" lvl="1" marL="457200" marR="0" rtl="0" algn="l">
              <a:lnSpc>
                <a:spcPct val="90000"/>
              </a:lnSpc>
              <a:spcBef>
                <a:spcPts val="200"/>
              </a:spcBef>
              <a:spcAft>
                <a:spcPts val="0"/>
              </a:spcAft>
              <a:buClr>
                <a:schemeClr val="accent1"/>
              </a:buClr>
              <a:buSzPts val="1400"/>
              <a:buFont typeface="Calibri"/>
              <a:buNone/>
              <a:defRPr b="0" i="0" sz="2800" u="none" cap="none" strike="noStrike">
                <a:solidFill>
                  <a:srgbClr val="404040"/>
                </a:solidFill>
                <a:latin typeface="Calibri"/>
                <a:ea typeface="Calibri"/>
                <a:cs typeface="Calibri"/>
                <a:sym typeface="Calibri"/>
              </a:defRPr>
            </a:lvl2pPr>
            <a:lvl3pPr indent="0" lvl="2" marL="914400" marR="0" rtl="0" algn="l">
              <a:lnSpc>
                <a:spcPct val="90000"/>
              </a:lnSpc>
              <a:spcBef>
                <a:spcPts val="400"/>
              </a:spcBef>
              <a:spcAft>
                <a:spcPts val="0"/>
              </a:spcAft>
              <a:buClr>
                <a:schemeClr val="accent1"/>
              </a:buClr>
              <a:buSzPts val="1400"/>
              <a:buFont typeface="Calibri"/>
              <a:buNone/>
              <a:defRPr b="0" i="0" sz="2400" u="none" cap="none" strike="noStrike">
                <a:solidFill>
                  <a:srgbClr val="404040"/>
                </a:solidFill>
                <a:latin typeface="Calibri"/>
                <a:ea typeface="Calibri"/>
                <a:cs typeface="Calibri"/>
                <a:sym typeface="Calibri"/>
              </a:defRPr>
            </a:lvl3pPr>
            <a:lvl4pPr indent="0" lvl="3" marL="1371600" marR="0" rtl="0" algn="l">
              <a:lnSpc>
                <a:spcPct val="90000"/>
              </a:lnSpc>
              <a:spcBef>
                <a:spcPts val="400"/>
              </a:spcBef>
              <a:spcAft>
                <a:spcPts val="0"/>
              </a:spcAft>
              <a:buClr>
                <a:schemeClr val="accent1"/>
              </a:buClr>
              <a:buSzPts val="1400"/>
              <a:buFont typeface="Calibri"/>
              <a:buNone/>
              <a:defRPr b="0" i="0" sz="2000" u="none" cap="none" strike="noStrike">
                <a:solidFill>
                  <a:srgbClr val="404040"/>
                </a:solidFill>
                <a:latin typeface="Calibri"/>
                <a:ea typeface="Calibri"/>
                <a:cs typeface="Calibri"/>
                <a:sym typeface="Calibri"/>
              </a:defRPr>
            </a:lvl4pPr>
            <a:lvl5pPr indent="0" lvl="4" marL="1828800" marR="0" rtl="0" algn="l">
              <a:lnSpc>
                <a:spcPct val="90000"/>
              </a:lnSpc>
              <a:spcBef>
                <a:spcPts val="400"/>
              </a:spcBef>
              <a:spcAft>
                <a:spcPts val="0"/>
              </a:spcAft>
              <a:buClr>
                <a:schemeClr val="accent1"/>
              </a:buClr>
              <a:buSzPts val="1400"/>
              <a:buFont typeface="Calibri"/>
              <a:buNone/>
              <a:defRPr b="0" i="0" sz="2000" u="none" cap="none" strike="noStrike">
                <a:solidFill>
                  <a:srgbClr val="404040"/>
                </a:solidFill>
                <a:latin typeface="Calibri"/>
                <a:ea typeface="Calibri"/>
                <a:cs typeface="Calibri"/>
                <a:sym typeface="Calibri"/>
              </a:defRPr>
            </a:lvl5pPr>
            <a:lvl6pPr indent="0" lvl="5" marL="2286000" marR="0" rtl="0" algn="l">
              <a:lnSpc>
                <a:spcPct val="90000"/>
              </a:lnSpc>
              <a:spcBef>
                <a:spcPts val="400"/>
              </a:spcBef>
              <a:spcAft>
                <a:spcPts val="0"/>
              </a:spcAft>
              <a:buClr>
                <a:schemeClr val="accent1"/>
              </a:buClr>
              <a:buSzPts val="1400"/>
              <a:buFont typeface="Calibri"/>
              <a:buNone/>
              <a:defRPr b="0" i="0" sz="2000" u="none" cap="none" strike="noStrike">
                <a:solidFill>
                  <a:srgbClr val="3F3F3F"/>
                </a:solidFill>
                <a:latin typeface="Calibri"/>
                <a:ea typeface="Calibri"/>
                <a:cs typeface="Calibri"/>
                <a:sym typeface="Calibri"/>
              </a:defRPr>
            </a:lvl6pPr>
            <a:lvl7pPr indent="0" lvl="6" marL="2743200" marR="0" rtl="0" algn="l">
              <a:lnSpc>
                <a:spcPct val="90000"/>
              </a:lnSpc>
              <a:spcBef>
                <a:spcPts val="400"/>
              </a:spcBef>
              <a:spcAft>
                <a:spcPts val="0"/>
              </a:spcAft>
              <a:buClr>
                <a:schemeClr val="accent1"/>
              </a:buClr>
              <a:buSzPts val="1400"/>
              <a:buFont typeface="Calibri"/>
              <a:buNone/>
              <a:defRPr b="0" i="0" sz="2000" u="none" cap="none" strike="noStrike">
                <a:solidFill>
                  <a:srgbClr val="3F3F3F"/>
                </a:solidFill>
                <a:latin typeface="Calibri"/>
                <a:ea typeface="Calibri"/>
                <a:cs typeface="Calibri"/>
                <a:sym typeface="Calibri"/>
              </a:defRPr>
            </a:lvl7pPr>
            <a:lvl8pPr indent="0" lvl="7" marL="3200400" marR="0" rtl="0" algn="l">
              <a:lnSpc>
                <a:spcPct val="90000"/>
              </a:lnSpc>
              <a:spcBef>
                <a:spcPts val="400"/>
              </a:spcBef>
              <a:spcAft>
                <a:spcPts val="0"/>
              </a:spcAft>
              <a:buClr>
                <a:schemeClr val="accent1"/>
              </a:buClr>
              <a:buSzPts val="1400"/>
              <a:buFont typeface="Calibri"/>
              <a:buNone/>
              <a:defRPr b="0" i="0" sz="2000" u="none" cap="none" strike="noStrike">
                <a:solidFill>
                  <a:srgbClr val="3F3F3F"/>
                </a:solidFill>
                <a:latin typeface="Calibri"/>
                <a:ea typeface="Calibri"/>
                <a:cs typeface="Calibri"/>
                <a:sym typeface="Calibri"/>
              </a:defRPr>
            </a:lvl8pPr>
            <a:lvl9pPr indent="0" lvl="8" marL="3657600" marR="0" rtl="0" algn="l">
              <a:lnSpc>
                <a:spcPct val="90000"/>
              </a:lnSpc>
              <a:spcBef>
                <a:spcPts val="400"/>
              </a:spcBef>
              <a:spcAft>
                <a:spcPts val="400"/>
              </a:spcAft>
              <a:buClr>
                <a:schemeClr val="accent1"/>
              </a:buClr>
              <a:buSzPts val="1400"/>
              <a:buFont typeface="Calibri"/>
              <a:buNone/>
              <a:defRPr b="0" i="0" sz="2000" u="none" cap="none" strike="noStrike">
                <a:solidFill>
                  <a:srgbClr val="3F3F3F"/>
                </a:solidFill>
                <a:latin typeface="Calibri"/>
                <a:ea typeface="Calibri"/>
                <a:cs typeface="Calibri"/>
                <a:sym typeface="Calibri"/>
              </a:defRPr>
            </a:lvl9pPr>
          </a:lstStyle>
          <a:p/>
        </p:txBody>
      </p:sp>
      <p:sp>
        <p:nvSpPr>
          <p:cNvPr id="130" name="Google Shape;130;p18"/>
          <p:cNvSpPr txBox="1"/>
          <p:nvPr>
            <p:ph idx="1" type="body"/>
          </p:nvPr>
        </p:nvSpPr>
        <p:spPr>
          <a:xfrm>
            <a:off x="822960" y="5907024"/>
            <a:ext cx="7589520" cy="59436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0"/>
              </a:spcBef>
              <a:spcAft>
                <a:spcPts val="0"/>
              </a:spcAft>
              <a:buClr>
                <a:schemeClr val="accent1"/>
              </a:buClr>
              <a:buSzPts val="2000"/>
              <a:buFont typeface="Calibri"/>
              <a:buNone/>
              <a:defRPr b="0" i="0" sz="1500" u="none" cap="none" strike="noStrike">
                <a:solidFill>
                  <a:srgbClr val="FFFFFF"/>
                </a:solidFill>
                <a:latin typeface="Calibri"/>
                <a:ea typeface="Calibri"/>
                <a:cs typeface="Calibri"/>
                <a:sym typeface="Calibri"/>
              </a:defRPr>
            </a:lvl1pPr>
            <a:lvl2pPr indent="-228600" lvl="1" marL="914400" marR="0" rtl="0" algn="l">
              <a:lnSpc>
                <a:spcPct val="90000"/>
              </a:lnSpc>
              <a:spcBef>
                <a:spcPts val="600"/>
              </a:spcBef>
              <a:spcAft>
                <a:spcPts val="0"/>
              </a:spcAft>
              <a:buClr>
                <a:schemeClr val="accent1"/>
              </a:buClr>
              <a:buSzPts val="1800"/>
              <a:buFont typeface="Calibri"/>
              <a:buNone/>
              <a:defRPr b="0" i="0" sz="1200" u="none" cap="none" strike="noStrike">
                <a:solidFill>
                  <a:srgbClr val="404040"/>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accent1"/>
              </a:buClr>
              <a:buSzPts val="1400"/>
              <a:buFont typeface="Calibri"/>
              <a:buNone/>
              <a:defRPr b="0" i="0" sz="1000" u="none" cap="none" strike="noStrike">
                <a:solidFill>
                  <a:srgbClr val="404040"/>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accent1"/>
              </a:buClr>
              <a:buSzPts val="1400"/>
              <a:buFont typeface="Calibri"/>
              <a:buNone/>
              <a:defRPr b="0" i="0" sz="900" u="none" cap="none" strike="noStrike">
                <a:solidFill>
                  <a:srgbClr val="404040"/>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accent1"/>
              </a:buClr>
              <a:buSzPts val="1400"/>
              <a:buFont typeface="Calibri"/>
              <a:buNone/>
              <a:defRPr b="0" i="0" sz="900" u="none" cap="none" strike="noStrike">
                <a:solidFill>
                  <a:srgbClr val="404040"/>
                </a:solidFill>
                <a:latin typeface="Calibri"/>
                <a:ea typeface="Calibri"/>
                <a:cs typeface="Calibri"/>
                <a:sym typeface="Calibri"/>
              </a:defRPr>
            </a:lvl5pPr>
            <a:lvl6pPr indent="-228600" lvl="5" marL="2743200" marR="0" rtl="0" algn="l">
              <a:lnSpc>
                <a:spcPct val="90000"/>
              </a:lnSpc>
              <a:spcBef>
                <a:spcPts val="400"/>
              </a:spcBef>
              <a:spcAft>
                <a:spcPts val="0"/>
              </a:spcAft>
              <a:buClr>
                <a:schemeClr val="accent1"/>
              </a:buClr>
              <a:buSzPts val="1400"/>
              <a:buFont typeface="Calibri"/>
              <a:buNone/>
              <a:defRPr b="0" i="0" sz="900" u="none" cap="none" strike="noStrike">
                <a:solidFill>
                  <a:srgbClr val="3F3F3F"/>
                </a:solidFill>
                <a:latin typeface="Calibri"/>
                <a:ea typeface="Calibri"/>
                <a:cs typeface="Calibri"/>
                <a:sym typeface="Calibri"/>
              </a:defRPr>
            </a:lvl6pPr>
            <a:lvl7pPr indent="-228600" lvl="6" marL="3200400" marR="0" rtl="0" algn="l">
              <a:lnSpc>
                <a:spcPct val="90000"/>
              </a:lnSpc>
              <a:spcBef>
                <a:spcPts val="400"/>
              </a:spcBef>
              <a:spcAft>
                <a:spcPts val="0"/>
              </a:spcAft>
              <a:buClr>
                <a:schemeClr val="accent1"/>
              </a:buClr>
              <a:buSzPts val="1400"/>
              <a:buFont typeface="Calibri"/>
              <a:buNone/>
              <a:defRPr b="0" i="0" sz="900" u="none" cap="none" strike="noStrike">
                <a:solidFill>
                  <a:srgbClr val="3F3F3F"/>
                </a:solidFill>
                <a:latin typeface="Calibri"/>
                <a:ea typeface="Calibri"/>
                <a:cs typeface="Calibri"/>
                <a:sym typeface="Calibri"/>
              </a:defRPr>
            </a:lvl7pPr>
            <a:lvl8pPr indent="-228600" lvl="7" marL="3657600" marR="0" rtl="0" algn="l">
              <a:lnSpc>
                <a:spcPct val="90000"/>
              </a:lnSpc>
              <a:spcBef>
                <a:spcPts val="400"/>
              </a:spcBef>
              <a:spcAft>
                <a:spcPts val="0"/>
              </a:spcAft>
              <a:buClr>
                <a:schemeClr val="accent1"/>
              </a:buClr>
              <a:buSzPts val="1400"/>
              <a:buFont typeface="Calibri"/>
              <a:buNone/>
              <a:defRPr b="0" i="0" sz="900" u="none" cap="none" strike="noStrike">
                <a:solidFill>
                  <a:srgbClr val="3F3F3F"/>
                </a:solidFill>
                <a:latin typeface="Calibri"/>
                <a:ea typeface="Calibri"/>
                <a:cs typeface="Calibri"/>
                <a:sym typeface="Calibri"/>
              </a:defRPr>
            </a:lvl8pPr>
            <a:lvl9pPr indent="-228600" lvl="8" marL="4114800" marR="0" rtl="0" algn="l">
              <a:lnSpc>
                <a:spcPct val="90000"/>
              </a:lnSpc>
              <a:spcBef>
                <a:spcPts val="400"/>
              </a:spcBef>
              <a:spcAft>
                <a:spcPts val="400"/>
              </a:spcAft>
              <a:buClr>
                <a:schemeClr val="accent1"/>
              </a:buClr>
              <a:buSzPts val="1400"/>
              <a:buFont typeface="Calibri"/>
              <a:buNone/>
              <a:defRPr b="0" i="0" sz="900" u="none" cap="none" strike="noStrike">
                <a:solidFill>
                  <a:srgbClr val="3F3F3F"/>
                </a:solidFill>
                <a:latin typeface="Calibri"/>
                <a:ea typeface="Calibri"/>
                <a:cs typeface="Calibri"/>
                <a:sym typeface="Calibri"/>
              </a:defRPr>
            </a:lvl9pPr>
          </a:lstStyle>
          <a:p/>
        </p:txBody>
      </p:sp>
      <p:sp>
        <p:nvSpPr>
          <p:cNvPr id="131" name="Google Shape;131;p18"/>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2" name="Google Shape;132;p18"/>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3" name="Google Shape;133;p18"/>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42" name="Shape 142"/>
        <p:cNvGrpSpPr/>
        <p:nvPr/>
      </p:nvGrpSpPr>
      <p:grpSpPr>
        <a:xfrm>
          <a:off x="0" y="0"/>
          <a:ext cx="0" cy="0"/>
          <a:chOff x="0" y="0"/>
          <a:chExt cx="0" cy="0"/>
        </a:xfrm>
      </p:grpSpPr>
      <p:sp>
        <p:nvSpPr>
          <p:cNvPr id="143" name="Google Shape;143;p20"/>
          <p:cNvSpPr txBox="1"/>
          <p:nvPr>
            <p:ph type="title"/>
          </p:nvPr>
        </p:nvSpPr>
        <p:spPr>
          <a:xfrm rot="5400000">
            <a:off x="4649564" y="2306413"/>
            <a:ext cx="5759898" cy="1971675"/>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144" name="Google Shape;144;p20"/>
          <p:cNvSpPr txBox="1"/>
          <p:nvPr>
            <p:ph idx="1" type="body"/>
          </p:nvPr>
        </p:nvSpPr>
        <p:spPr>
          <a:xfrm rot="5400000">
            <a:off x="649063" y="391888"/>
            <a:ext cx="5759898" cy="5800725"/>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5" name="Google Shape;145;p20"/>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6" name="Google Shape;146;p20"/>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7" name="Google Shape;147;p20"/>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8.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3.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4.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
          <p:cNvSpPr/>
          <p:nvPr/>
        </p:nvSpPr>
        <p:spPr>
          <a:xfrm>
            <a:off x="0" y="6400800"/>
            <a:ext cx="9144000" cy="457200"/>
          </a:xfrm>
          <a:prstGeom prst="rect">
            <a:avLst/>
          </a:prstGeom>
          <a:solidFill>
            <a:srgbClr val="7462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 name="Google Shape;7;p1"/>
          <p:cNvSpPr/>
          <p:nvPr/>
        </p:nvSpPr>
        <p:spPr>
          <a:xfrm>
            <a:off x="0" y="6334125"/>
            <a:ext cx="9144000" cy="66675"/>
          </a:xfrm>
          <a:prstGeom prst="rect">
            <a:avLst/>
          </a:prstGeom>
          <a:solidFill>
            <a:srgbClr val="9B835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 name="Google Shape;8;p1"/>
          <p:cNvSpPr txBox="1"/>
          <p:nvPr>
            <p:ph type="title"/>
          </p:nvPr>
        </p:nvSpPr>
        <p:spPr>
          <a:xfrm>
            <a:off x="822325" y="287337"/>
            <a:ext cx="7543800" cy="144938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9" name="Google Shape;9;p1"/>
          <p:cNvSpPr txBox="1"/>
          <p:nvPr>
            <p:ph idx="1" type="body"/>
          </p:nvPr>
        </p:nvSpPr>
        <p:spPr>
          <a:xfrm>
            <a:off x="822325" y="1846262"/>
            <a:ext cx="7543800" cy="4022725"/>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1"/>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 name="Google Shape;11;p1"/>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cxnSp>
        <p:nvCxnSpPr>
          <p:cNvPr id="13" name="Google Shape;13;p1"/>
          <p:cNvCxnSpPr/>
          <p:nvPr/>
        </p:nvCxnSpPr>
        <p:spPr>
          <a:xfrm>
            <a:off x="895350" y="1738312"/>
            <a:ext cx="7475537" cy="0"/>
          </a:xfrm>
          <a:prstGeom prst="straightConnector1">
            <a:avLst/>
          </a:prstGeom>
          <a:noFill/>
          <a:ln cap="flat" cmpd="sng" w="9525">
            <a:solidFill>
              <a:srgbClr val="7F7F7F"/>
            </a:solidFill>
            <a:prstDash val="solid"/>
            <a:miter lim="8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2" name="Shape 62"/>
        <p:cNvGrpSpPr/>
        <p:nvPr/>
      </p:nvGrpSpPr>
      <p:grpSpPr>
        <a:xfrm>
          <a:off x="0" y="0"/>
          <a:ext cx="0" cy="0"/>
          <a:chOff x="0" y="0"/>
          <a:chExt cx="0" cy="0"/>
        </a:xfrm>
      </p:grpSpPr>
      <p:sp>
        <p:nvSpPr>
          <p:cNvPr id="63" name="Google Shape;63;p9"/>
          <p:cNvSpPr/>
          <p:nvPr/>
        </p:nvSpPr>
        <p:spPr>
          <a:xfrm>
            <a:off x="3175" y="6400800"/>
            <a:ext cx="9140825" cy="457200"/>
          </a:xfrm>
          <a:prstGeom prst="rect">
            <a:avLst/>
          </a:prstGeom>
          <a:solidFill>
            <a:srgbClr val="7462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 name="Google Shape;64;p9"/>
          <p:cNvSpPr/>
          <p:nvPr/>
        </p:nvSpPr>
        <p:spPr>
          <a:xfrm>
            <a:off x="0" y="6334125"/>
            <a:ext cx="9142412" cy="63500"/>
          </a:xfrm>
          <a:prstGeom prst="rect">
            <a:avLst/>
          </a:prstGeom>
          <a:solidFill>
            <a:srgbClr val="9B835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 name="Google Shape;65;p9"/>
          <p:cNvSpPr txBox="1"/>
          <p:nvPr>
            <p:ph type="title"/>
          </p:nvPr>
        </p:nvSpPr>
        <p:spPr>
          <a:xfrm>
            <a:off x="822325" y="287337"/>
            <a:ext cx="7543800" cy="144938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66" name="Google Shape;66;p9"/>
          <p:cNvSpPr txBox="1"/>
          <p:nvPr>
            <p:ph idx="1" type="body"/>
          </p:nvPr>
        </p:nvSpPr>
        <p:spPr>
          <a:xfrm>
            <a:off x="822325" y="1846262"/>
            <a:ext cx="7543800" cy="4022725"/>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67" name="Google Shape;67;p9"/>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8" name="Google Shape;68;p9"/>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9" name="Google Shape;69;p9"/>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4" name="Shape 74"/>
        <p:cNvGrpSpPr/>
        <p:nvPr/>
      </p:nvGrpSpPr>
      <p:grpSpPr>
        <a:xfrm>
          <a:off x="0" y="0"/>
          <a:ext cx="0" cy="0"/>
          <a:chOff x="0" y="0"/>
          <a:chExt cx="0" cy="0"/>
        </a:xfrm>
      </p:grpSpPr>
      <p:sp>
        <p:nvSpPr>
          <p:cNvPr id="75" name="Google Shape;75;p11"/>
          <p:cNvSpPr/>
          <p:nvPr/>
        </p:nvSpPr>
        <p:spPr>
          <a:xfrm>
            <a:off x="3175" y="6400800"/>
            <a:ext cx="9140825" cy="457200"/>
          </a:xfrm>
          <a:prstGeom prst="rect">
            <a:avLst/>
          </a:prstGeom>
          <a:solidFill>
            <a:srgbClr val="7462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76" name="Google Shape;76;p11"/>
          <p:cNvCxnSpPr/>
          <p:nvPr/>
        </p:nvCxnSpPr>
        <p:spPr>
          <a:xfrm>
            <a:off x="906462" y="4343400"/>
            <a:ext cx="7405687" cy="0"/>
          </a:xfrm>
          <a:prstGeom prst="straightConnector1">
            <a:avLst/>
          </a:prstGeom>
          <a:noFill/>
          <a:ln cap="flat" cmpd="sng" w="9525">
            <a:solidFill>
              <a:srgbClr val="7F7F7F"/>
            </a:solidFill>
            <a:prstDash val="solid"/>
            <a:miter lim="8000"/>
            <a:headEnd len="sm" w="sm" type="none"/>
            <a:tailEnd len="sm" w="sm" type="none"/>
          </a:ln>
        </p:spPr>
      </p:cxnSp>
      <p:sp>
        <p:nvSpPr>
          <p:cNvPr id="77" name="Google Shape;77;p11"/>
          <p:cNvSpPr/>
          <p:nvPr/>
        </p:nvSpPr>
        <p:spPr>
          <a:xfrm>
            <a:off x="0" y="6334125"/>
            <a:ext cx="9144000" cy="66675"/>
          </a:xfrm>
          <a:prstGeom prst="rect">
            <a:avLst/>
          </a:prstGeom>
          <a:solidFill>
            <a:srgbClr val="9B835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8" name="Google Shape;78;p11"/>
          <p:cNvSpPr txBox="1"/>
          <p:nvPr>
            <p:ph type="title"/>
          </p:nvPr>
        </p:nvSpPr>
        <p:spPr>
          <a:xfrm>
            <a:off x="822325" y="287337"/>
            <a:ext cx="7543800" cy="144938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79" name="Google Shape;79;p11"/>
          <p:cNvSpPr txBox="1"/>
          <p:nvPr>
            <p:ph idx="1" type="body"/>
          </p:nvPr>
        </p:nvSpPr>
        <p:spPr>
          <a:xfrm>
            <a:off x="822325" y="1846262"/>
            <a:ext cx="7543800" cy="4022725"/>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80" name="Google Shape;80;p11"/>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1" name="Google Shape;81;p11"/>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2" name="Google Shape;82;p11"/>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9" name="Shape 89"/>
        <p:cNvGrpSpPr/>
        <p:nvPr/>
      </p:nvGrpSpPr>
      <p:grpSpPr>
        <a:xfrm>
          <a:off x="0" y="0"/>
          <a:ext cx="0" cy="0"/>
          <a:chOff x="0" y="0"/>
          <a:chExt cx="0" cy="0"/>
        </a:xfrm>
      </p:grpSpPr>
      <p:sp>
        <p:nvSpPr>
          <p:cNvPr id="90" name="Google Shape;90;p13"/>
          <p:cNvSpPr/>
          <p:nvPr/>
        </p:nvSpPr>
        <p:spPr>
          <a:xfrm>
            <a:off x="3175" y="6400800"/>
            <a:ext cx="9140825" cy="457200"/>
          </a:xfrm>
          <a:prstGeom prst="rect">
            <a:avLst/>
          </a:prstGeom>
          <a:solidFill>
            <a:srgbClr val="7462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91" name="Google Shape;91;p13"/>
          <p:cNvCxnSpPr/>
          <p:nvPr/>
        </p:nvCxnSpPr>
        <p:spPr>
          <a:xfrm>
            <a:off x="906462" y="4343400"/>
            <a:ext cx="7405687" cy="0"/>
          </a:xfrm>
          <a:prstGeom prst="straightConnector1">
            <a:avLst/>
          </a:prstGeom>
          <a:noFill/>
          <a:ln cap="flat" cmpd="sng" w="9525">
            <a:solidFill>
              <a:srgbClr val="7F7F7F"/>
            </a:solidFill>
            <a:prstDash val="solid"/>
            <a:miter lim="8000"/>
            <a:headEnd len="sm" w="sm" type="none"/>
            <a:tailEnd len="sm" w="sm" type="none"/>
          </a:ln>
        </p:spPr>
      </p:cxnSp>
      <p:sp>
        <p:nvSpPr>
          <p:cNvPr id="92" name="Google Shape;92;p13"/>
          <p:cNvSpPr/>
          <p:nvPr/>
        </p:nvSpPr>
        <p:spPr>
          <a:xfrm>
            <a:off x="0" y="6334125"/>
            <a:ext cx="9144000" cy="66675"/>
          </a:xfrm>
          <a:prstGeom prst="rect">
            <a:avLst/>
          </a:prstGeom>
          <a:solidFill>
            <a:srgbClr val="9B835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 name="Google Shape;93;p13"/>
          <p:cNvSpPr txBox="1"/>
          <p:nvPr>
            <p:ph type="title"/>
          </p:nvPr>
        </p:nvSpPr>
        <p:spPr>
          <a:xfrm>
            <a:off x="822325" y="287337"/>
            <a:ext cx="7543800" cy="144938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94" name="Google Shape;94;p13"/>
          <p:cNvSpPr txBox="1"/>
          <p:nvPr>
            <p:ph idx="1" type="body"/>
          </p:nvPr>
        </p:nvSpPr>
        <p:spPr>
          <a:xfrm>
            <a:off x="822325" y="1846262"/>
            <a:ext cx="7543800" cy="4022725"/>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95" name="Google Shape;95;p13"/>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6" name="Google Shape;96;p13"/>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7" name="Google Shape;97;p13"/>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4" name="Shape 104"/>
        <p:cNvGrpSpPr/>
        <p:nvPr/>
      </p:nvGrpSpPr>
      <p:grpSpPr>
        <a:xfrm>
          <a:off x="0" y="0"/>
          <a:ext cx="0" cy="0"/>
          <a:chOff x="0" y="0"/>
          <a:chExt cx="0" cy="0"/>
        </a:xfrm>
      </p:grpSpPr>
      <p:sp>
        <p:nvSpPr>
          <p:cNvPr id="105" name="Google Shape;105;p15"/>
          <p:cNvSpPr/>
          <p:nvPr/>
        </p:nvSpPr>
        <p:spPr>
          <a:xfrm>
            <a:off x="0" y="0"/>
            <a:ext cx="3038475" cy="6858000"/>
          </a:xfrm>
          <a:prstGeom prst="rect">
            <a:avLst/>
          </a:prstGeom>
          <a:solidFill>
            <a:srgbClr val="7462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 name="Google Shape;106;p15"/>
          <p:cNvSpPr/>
          <p:nvPr/>
        </p:nvSpPr>
        <p:spPr>
          <a:xfrm>
            <a:off x="3030537" y="0"/>
            <a:ext cx="47625" cy="6858000"/>
          </a:xfrm>
          <a:prstGeom prst="rect">
            <a:avLst/>
          </a:prstGeom>
          <a:solidFill>
            <a:srgbClr val="9B835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 name="Google Shape;107;p15"/>
          <p:cNvSpPr txBox="1"/>
          <p:nvPr>
            <p:ph type="title"/>
          </p:nvPr>
        </p:nvSpPr>
        <p:spPr>
          <a:xfrm>
            <a:off x="822325" y="287337"/>
            <a:ext cx="7543800" cy="144938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108" name="Google Shape;108;p15"/>
          <p:cNvSpPr txBox="1"/>
          <p:nvPr>
            <p:ph idx="1" type="body"/>
          </p:nvPr>
        </p:nvSpPr>
        <p:spPr>
          <a:xfrm>
            <a:off x="822325" y="1846262"/>
            <a:ext cx="7543800" cy="4022725"/>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9" name="Google Shape;109;p15"/>
          <p:cNvSpPr txBox="1"/>
          <p:nvPr>
            <p:ph idx="10" type="dt"/>
          </p:nvPr>
        </p:nvSpPr>
        <p:spPr>
          <a:xfrm>
            <a:off x="349250" y="6459537"/>
            <a:ext cx="1963737"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0" name="Google Shape;110;p15"/>
          <p:cNvSpPr txBox="1"/>
          <p:nvPr>
            <p:ph idx="11" type="ftr"/>
          </p:nvPr>
        </p:nvSpPr>
        <p:spPr>
          <a:xfrm>
            <a:off x="3600450" y="6459537"/>
            <a:ext cx="348615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1" name="Google Shape;111;p15"/>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Font typeface="Arial"/>
              <a:buNone/>
              <a:defRPr b="0" i="0" sz="1000" u="non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9" name="Shape 119"/>
        <p:cNvGrpSpPr/>
        <p:nvPr/>
      </p:nvGrpSpPr>
      <p:grpSpPr>
        <a:xfrm>
          <a:off x="0" y="0"/>
          <a:ext cx="0" cy="0"/>
          <a:chOff x="0" y="0"/>
          <a:chExt cx="0" cy="0"/>
        </a:xfrm>
      </p:grpSpPr>
      <p:sp>
        <p:nvSpPr>
          <p:cNvPr id="120" name="Google Shape;120;p17"/>
          <p:cNvSpPr/>
          <p:nvPr/>
        </p:nvSpPr>
        <p:spPr>
          <a:xfrm>
            <a:off x="0" y="4953000"/>
            <a:ext cx="9142412" cy="1905000"/>
          </a:xfrm>
          <a:prstGeom prst="rect">
            <a:avLst/>
          </a:prstGeom>
          <a:solidFill>
            <a:srgbClr val="7462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1" name="Google Shape;121;p17"/>
          <p:cNvSpPr/>
          <p:nvPr/>
        </p:nvSpPr>
        <p:spPr>
          <a:xfrm>
            <a:off x="0" y="4914900"/>
            <a:ext cx="9142412" cy="63500"/>
          </a:xfrm>
          <a:prstGeom prst="rect">
            <a:avLst/>
          </a:prstGeom>
          <a:solidFill>
            <a:srgbClr val="9B835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2" name="Google Shape;122;p17"/>
          <p:cNvSpPr txBox="1"/>
          <p:nvPr>
            <p:ph type="title"/>
          </p:nvPr>
        </p:nvSpPr>
        <p:spPr>
          <a:xfrm>
            <a:off x="822325" y="287337"/>
            <a:ext cx="7543800" cy="144938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123" name="Google Shape;123;p17"/>
          <p:cNvSpPr txBox="1"/>
          <p:nvPr>
            <p:ph idx="1" type="body"/>
          </p:nvPr>
        </p:nvSpPr>
        <p:spPr>
          <a:xfrm>
            <a:off x="822325" y="1846262"/>
            <a:ext cx="7543800" cy="4022725"/>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24" name="Google Shape;124;p17"/>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5" name="Google Shape;125;p17"/>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6" name="Google Shape;126;p17"/>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4" name="Shape 134"/>
        <p:cNvGrpSpPr/>
        <p:nvPr/>
      </p:nvGrpSpPr>
      <p:grpSpPr>
        <a:xfrm>
          <a:off x="0" y="0"/>
          <a:ext cx="0" cy="0"/>
          <a:chOff x="0" y="0"/>
          <a:chExt cx="0" cy="0"/>
        </a:xfrm>
      </p:grpSpPr>
      <p:sp>
        <p:nvSpPr>
          <p:cNvPr id="135" name="Google Shape;135;p19"/>
          <p:cNvSpPr/>
          <p:nvPr/>
        </p:nvSpPr>
        <p:spPr>
          <a:xfrm>
            <a:off x="3175" y="6400800"/>
            <a:ext cx="9140825" cy="457200"/>
          </a:xfrm>
          <a:prstGeom prst="rect">
            <a:avLst/>
          </a:prstGeom>
          <a:solidFill>
            <a:srgbClr val="7462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6" name="Google Shape;136;p19"/>
          <p:cNvSpPr/>
          <p:nvPr/>
        </p:nvSpPr>
        <p:spPr>
          <a:xfrm>
            <a:off x="0" y="6334125"/>
            <a:ext cx="9144000" cy="63500"/>
          </a:xfrm>
          <a:prstGeom prst="rect">
            <a:avLst/>
          </a:prstGeom>
          <a:solidFill>
            <a:srgbClr val="9B835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7" name="Google Shape;137;p19"/>
          <p:cNvSpPr txBox="1"/>
          <p:nvPr>
            <p:ph type="title"/>
          </p:nvPr>
        </p:nvSpPr>
        <p:spPr>
          <a:xfrm>
            <a:off x="822325" y="287337"/>
            <a:ext cx="7543800" cy="1449387"/>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1pPr>
            <a:lvl2pPr indent="0" lvl="1"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2pPr>
            <a:lvl3pPr indent="0" lvl="2"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3pPr>
            <a:lvl4pPr indent="0" lvl="3"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4pPr>
            <a:lvl5pPr indent="0" lvl="4" marL="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5pPr>
            <a:lvl6pPr indent="0" lvl="5" marL="4572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6pPr>
            <a:lvl7pPr indent="0" lvl="6" marL="9144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7pPr>
            <a:lvl8pPr indent="0" lvl="7" marL="13716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8pPr>
            <a:lvl9pPr indent="0" lvl="8" marL="1828800" marR="0" rtl="0" algn="l">
              <a:lnSpc>
                <a:spcPct val="85000"/>
              </a:lnSpc>
              <a:spcBef>
                <a:spcPts val="0"/>
              </a:spcBef>
              <a:spcAft>
                <a:spcPts val="0"/>
              </a:spcAft>
              <a:buSzPts val="1400"/>
              <a:buNone/>
              <a:defRPr b="0" i="0" sz="4800" u="none" cap="none" strike="noStrike">
                <a:solidFill>
                  <a:srgbClr val="404040"/>
                </a:solidFill>
                <a:latin typeface="Calibri"/>
                <a:ea typeface="Calibri"/>
                <a:cs typeface="Calibri"/>
                <a:sym typeface="Calibri"/>
              </a:defRPr>
            </a:lvl9pPr>
          </a:lstStyle>
          <a:p/>
        </p:txBody>
      </p:sp>
      <p:sp>
        <p:nvSpPr>
          <p:cNvPr id="138" name="Google Shape;138;p19"/>
          <p:cNvSpPr txBox="1"/>
          <p:nvPr>
            <p:ph idx="1" type="body"/>
          </p:nvPr>
        </p:nvSpPr>
        <p:spPr>
          <a:xfrm>
            <a:off x="822325" y="1846262"/>
            <a:ext cx="7543800" cy="4022725"/>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40404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39" name="Google Shape;139;p19"/>
          <p:cNvSpPr txBox="1"/>
          <p:nvPr>
            <p:ph idx="10" type="dt"/>
          </p:nvPr>
        </p:nvSpPr>
        <p:spPr>
          <a:xfrm>
            <a:off x="822325" y="6459537"/>
            <a:ext cx="1854200"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0" name="Google Shape;140;p19"/>
          <p:cNvSpPr txBox="1"/>
          <p:nvPr>
            <p:ph idx="11" type="ftr"/>
          </p:nvPr>
        </p:nvSpPr>
        <p:spPr>
          <a:xfrm>
            <a:off x="2765425" y="6459537"/>
            <a:ext cx="3616325" cy="36512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indent="0" lvl="1" marL="4572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1" name="Google Shape;141;p19"/>
          <p:cNvSpPr txBox="1"/>
          <p:nvPr>
            <p:ph idx="12" type="sldNum"/>
          </p:nvPr>
        </p:nvSpPr>
        <p:spPr>
          <a:xfrm>
            <a:off x="7424737" y="6459537"/>
            <a:ext cx="98425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Font typeface="Arial"/>
              <a:buNone/>
              <a:defRPr b="0" i="0" sz="10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video.mit.edu/watch/colorful-chemistry-of-acids-and-bases-1096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www.youtube.com/watch?v=Y4HzGldIAss" TargetMode="Externa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www.youtube.com/watch?v=1uKtNlPLPZw" TargetMode="External"/><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www.youtube.com/watch?v=IAJsZWhj6GI" TargetMode="External"/><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www.youtube.com/watch?v=DupXDD87oHc" TargetMode="External"/><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www.youtube.com/watch?v=jP-9AD0wMOk" TargetMode="External"/><Relationship Id="rId4"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13.jpg"/><Relationship Id="rId4" Type="http://schemas.openxmlformats.org/officeDocument/2006/relationships/image" Target="../media/image12.jpg"/><Relationship Id="rId5"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type="title"/>
          </p:nvPr>
        </p:nvSpPr>
        <p:spPr>
          <a:xfrm>
            <a:off x="219075" y="227012"/>
            <a:ext cx="7477125"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85000"/>
              </a:lnSpc>
              <a:spcBef>
                <a:spcPts val="0"/>
              </a:spcBef>
              <a:spcAft>
                <a:spcPts val="0"/>
              </a:spcAft>
              <a:buClr>
                <a:srgbClr val="404040"/>
              </a:buClr>
              <a:buFont typeface="Calibri"/>
              <a:buNone/>
            </a:pPr>
            <a:r>
              <a:rPr b="0" i="0" lang="en-US" sz="4300" u="sng" cap="none" strike="noStrike">
                <a:solidFill>
                  <a:srgbClr val="404040"/>
                </a:solidFill>
                <a:latin typeface="Calibri"/>
                <a:ea typeface="Calibri"/>
                <a:cs typeface="Calibri"/>
                <a:sym typeface="Calibri"/>
              </a:rPr>
              <a:t>Introduction to </a:t>
            </a:r>
            <a:br>
              <a:rPr b="0" i="0" lang="en-US" sz="4300" u="sng" cap="none" strike="noStrike">
                <a:solidFill>
                  <a:srgbClr val="404040"/>
                </a:solidFill>
                <a:latin typeface="Calibri"/>
                <a:ea typeface="Calibri"/>
                <a:cs typeface="Calibri"/>
                <a:sym typeface="Calibri"/>
              </a:rPr>
            </a:br>
            <a:r>
              <a:rPr b="0" i="0" lang="en-US" sz="4300" u="sng" cap="none" strike="noStrike">
                <a:solidFill>
                  <a:srgbClr val="404040"/>
                </a:solidFill>
                <a:latin typeface="Calibri"/>
                <a:ea typeface="Calibri"/>
                <a:cs typeface="Calibri"/>
                <a:sym typeface="Calibri"/>
              </a:rPr>
              <a:t>Acids &amp; Bases</a:t>
            </a:r>
            <a:endParaRPr/>
          </a:p>
        </p:txBody>
      </p:sp>
      <p:sp>
        <p:nvSpPr>
          <p:cNvPr id="153" name="Google Shape;153;p21"/>
          <p:cNvSpPr txBox="1"/>
          <p:nvPr>
            <p:ph idx="1" type="body"/>
          </p:nvPr>
        </p:nvSpPr>
        <p:spPr>
          <a:xfrm>
            <a:off x="304800" y="1905000"/>
            <a:ext cx="3616325" cy="4497387"/>
          </a:xfrm>
          <a:prstGeom prst="rect">
            <a:avLst/>
          </a:prstGeom>
          <a:noFill/>
          <a:ln>
            <a:noFill/>
          </a:ln>
        </p:spPr>
        <p:txBody>
          <a:bodyPr anchorCtr="0" anchor="t" bIns="45700" lIns="0" spcFirstLastPara="1" rIns="0" wrap="square" tIns="45700">
            <a:noAutofit/>
          </a:bodyPr>
          <a:lstStyle/>
          <a:p>
            <a:pPr indent="-90487" lvl="0" marL="90487" marR="0" rtl="0" algn="ctr">
              <a:lnSpc>
                <a:spcPct val="90000"/>
              </a:lnSpc>
              <a:spcBef>
                <a:spcPts val="0"/>
              </a:spcBef>
              <a:spcAft>
                <a:spcPts val="0"/>
              </a:spcAft>
              <a:buClr>
                <a:schemeClr val="accent1"/>
              </a:buClr>
              <a:buSzPts val="2000"/>
              <a:buFont typeface="Calibri"/>
              <a:buChar char=" "/>
            </a:pPr>
            <a:r>
              <a:rPr b="0" i="0" lang="en-US" sz="2000" u="none" cap="none" strike="noStrike">
                <a:solidFill>
                  <a:srgbClr val="404040"/>
                </a:solidFill>
                <a:latin typeface="Calibri"/>
                <a:ea typeface="Calibri"/>
                <a:cs typeface="Calibri"/>
                <a:sym typeface="Calibri"/>
              </a:rPr>
              <a:t> Is this your perception of acids &amp; bases?</a:t>
            </a:r>
            <a:endParaRPr/>
          </a:p>
          <a:p>
            <a:pPr indent="36513" lvl="0" marL="90487" marR="0" rtl="0" algn="ctr">
              <a:lnSpc>
                <a:spcPct val="90000"/>
              </a:lnSpc>
              <a:spcBef>
                <a:spcPts val="1400"/>
              </a:spcBef>
              <a:spcAft>
                <a:spcPts val="0"/>
              </a:spcAft>
              <a:buClr>
                <a:schemeClr val="accent1"/>
              </a:buClr>
              <a:buSzPts val="2000"/>
              <a:buFont typeface="Calibri"/>
              <a:buNone/>
            </a:pPr>
            <a:r>
              <a:t/>
            </a:r>
            <a:endParaRPr b="0" i="0" sz="2000" u="none" cap="none" strike="noStrike">
              <a:solidFill>
                <a:srgbClr val="404040"/>
              </a:solidFill>
              <a:latin typeface="Calibri"/>
              <a:ea typeface="Calibri"/>
              <a:cs typeface="Calibri"/>
              <a:sym typeface="Calibri"/>
            </a:endParaRPr>
          </a:p>
          <a:p>
            <a:pPr indent="-90487" lvl="0" marL="90487" marR="0" rtl="0" algn="ctr">
              <a:lnSpc>
                <a:spcPct val="90000"/>
              </a:lnSpc>
              <a:spcBef>
                <a:spcPts val="1400"/>
              </a:spcBef>
              <a:spcAft>
                <a:spcPts val="0"/>
              </a:spcAft>
              <a:buClr>
                <a:schemeClr val="accent1"/>
              </a:buClr>
              <a:buFont typeface="Calibri"/>
              <a:buNone/>
            </a:pPr>
            <a:r>
              <a:t/>
            </a:r>
            <a:endParaRPr b="0" i="0" sz="2000" u="none" cap="none" strike="noStrike">
              <a:solidFill>
                <a:srgbClr val="404040"/>
              </a:solidFill>
              <a:latin typeface="Calibri"/>
              <a:ea typeface="Calibri"/>
              <a:cs typeface="Calibri"/>
              <a:sym typeface="Calibri"/>
            </a:endParaRPr>
          </a:p>
          <a:p>
            <a:pPr indent="-90487" lvl="0" marL="90487" marR="0" rtl="0" algn="ctr">
              <a:lnSpc>
                <a:spcPct val="90000"/>
              </a:lnSpc>
              <a:spcBef>
                <a:spcPts val="1400"/>
              </a:spcBef>
              <a:spcAft>
                <a:spcPts val="0"/>
              </a:spcAft>
              <a:buClr>
                <a:schemeClr val="accent1"/>
              </a:buClr>
              <a:buFont typeface="Calibri"/>
              <a:buNone/>
            </a:pPr>
            <a:r>
              <a:rPr b="0" i="0" lang="en-US" sz="2000" u="none" cap="none" strike="noStrike">
                <a:solidFill>
                  <a:srgbClr val="404040"/>
                </a:solidFill>
                <a:latin typeface="Calibri"/>
                <a:ea typeface="Calibri"/>
                <a:cs typeface="Calibri"/>
                <a:sym typeface="Calibri"/>
              </a:rPr>
              <a:t>… some acids &amp; bases can be like this, but most are not.</a:t>
            </a:r>
            <a:endParaRPr/>
          </a:p>
        </p:txBody>
      </p:sp>
      <p:pic>
        <p:nvPicPr>
          <p:cNvPr id="154" name="Google Shape;154;p21"/>
          <p:cNvPicPr preferRelativeResize="0"/>
          <p:nvPr>
            <p:ph idx="1" type="body"/>
          </p:nvPr>
        </p:nvPicPr>
        <p:blipFill rotWithShape="1">
          <a:blip r:embed="rId3">
            <a:alphaModFix/>
          </a:blip>
          <a:srcRect b="0" l="0" r="0" t="0"/>
          <a:stretch/>
        </p:blipFill>
        <p:spPr>
          <a:xfrm>
            <a:off x="4191000" y="1981200"/>
            <a:ext cx="3219450" cy="4286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219075" y="227012"/>
            <a:ext cx="7477125" cy="1143000"/>
          </a:xfrm>
          <a:prstGeom prst="rect">
            <a:avLst/>
          </a:prstGeom>
          <a:noFill/>
          <a:ln>
            <a:noFill/>
          </a:ln>
        </p:spPr>
        <p:txBody>
          <a:bodyPr anchorCtr="0" anchor="b" bIns="45700" lIns="91425" spcFirstLastPara="1" rIns="91425" wrap="square" tIns="45700">
            <a:noAutofit/>
          </a:bodyPr>
          <a:lstStyle/>
          <a:p>
            <a:pPr indent="0" lvl="0" marL="0" marR="0" rtl="0" algn="l">
              <a:lnSpc>
                <a:spcPct val="85000"/>
              </a:lnSpc>
              <a:spcBef>
                <a:spcPts val="0"/>
              </a:spcBef>
              <a:spcAft>
                <a:spcPts val="0"/>
              </a:spcAft>
              <a:buNone/>
            </a:pPr>
            <a:r>
              <a:t/>
            </a:r>
            <a:endParaRPr b="0" i="0" sz="4800" u="none" cap="none" strike="noStrike">
              <a:solidFill>
                <a:srgbClr val="404040"/>
              </a:solidFill>
              <a:latin typeface="Calibri"/>
              <a:ea typeface="Calibri"/>
              <a:cs typeface="Calibri"/>
              <a:sym typeface="Calibri"/>
            </a:endParaRPr>
          </a:p>
        </p:txBody>
      </p:sp>
      <p:sp>
        <p:nvSpPr>
          <p:cNvPr id="160" name="Google Shape;160;p22"/>
          <p:cNvSpPr txBox="1"/>
          <p:nvPr>
            <p:ph idx="1" type="body"/>
          </p:nvPr>
        </p:nvSpPr>
        <p:spPr>
          <a:xfrm>
            <a:off x="263525" y="1598612"/>
            <a:ext cx="3616325" cy="2171700"/>
          </a:xfrm>
          <a:prstGeom prst="rect">
            <a:avLst/>
          </a:prstGeom>
          <a:noFill/>
          <a:ln>
            <a:noFill/>
          </a:ln>
        </p:spPr>
        <p:txBody>
          <a:bodyPr anchorCtr="0" anchor="t" bIns="45700" lIns="0" spcFirstLastPara="1" rIns="0" wrap="square" tIns="45700">
            <a:noAutofit/>
          </a:bodyPr>
          <a:lstStyle/>
          <a:p>
            <a:pPr indent="36511" lvl="0" marL="90488" marR="0" rtl="0" algn="l">
              <a:lnSpc>
                <a:spcPct val="90000"/>
              </a:lnSpc>
              <a:spcBef>
                <a:spcPts val="0"/>
              </a:spcBef>
              <a:spcAft>
                <a:spcPts val="0"/>
              </a:spcAft>
              <a:buClr>
                <a:schemeClr val="accent1"/>
              </a:buClr>
              <a:buSzPts val="2000"/>
              <a:buFont typeface="Calibri"/>
              <a:buNone/>
            </a:pPr>
            <a:r>
              <a:t/>
            </a:r>
            <a:endParaRPr sz="2000">
              <a:solidFill>
                <a:srgbClr val="404040"/>
              </a:solidFill>
              <a:latin typeface="Calibri"/>
              <a:ea typeface="Calibri"/>
              <a:cs typeface="Calibri"/>
              <a:sym typeface="Calibri"/>
            </a:endParaRPr>
          </a:p>
        </p:txBody>
      </p:sp>
      <p:sp>
        <p:nvSpPr>
          <p:cNvPr id="161" name="Google Shape;161;p22"/>
          <p:cNvSpPr txBox="1"/>
          <p:nvPr>
            <p:ph idx="2" type="body"/>
          </p:nvPr>
        </p:nvSpPr>
        <p:spPr>
          <a:xfrm>
            <a:off x="4032250" y="1598612"/>
            <a:ext cx="3617912" cy="2171700"/>
          </a:xfrm>
          <a:prstGeom prst="rect">
            <a:avLst/>
          </a:prstGeom>
          <a:noFill/>
          <a:ln>
            <a:noFill/>
          </a:ln>
        </p:spPr>
        <p:txBody>
          <a:bodyPr anchorCtr="0" anchor="t" bIns="45700" lIns="0" spcFirstLastPara="1" rIns="0" wrap="square" tIns="45700">
            <a:noAutofit/>
          </a:bodyPr>
          <a:lstStyle/>
          <a:p>
            <a:pPr indent="36511" lvl="0" marL="90488" marR="0" rtl="0" algn="l">
              <a:lnSpc>
                <a:spcPct val="90000"/>
              </a:lnSpc>
              <a:spcBef>
                <a:spcPts val="0"/>
              </a:spcBef>
              <a:spcAft>
                <a:spcPts val="0"/>
              </a:spcAft>
              <a:buClr>
                <a:schemeClr val="accent1"/>
              </a:buClr>
              <a:buSzPts val="2000"/>
              <a:buFont typeface="Calibri"/>
              <a:buNone/>
            </a:pPr>
            <a:r>
              <a:t/>
            </a:r>
            <a:endParaRPr sz="2000">
              <a:solidFill>
                <a:srgbClr val="404040"/>
              </a:solidFill>
              <a:latin typeface="Calibri"/>
              <a:ea typeface="Calibri"/>
              <a:cs typeface="Calibri"/>
              <a:sym typeface="Calibri"/>
            </a:endParaRPr>
          </a:p>
        </p:txBody>
      </p:sp>
      <p:sp>
        <p:nvSpPr>
          <p:cNvPr id="162" name="Google Shape;162;p22"/>
          <p:cNvSpPr txBox="1"/>
          <p:nvPr>
            <p:ph idx="1" type="body"/>
          </p:nvPr>
        </p:nvSpPr>
        <p:spPr>
          <a:xfrm>
            <a:off x="457200" y="2286000"/>
            <a:ext cx="7386637" cy="2173287"/>
          </a:xfrm>
          <a:prstGeom prst="rect">
            <a:avLst/>
          </a:prstGeom>
          <a:noFill/>
          <a:ln>
            <a:noFill/>
          </a:ln>
        </p:spPr>
        <p:txBody>
          <a:bodyPr anchorCtr="0" anchor="t" bIns="45700" lIns="0" spcFirstLastPara="1" rIns="0" wrap="square" tIns="45700">
            <a:noAutofit/>
          </a:bodyPr>
          <a:lstStyle/>
          <a:p>
            <a:pPr indent="-90487" lvl="0" marL="90487" marR="0" rtl="0" algn="l">
              <a:lnSpc>
                <a:spcPct val="90000"/>
              </a:lnSpc>
              <a:spcBef>
                <a:spcPts val="0"/>
              </a:spcBef>
              <a:spcAft>
                <a:spcPts val="0"/>
              </a:spcAft>
              <a:buClr>
                <a:schemeClr val="accent1"/>
              </a:buClr>
              <a:buSzPts val="2000"/>
              <a:buFont typeface="Calibri"/>
              <a:buChar char=" "/>
            </a:pPr>
            <a:r>
              <a:rPr b="0" i="0" lang="en-US" sz="2000" u="sng">
                <a:solidFill>
                  <a:schemeClr val="hlink"/>
                </a:solidFill>
                <a:latin typeface="Calibri"/>
                <a:ea typeface="Calibri"/>
                <a:cs typeface="Calibri"/>
                <a:sym typeface="Calibri"/>
                <a:hlinkClick r:id="rId3"/>
              </a:rPr>
              <a:t>Colourful Chemistry of Acids and Bases (MIT)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219075" y="227012"/>
            <a:ext cx="7477125" cy="915987"/>
          </a:xfrm>
          <a:prstGeom prst="rect">
            <a:avLst/>
          </a:prstGeom>
          <a:noFill/>
          <a:ln>
            <a:noFill/>
          </a:ln>
        </p:spPr>
        <p:txBody>
          <a:bodyPr anchorCtr="0" anchor="b" bIns="45700" lIns="91425" spcFirstLastPara="1" rIns="91425" wrap="square" tIns="45700">
            <a:noAutofit/>
          </a:bodyPr>
          <a:lstStyle/>
          <a:p>
            <a:pPr indent="0" lvl="0" marL="0" marR="0" rtl="0" algn="ctr">
              <a:lnSpc>
                <a:spcPct val="85000"/>
              </a:lnSpc>
              <a:spcBef>
                <a:spcPts val="0"/>
              </a:spcBef>
              <a:spcAft>
                <a:spcPts val="0"/>
              </a:spcAft>
              <a:buClr>
                <a:srgbClr val="404040"/>
              </a:buClr>
              <a:buFont typeface="Calibri"/>
              <a:buNone/>
            </a:pPr>
            <a:r>
              <a:rPr b="0" i="0" lang="en-US" sz="4800" u="sng" cap="none" strike="noStrike">
                <a:solidFill>
                  <a:srgbClr val="404040"/>
                </a:solidFill>
                <a:latin typeface="Calibri"/>
                <a:ea typeface="Calibri"/>
                <a:cs typeface="Calibri"/>
                <a:sym typeface="Calibri"/>
              </a:rPr>
              <a:t>Common Acids</a:t>
            </a:r>
            <a:endParaRPr/>
          </a:p>
        </p:txBody>
      </p:sp>
      <p:pic>
        <p:nvPicPr>
          <p:cNvPr id="168" name="Google Shape;168;p23"/>
          <p:cNvPicPr preferRelativeResize="0"/>
          <p:nvPr>
            <p:ph idx="1" type="body"/>
          </p:nvPr>
        </p:nvPicPr>
        <p:blipFill rotWithShape="1">
          <a:blip r:embed="rId3">
            <a:alphaModFix/>
          </a:blip>
          <a:srcRect b="0" l="0" r="0" t="0"/>
          <a:stretch/>
        </p:blipFill>
        <p:spPr>
          <a:xfrm>
            <a:off x="152400" y="1371600"/>
            <a:ext cx="2708275" cy="1946275"/>
          </a:xfrm>
          <a:prstGeom prst="rect">
            <a:avLst/>
          </a:prstGeom>
          <a:noFill/>
          <a:ln>
            <a:noFill/>
          </a:ln>
        </p:spPr>
      </p:pic>
      <p:pic>
        <p:nvPicPr>
          <p:cNvPr id="169" name="Google Shape;169;p23"/>
          <p:cNvPicPr preferRelativeResize="0"/>
          <p:nvPr>
            <p:ph idx="2" type="body"/>
          </p:nvPr>
        </p:nvPicPr>
        <p:blipFill rotWithShape="1">
          <a:blip r:embed="rId4">
            <a:alphaModFix/>
          </a:blip>
          <a:srcRect b="0" l="0" r="0" t="0"/>
          <a:stretch/>
        </p:blipFill>
        <p:spPr>
          <a:xfrm>
            <a:off x="3276600" y="1295400"/>
            <a:ext cx="2063750" cy="2287587"/>
          </a:xfrm>
          <a:prstGeom prst="rect">
            <a:avLst/>
          </a:prstGeom>
          <a:noFill/>
          <a:ln>
            <a:noFill/>
          </a:ln>
        </p:spPr>
      </p:pic>
      <p:sp>
        <p:nvSpPr>
          <p:cNvPr id="170" name="Google Shape;170;p23"/>
          <p:cNvSpPr txBox="1"/>
          <p:nvPr>
            <p:ph idx="1" type="body"/>
          </p:nvPr>
        </p:nvSpPr>
        <p:spPr>
          <a:xfrm>
            <a:off x="0" y="4800600"/>
            <a:ext cx="7615237" cy="1639887"/>
          </a:xfrm>
          <a:prstGeom prst="rect">
            <a:avLst/>
          </a:prstGeom>
          <a:noFill/>
          <a:ln>
            <a:noFill/>
          </a:ln>
        </p:spPr>
        <p:txBody>
          <a:bodyPr anchorCtr="0" anchor="t" bIns="45700" lIns="0" spcFirstLastPara="1" rIns="0" wrap="square" tIns="45700">
            <a:noAutofit/>
          </a:bodyPr>
          <a:lstStyle/>
          <a:p>
            <a:pPr indent="-90487" lvl="0" marL="90487" marR="0" rtl="0" algn="l">
              <a:lnSpc>
                <a:spcPct val="70000"/>
              </a:lnSpc>
              <a:spcBef>
                <a:spcPts val="0"/>
              </a:spcBef>
              <a:spcAft>
                <a:spcPts val="0"/>
              </a:spcAft>
              <a:buClr>
                <a:schemeClr val="accent1"/>
              </a:buClr>
              <a:buSzPts val="2200"/>
              <a:buFont typeface="Calibri"/>
              <a:buChar char=" "/>
            </a:pPr>
            <a:r>
              <a:rPr b="0" i="0" lang="en-US" sz="2200" u="none">
                <a:solidFill>
                  <a:srgbClr val="404040"/>
                </a:solidFill>
                <a:latin typeface="Calibri"/>
                <a:ea typeface="Calibri"/>
                <a:cs typeface="Calibri"/>
                <a:sym typeface="Calibri"/>
              </a:rPr>
              <a:t>Substances that you use everyday</a:t>
            </a:r>
            <a:endParaRPr/>
          </a:p>
          <a:p>
            <a:pPr indent="-90487" lvl="0" marL="90487" marR="0" rtl="0" algn="l">
              <a:lnSpc>
                <a:spcPct val="70000"/>
              </a:lnSpc>
              <a:spcBef>
                <a:spcPts val="1400"/>
              </a:spcBef>
              <a:spcAft>
                <a:spcPts val="0"/>
              </a:spcAft>
              <a:buClr>
                <a:schemeClr val="accent1"/>
              </a:buClr>
              <a:buFont typeface="Calibri"/>
              <a:buNone/>
            </a:pPr>
            <a:r>
              <a:rPr b="0" i="0" lang="en-US" sz="2200" u="none">
                <a:solidFill>
                  <a:srgbClr val="404040"/>
                </a:solidFill>
                <a:latin typeface="Calibri"/>
                <a:ea typeface="Calibri"/>
                <a:cs typeface="Calibri"/>
                <a:sym typeface="Calibri"/>
              </a:rPr>
              <a:t>can be classified as acids</a:t>
            </a:r>
            <a:endParaRPr/>
          </a:p>
          <a:p>
            <a:pPr indent="-90487" lvl="0" marL="90487" marR="0" rtl="0" algn="ctr">
              <a:lnSpc>
                <a:spcPct val="70000"/>
              </a:lnSpc>
              <a:spcBef>
                <a:spcPts val="1400"/>
              </a:spcBef>
              <a:spcAft>
                <a:spcPts val="0"/>
              </a:spcAft>
              <a:buClr>
                <a:schemeClr val="accent1"/>
              </a:buClr>
              <a:buFont typeface="Calibri"/>
              <a:buNone/>
            </a:pPr>
            <a:r>
              <a:t/>
            </a:r>
            <a:endParaRPr b="0" i="0" sz="2200" u="none">
              <a:solidFill>
                <a:srgbClr val="404040"/>
              </a:solidFill>
              <a:latin typeface="Calibri"/>
              <a:ea typeface="Calibri"/>
              <a:cs typeface="Calibri"/>
              <a:sym typeface="Calibri"/>
            </a:endParaRPr>
          </a:p>
          <a:p>
            <a:pPr indent="-90487" lvl="0" marL="90487" marR="0" rtl="0" algn="l">
              <a:lnSpc>
                <a:spcPct val="70000"/>
              </a:lnSpc>
              <a:spcBef>
                <a:spcPts val="1400"/>
              </a:spcBef>
              <a:spcAft>
                <a:spcPts val="0"/>
              </a:spcAft>
              <a:buClr>
                <a:schemeClr val="accent1"/>
              </a:buClr>
              <a:buSzPts val="2200"/>
              <a:buFont typeface="Calibri"/>
              <a:buChar char=" "/>
            </a:pPr>
            <a:r>
              <a:rPr b="0" i="0" lang="en-US" sz="2200" u="none">
                <a:solidFill>
                  <a:srgbClr val="404040"/>
                </a:solidFill>
                <a:latin typeface="Calibri"/>
                <a:ea typeface="Calibri"/>
                <a:cs typeface="Calibri"/>
                <a:sym typeface="Calibri"/>
              </a:rPr>
              <a:t>The opposite of an acid is a base. Example: Soaps</a:t>
            </a:r>
            <a:endParaRPr/>
          </a:p>
          <a:p>
            <a:pPr indent="49211" lvl="0" marL="90488" marR="0" rtl="0" algn="l">
              <a:lnSpc>
                <a:spcPct val="90000"/>
              </a:lnSpc>
              <a:spcBef>
                <a:spcPts val="1400"/>
              </a:spcBef>
              <a:spcAft>
                <a:spcPts val="0"/>
              </a:spcAft>
              <a:buClr>
                <a:schemeClr val="accent1"/>
              </a:buClr>
              <a:buSzPts val="2200"/>
              <a:buFont typeface="Calibri"/>
              <a:buNone/>
            </a:pPr>
            <a:r>
              <a:t/>
            </a:r>
            <a:endParaRPr b="0" i="0" sz="2200" u="none">
              <a:solidFill>
                <a:srgbClr val="404040"/>
              </a:solidFill>
              <a:latin typeface="Calibri"/>
              <a:ea typeface="Calibri"/>
              <a:cs typeface="Calibri"/>
              <a:sym typeface="Calibri"/>
            </a:endParaRPr>
          </a:p>
        </p:txBody>
      </p:sp>
      <p:pic>
        <p:nvPicPr>
          <p:cNvPr id="171" name="Google Shape;171;p23"/>
          <p:cNvPicPr preferRelativeResize="0"/>
          <p:nvPr/>
        </p:nvPicPr>
        <p:blipFill rotWithShape="1">
          <a:blip r:embed="rId5">
            <a:alphaModFix/>
          </a:blip>
          <a:srcRect b="0" l="0" r="0" t="0"/>
          <a:stretch/>
        </p:blipFill>
        <p:spPr>
          <a:xfrm>
            <a:off x="5943600" y="1371600"/>
            <a:ext cx="1558925" cy="2133600"/>
          </a:xfrm>
          <a:prstGeom prst="rect">
            <a:avLst/>
          </a:prstGeom>
          <a:noFill/>
          <a:ln>
            <a:noFill/>
          </a:ln>
        </p:spPr>
      </p:pic>
      <p:sp>
        <p:nvSpPr>
          <p:cNvPr id="172" name="Google Shape;172;p23"/>
          <p:cNvSpPr/>
          <p:nvPr/>
        </p:nvSpPr>
        <p:spPr>
          <a:xfrm>
            <a:off x="685800" y="3429000"/>
            <a:ext cx="1295400" cy="9144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Citric</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Acid</a:t>
            </a:r>
            <a:endParaRPr/>
          </a:p>
        </p:txBody>
      </p:sp>
      <p:sp>
        <p:nvSpPr>
          <p:cNvPr id="173" name="Google Shape;173;p23"/>
          <p:cNvSpPr/>
          <p:nvPr/>
        </p:nvSpPr>
        <p:spPr>
          <a:xfrm>
            <a:off x="3581400" y="3733800"/>
            <a:ext cx="1219200" cy="9144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Carbonic</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Acid</a:t>
            </a:r>
            <a:endParaRPr/>
          </a:p>
        </p:txBody>
      </p:sp>
      <p:sp>
        <p:nvSpPr>
          <p:cNvPr id="174" name="Google Shape;174;p23"/>
          <p:cNvSpPr/>
          <p:nvPr/>
        </p:nvSpPr>
        <p:spPr>
          <a:xfrm>
            <a:off x="5791200" y="3657600"/>
            <a:ext cx="1676400" cy="8382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Acetic Acid</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(Vinegar)</a:t>
            </a:r>
            <a:endParaRPr/>
          </a:p>
        </p:txBody>
      </p:sp>
      <p:sp>
        <p:nvSpPr>
          <p:cNvPr id="175" name="Google Shape;175;p23"/>
          <p:cNvSpPr txBox="1"/>
          <p:nvPr/>
        </p:nvSpPr>
        <p:spPr>
          <a:xfrm>
            <a:off x="5562600" y="4953000"/>
            <a:ext cx="1905000" cy="685800"/>
          </a:xfrm>
          <a:prstGeom prst="rect">
            <a:avLst/>
          </a:prstGeom>
          <a:solidFill>
            <a:schemeClr val="accent2"/>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sng">
                <a:solidFill>
                  <a:schemeClr val="dk1"/>
                </a:solidFill>
                <a:latin typeface="Arial"/>
                <a:ea typeface="Arial"/>
                <a:cs typeface="Arial"/>
                <a:sym typeface="Arial"/>
              </a:rPr>
              <a:t>Note</a:t>
            </a:r>
            <a:r>
              <a:rPr b="0" i="0" lang="en-US" sz="1800" u="none">
                <a:solidFill>
                  <a:schemeClr val="dk1"/>
                </a:solidFill>
                <a:latin typeface="Arial"/>
                <a:ea typeface="Arial"/>
                <a:cs typeface="Arial"/>
                <a:sym typeface="Arial"/>
              </a:rPr>
              <a:t>: Not all acids</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are safe to eat!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4"/>
          <p:cNvSpPr txBox="1"/>
          <p:nvPr>
            <p:ph type="title"/>
          </p:nvPr>
        </p:nvSpPr>
        <p:spPr>
          <a:xfrm>
            <a:off x="219075" y="227012"/>
            <a:ext cx="7477125"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85000"/>
              </a:lnSpc>
              <a:spcBef>
                <a:spcPts val="0"/>
              </a:spcBef>
              <a:spcAft>
                <a:spcPts val="0"/>
              </a:spcAft>
              <a:buClr>
                <a:srgbClr val="404040"/>
              </a:buClr>
              <a:buFont typeface="Calibri"/>
              <a:buNone/>
            </a:pPr>
            <a:r>
              <a:rPr b="0" i="0" lang="en-US" sz="4800" u="sng" cap="none" strike="noStrike">
                <a:solidFill>
                  <a:srgbClr val="404040"/>
                </a:solidFill>
                <a:latin typeface="Calibri"/>
                <a:ea typeface="Calibri"/>
                <a:cs typeface="Calibri"/>
                <a:sym typeface="Calibri"/>
              </a:rPr>
              <a:t>What is an acid?</a:t>
            </a:r>
            <a:endParaRPr/>
          </a:p>
        </p:txBody>
      </p:sp>
      <p:sp>
        <p:nvSpPr>
          <p:cNvPr id="181" name="Google Shape;181;p24"/>
          <p:cNvSpPr txBox="1"/>
          <p:nvPr>
            <p:ph idx="1" type="body"/>
          </p:nvPr>
        </p:nvSpPr>
        <p:spPr>
          <a:xfrm>
            <a:off x="263525" y="1598612"/>
            <a:ext cx="3616325" cy="4497387"/>
          </a:xfrm>
          <a:prstGeom prst="rect">
            <a:avLst/>
          </a:prstGeom>
          <a:noFill/>
          <a:ln>
            <a:noFill/>
          </a:ln>
        </p:spPr>
        <p:txBody>
          <a:bodyPr anchorCtr="0" anchor="t" bIns="45700" lIns="0" spcFirstLastPara="1" rIns="0" wrap="square" tIns="45700">
            <a:noAutofit/>
          </a:bodyPr>
          <a:lstStyle/>
          <a:p>
            <a:pPr indent="-90487" lvl="0" marL="90487" marR="0" rtl="0" algn="l">
              <a:lnSpc>
                <a:spcPct val="90000"/>
              </a:lnSpc>
              <a:spcBef>
                <a:spcPts val="0"/>
              </a:spcBef>
              <a:spcAft>
                <a:spcPts val="0"/>
              </a:spcAft>
              <a:buClr>
                <a:schemeClr val="accent1"/>
              </a:buClr>
              <a:buSzPts val="2800"/>
              <a:buFont typeface="Calibri"/>
              <a:buChar char=" "/>
            </a:pPr>
            <a:r>
              <a:rPr b="0" i="0" lang="en-US" sz="2800" u="none">
                <a:solidFill>
                  <a:srgbClr val="404040"/>
                </a:solidFill>
                <a:latin typeface="Calibri"/>
                <a:ea typeface="Calibri"/>
                <a:cs typeface="Calibri"/>
                <a:sym typeface="Calibri"/>
              </a:rPr>
              <a:t>An acid is a compound that produces H</a:t>
            </a:r>
            <a:r>
              <a:rPr b="0" baseline="30000" i="0" lang="en-US" sz="2800" u="none">
                <a:solidFill>
                  <a:srgbClr val="404040"/>
                </a:solidFill>
                <a:latin typeface="Calibri"/>
                <a:ea typeface="Calibri"/>
                <a:cs typeface="Calibri"/>
                <a:sym typeface="Calibri"/>
              </a:rPr>
              <a:t>+</a:t>
            </a:r>
            <a:r>
              <a:rPr b="0" i="0" lang="en-US" sz="2800" u="none">
                <a:solidFill>
                  <a:srgbClr val="404040"/>
                </a:solidFill>
                <a:latin typeface="Calibri"/>
                <a:ea typeface="Calibri"/>
                <a:cs typeface="Calibri"/>
                <a:sym typeface="Calibri"/>
              </a:rPr>
              <a:t> ions when dissolved in water.</a:t>
            </a:r>
            <a:endParaRPr/>
          </a:p>
          <a:p>
            <a:pPr indent="-90487" lvl="0" marL="90487" marR="0" rtl="0" algn="l">
              <a:lnSpc>
                <a:spcPct val="90000"/>
              </a:lnSpc>
              <a:spcBef>
                <a:spcPts val="1400"/>
              </a:spcBef>
              <a:spcAft>
                <a:spcPts val="0"/>
              </a:spcAft>
              <a:buClr>
                <a:schemeClr val="accent1"/>
              </a:buClr>
              <a:buSzPts val="2800"/>
              <a:buFont typeface="Calibri"/>
              <a:buChar char=" "/>
            </a:pPr>
            <a:r>
              <a:rPr b="0" i="0" lang="en-US" sz="2800" u="none">
                <a:solidFill>
                  <a:srgbClr val="404040"/>
                </a:solidFill>
                <a:latin typeface="Calibri"/>
                <a:ea typeface="Calibri"/>
                <a:cs typeface="Calibri"/>
                <a:sym typeface="Calibri"/>
              </a:rPr>
              <a:t>The symbol (aq)</a:t>
            </a:r>
            <a:endParaRPr/>
          </a:p>
          <a:p>
            <a:pPr indent="-90487" lvl="0" marL="90487" marR="0" rtl="0" algn="l">
              <a:lnSpc>
                <a:spcPct val="90000"/>
              </a:lnSpc>
              <a:spcBef>
                <a:spcPts val="1400"/>
              </a:spcBef>
              <a:spcAft>
                <a:spcPts val="0"/>
              </a:spcAft>
              <a:buClr>
                <a:schemeClr val="accent1"/>
              </a:buClr>
              <a:buFont typeface="Calibri"/>
              <a:buNone/>
            </a:pPr>
            <a:r>
              <a:rPr b="0" i="0" lang="en-US" sz="2800" u="none">
                <a:solidFill>
                  <a:srgbClr val="404040"/>
                </a:solidFill>
                <a:latin typeface="Calibri"/>
                <a:ea typeface="Calibri"/>
                <a:cs typeface="Calibri"/>
                <a:sym typeface="Calibri"/>
              </a:rPr>
              <a:t>   means ‘aqueous’ or dissolved in water.</a:t>
            </a:r>
            <a:endParaRPr/>
          </a:p>
        </p:txBody>
      </p:sp>
      <p:pic>
        <p:nvPicPr>
          <p:cNvPr id="182" name="Google Shape;182;p24"/>
          <p:cNvPicPr preferRelativeResize="0"/>
          <p:nvPr>
            <p:ph idx="1" type="body"/>
          </p:nvPr>
        </p:nvPicPr>
        <p:blipFill rotWithShape="1">
          <a:blip r:embed="rId3">
            <a:alphaModFix/>
          </a:blip>
          <a:srcRect b="0" l="0" r="0" t="0"/>
          <a:stretch/>
        </p:blipFill>
        <p:spPr>
          <a:xfrm>
            <a:off x="4343400" y="1447800"/>
            <a:ext cx="3105150" cy="3505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5"/>
          <p:cNvSpPr txBox="1"/>
          <p:nvPr>
            <p:ph type="title"/>
          </p:nvPr>
        </p:nvSpPr>
        <p:spPr>
          <a:xfrm>
            <a:off x="219075" y="227012"/>
            <a:ext cx="7477125" cy="763587"/>
          </a:xfrm>
          <a:prstGeom prst="rect">
            <a:avLst/>
          </a:prstGeom>
          <a:noFill/>
          <a:ln>
            <a:noFill/>
          </a:ln>
        </p:spPr>
        <p:txBody>
          <a:bodyPr anchorCtr="0" anchor="b" bIns="45700" lIns="91425" spcFirstLastPara="1" rIns="91425" wrap="square" tIns="45700">
            <a:noAutofit/>
          </a:bodyPr>
          <a:lstStyle/>
          <a:p>
            <a:pPr indent="0" lvl="0" marL="0" marR="0" rtl="0" algn="ctr">
              <a:lnSpc>
                <a:spcPct val="85000"/>
              </a:lnSpc>
              <a:spcBef>
                <a:spcPts val="0"/>
              </a:spcBef>
              <a:spcAft>
                <a:spcPts val="0"/>
              </a:spcAft>
              <a:buClr>
                <a:srgbClr val="404040"/>
              </a:buClr>
              <a:buFont typeface="Calibri"/>
              <a:buNone/>
            </a:pPr>
            <a:r>
              <a:rPr b="0" i="0" lang="en-US" sz="4800" u="sng" cap="none" strike="noStrike">
                <a:solidFill>
                  <a:srgbClr val="404040"/>
                </a:solidFill>
                <a:latin typeface="Calibri"/>
                <a:ea typeface="Calibri"/>
                <a:cs typeface="Calibri"/>
                <a:sym typeface="Calibri"/>
              </a:rPr>
              <a:t>Ionization</a:t>
            </a:r>
            <a:endParaRPr/>
          </a:p>
        </p:txBody>
      </p:sp>
      <p:sp>
        <p:nvSpPr>
          <p:cNvPr id="188" name="Google Shape;188;p25"/>
          <p:cNvSpPr txBox="1"/>
          <p:nvPr>
            <p:ph idx="1" type="body"/>
          </p:nvPr>
        </p:nvSpPr>
        <p:spPr>
          <a:xfrm>
            <a:off x="263525" y="990600"/>
            <a:ext cx="7994100" cy="5105400"/>
          </a:xfrm>
          <a:prstGeom prst="rect">
            <a:avLst/>
          </a:prstGeom>
          <a:noFill/>
          <a:ln>
            <a:noFill/>
          </a:ln>
        </p:spPr>
        <p:txBody>
          <a:bodyPr anchorCtr="0" anchor="t" bIns="45700" lIns="0" spcFirstLastPara="1" rIns="0" wrap="square" tIns="45700">
            <a:noAutofit/>
          </a:bodyPr>
          <a:lstStyle/>
          <a:p>
            <a:pPr indent="-90487" lvl="0" marL="90487" marR="0" rtl="0" algn="l">
              <a:lnSpc>
                <a:spcPct val="90000"/>
              </a:lnSpc>
              <a:spcBef>
                <a:spcPts val="0"/>
              </a:spcBef>
              <a:spcAft>
                <a:spcPts val="0"/>
              </a:spcAft>
              <a:buClr>
                <a:schemeClr val="accent1"/>
              </a:buClr>
              <a:buSzPts val="2000"/>
              <a:buFont typeface="Calibri"/>
              <a:buChar char=" "/>
            </a:pPr>
            <a:r>
              <a:rPr b="0" i="0" lang="en-US" sz="2000" u="none">
                <a:solidFill>
                  <a:srgbClr val="404040"/>
                </a:solidFill>
                <a:latin typeface="Calibri"/>
                <a:ea typeface="Calibri"/>
                <a:cs typeface="Calibri"/>
                <a:sym typeface="Calibri"/>
              </a:rPr>
              <a:t>Hydrogen chloride will </a:t>
            </a:r>
            <a:r>
              <a:rPr b="0" i="0" lang="en-US" sz="2000" u="none">
                <a:solidFill>
                  <a:schemeClr val="dk2"/>
                </a:solidFill>
                <a:latin typeface="Calibri"/>
                <a:ea typeface="Calibri"/>
                <a:cs typeface="Calibri"/>
                <a:sym typeface="Calibri"/>
              </a:rPr>
              <a:t>ionize</a:t>
            </a:r>
            <a:r>
              <a:rPr b="0" i="0" lang="en-US" sz="2000" u="none">
                <a:solidFill>
                  <a:srgbClr val="404040"/>
                </a:solidFill>
                <a:latin typeface="Calibri"/>
                <a:ea typeface="Calibri"/>
                <a:cs typeface="Calibri"/>
                <a:sym typeface="Calibri"/>
              </a:rPr>
              <a:t> when dissolved in water:</a:t>
            </a:r>
            <a:endParaRPr/>
          </a:p>
          <a:p>
            <a:pPr indent="-90487" lvl="0" marL="90487" marR="0" rtl="0" algn="ctr">
              <a:lnSpc>
                <a:spcPct val="90000"/>
              </a:lnSpc>
              <a:spcBef>
                <a:spcPts val="1400"/>
              </a:spcBef>
              <a:spcAft>
                <a:spcPts val="0"/>
              </a:spcAft>
              <a:buClr>
                <a:schemeClr val="accent1"/>
              </a:buClr>
              <a:buFont typeface="Calibri"/>
              <a:buNone/>
            </a:pPr>
            <a:r>
              <a:rPr b="0" i="0" lang="en-US" sz="2000" u="none">
                <a:solidFill>
                  <a:srgbClr val="404040"/>
                </a:solidFill>
                <a:latin typeface="Calibri"/>
                <a:ea typeface="Calibri"/>
                <a:cs typeface="Calibri"/>
                <a:sym typeface="Calibri"/>
              </a:rPr>
              <a:t>HCl (aq) 		H</a:t>
            </a:r>
            <a:r>
              <a:rPr b="0" baseline="30000" i="0" lang="en-US" sz="2000" u="none">
                <a:solidFill>
                  <a:srgbClr val="404040"/>
                </a:solidFill>
                <a:latin typeface="Calibri"/>
                <a:ea typeface="Calibri"/>
                <a:cs typeface="Calibri"/>
                <a:sym typeface="Calibri"/>
              </a:rPr>
              <a:t>+ </a:t>
            </a:r>
            <a:r>
              <a:rPr b="0" i="0" lang="en-US" sz="2000" u="none">
                <a:solidFill>
                  <a:srgbClr val="404040"/>
                </a:solidFill>
                <a:latin typeface="Calibri"/>
                <a:ea typeface="Calibri"/>
                <a:cs typeface="Calibri"/>
                <a:sym typeface="Calibri"/>
              </a:rPr>
              <a:t>(aq)  + Cl </a:t>
            </a:r>
            <a:r>
              <a:rPr b="0" baseline="30000" i="0" lang="en-US" sz="2000" u="none">
                <a:solidFill>
                  <a:srgbClr val="404040"/>
                </a:solidFill>
                <a:latin typeface="Calibri"/>
                <a:ea typeface="Calibri"/>
                <a:cs typeface="Calibri"/>
                <a:sym typeface="Calibri"/>
              </a:rPr>
              <a:t>-</a:t>
            </a:r>
            <a:r>
              <a:rPr b="0" i="0" lang="en-US" sz="2000" u="none">
                <a:solidFill>
                  <a:srgbClr val="404040"/>
                </a:solidFill>
                <a:latin typeface="Calibri"/>
                <a:ea typeface="Calibri"/>
                <a:cs typeface="Calibri"/>
                <a:sym typeface="Calibri"/>
              </a:rPr>
              <a:t> (aq)</a:t>
            </a:r>
            <a:endParaRPr/>
          </a:p>
          <a:p>
            <a:pPr indent="-90487" lvl="0" marL="90487" marR="0" rtl="0" algn="l">
              <a:lnSpc>
                <a:spcPct val="90000"/>
              </a:lnSpc>
              <a:spcBef>
                <a:spcPts val="1400"/>
              </a:spcBef>
              <a:spcAft>
                <a:spcPts val="0"/>
              </a:spcAft>
              <a:buClr>
                <a:schemeClr val="accent1"/>
              </a:buClr>
              <a:buFont typeface="Calibri"/>
              <a:buNone/>
            </a:pPr>
            <a:r>
              <a:t/>
            </a:r>
            <a:endParaRPr b="0" i="0" sz="2000" u="none">
              <a:solidFill>
                <a:srgbClr val="404040"/>
              </a:solidFill>
              <a:latin typeface="Calibri"/>
              <a:ea typeface="Calibri"/>
              <a:cs typeface="Calibri"/>
              <a:sym typeface="Calibri"/>
            </a:endParaRPr>
          </a:p>
          <a:p>
            <a:pPr indent="-90487" lvl="0" marL="90487" marR="0" rtl="0" algn="l">
              <a:lnSpc>
                <a:spcPct val="90000"/>
              </a:lnSpc>
              <a:spcBef>
                <a:spcPts val="1400"/>
              </a:spcBef>
              <a:spcAft>
                <a:spcPts val="0"/>
              </a:spcAft>
              <a:buClr>
                <a:schemeClr val="accent1"/>
              </a:buClr>
              <a:buFont typeface="Calibri"/>
              <a:buNone/>
            </a:pPr>
            <a:r>
              <a:t/>
            </a:r>
            <a:endParaRPr b="0" i="0" sz="2000" u="none">
              <a:solidFill>
                <a:srgbClr val="404040"/>
              </a:solidFill>
              <a:latin typeface="Calibri"/>
              <a:ea typeface="Calibri"/>
              <a:cs typeface="Calibri"/>
              <a:sym typeface="Calibri"/>
            </a:endParaRPr>
          </a:p>
          <a:p>
            <a:pPr indent="-90487" lvl="0" marL="90487" marR="0" rtl="0" algn="l">
              <a:lnSpc>
                <a:spcPct val="90000"/>
              </a:lnSpc>
              <a:spcBef>
                <a:spcPts val="1400"/>
              </a:spcBef>
              <a:spcAft>
                <a:spcPts val="0"/>
              </a:spcAft>
              <a:buClr>
                <a:schemeClr val="accent1"/>
              </a:buClr>
              <a:buFont typeface="Calibri"/>
              <a:buNone/>
            </a:pPr>
            <a:r>
              <a:t/>
            </a:r>
            <a:endParaRPr b="0" i="0" sz="2000" u="none">
              <a:solidFill>
                <a:srgbClr val="404040"/>
              </a:solidFill>
              <a:latin typeface="Calibri"/>
              <a:ea typeface="Calibri"/>
              <a:cs typeface="Calibri"/>
              <a:sym typeface="Calibri"/>
            </a:endParaRPr>
          </a:p>
          <a:p>
            <a:pPr indent="-90487" lvl="0" marL="90487" marR="0" rtl="0" algn="l">
              <a:lnSpc>
                <a:spcPct val="90000"/>
              </a:lnSpc>
              <a:spcBef>
                <a:spcPts val="1400"/>
              </a:spcBef>
              <a:spcAft>
                <a:spcPts val="0"/>
              </a:spcAft>
              <a:buClr>
                <a:schemeClr val="accent1"/>
              </a:buClr>
              <a:buSzPts val="2000"/>
              <a:buFont typeface="Calibri"/>
              <a:buChar char=" "/>
            </a:pPr>
            <a:r>
              <a:t/>
            </a:r>
            <a:endParaRPr/>
          </a:p>
          <a:p>
            <a:pPr indent="-90487" lvl="0" marL="90487" marR="0" rtl="0" algn="l">
              <a:lnSpc>
                <a:spcPct val="90000"/>
              </a:lnSpc>
              <a:spcBef>
                <a:spcPts val="1400"/>
              </a:spcBef>
              <a:spcAft>
                <a:spcPts val="0"/>
              </a:spcAft>
              <a:buClr>
                <a:schemeClr val="accent1"/>
              </a:buClr>
              <a:buSzPts val="2000"/>
              <a:buFont typeface="Calibri"/>
              <a:buChar char=" "/>
            </a:pPr>
            <a:r>
              <a:t/>
            </a:r>
            <a:endParaRPr/>
          </a:p>
          <a:p>
            <a:pPr indent="-90487" lvl="0" marL="90487" marR="0" rtl="0" algn="l">
              <a:lnSpc>
                <a:spcPct val="90000"/>
              </a:lnSpc>
              <a:spcBef>
                <a:spcPts val="1400"/>
              </a:spcBef>
              <a:spcAft>
                <a:spcPts val="0"/>
              </a:spcAft>
              <a:buClr>
                <a:schemeClr val="accent1"/>
              </a:buClr>
              <a:buSzPts val="2000"/>
              <a:buFont typeface="Calibri"/>
              <a:buChar char=" "/>
            </a:pPr>
            <a:r>
              <a:rPr b="0" i="0" lang="en-US" sz="2000" u="none">
                <a:solidFill>
                  <a:srgbClr val="404040"/>
                </a:solidFill>
                <a:latin typeface="Calibri"/>
                <a:ea typeface="Calibri"/>
                <a:cs typeface="Calibri"/>
                <a:sym typeface="Calibri"/>
              </a:rPr>
              <a:t>When ions are in a solution, electricity can be conducted. (The solution is called an electrolyte)</a:t>
            </a:r>
            <a:endParaRPr/>
          </a:p>
          <a:p>
            <a:pPr indent="-90487" lvl="0" marL="90487" marR="0" rtl="0" algn="l">
              <a:lnSpc>
                <a:spcPct val="90000"/>
              </a:lnSpc>
              <a:spcBef>
                <a:spcPts val="1400"/>
              </a:spcBef>
              <a:spcAft>
                <a:spcPts val="0"/>
              </a:spcAft>
              <a:buClr>
                <a:schemeClr val="accent1"/>
              </a:buClr>
              <a:buFont typeface="Calibri"/>
              <a:buNone/>
            </a:pPr>
            <a:r>
              <a:t/>
            </a:r>
            <a:endParaRPr b="0" i="0" sz="2000" u="none">
              <a:solidFill>
                <a:srgbClr val="404040"/>
              </a:solidFill>
              <a:latin typeface="Calibri"/>
              <a:ea typeface="Calibri"/>
              <a:cs typeface="Calibri"/>
              <a:sym typeface="Calibri"/>
            </a:endParaRPr>
          </a:p>
          <a:p>
            <a:pPr indent="36511" lvl="0" marL="90488" marR="0" rtl="0" algn="l">
              <a:lnSpc>
                <a:spcPct val="90000"/>
              </a:lnSpc>
              <a:spcBef>
                <a:spcPts val="1400"/>
              </a:spcBef>
              <a:spcAft>
                <a:spcPts val="0"/>
              </a:spcAft>
              <a:buClr>
                <a:schemeClr val="accent1"/>
              </a:buClr>
              <a:buSzPts val="2000"/>
              <a:buFont typeface="Calibri"/>
              <a:buNone/>
            </a:pPr>
            <a:r>
              <a:t/>
            </a:r>
            <a:endParaRPr b="0" i="0" sz="2000" u="none">
              <a:solidFill>
                <a:srgbClr val="404040"/>
              </a:solidFill>
              <a:latin typeface="Calibri"/>
              <a:ea typeface="Calibri"/>
              <a:cs typeface="Calibri"/>
              <a:sym typeface="Calibri"/>
            </a:endParaRPr>
          </a:p>
        </p:txBody>
      </p:sp>
      <p:cxnSp>
        <p:nvCxnSpPr>
          <p:cNvPr id="189" name="Google Shape;189;p25"/>
          <p:cNvCxnSpPr/>
          <p:nvPr/>
        </p:nvCxnSpPr>
        <p:spPr>
          <a:xfrm flipH="1" rot="10800000">
            <a:off x="3678900" y="1627425"/>
            <a:ext cx="359700" cy="24900"/>
          </a:xfrm>
          <a:prstGeom prst="straightConnector1">
            <a:avLst/>
          </a:prstGeom>
          <a:noFill/>
          <a:ln cap="flat" cmpd="sng" w="9525">
            <a:solidFill>
              <a:schemeClr val="dk1"/>
            </a:solidFill>
            <a:prstDash val="solid"/>
            <a:miter lim="8000"/>
            <a:headEnd len="sm" w="sm" type="none"/>
            <a:tailEnd len="med" w="med" type="triangle"/>
          </a:ln>
        </p:spPr>
      </p:cxnSp>
      <p:sp>
        <p:nvSpPr>
          <p:cNvPr id="190" name="Google Shape;190;p25"/>
          <p:cNvSpPr/>
          <p:nvPr/>
        </p:nvSpPr>
        <p:spPr>
          <a:xfrm>
            <a:off x="914400" y="1995850"/>
            <a:ext cx="2438400" cy="1143000"/>
          </a:xfrm>
          <a:prstGeom prst="ellipse">
            <a:avLst/>
          </a:prstGeom>
          <a:solidFill>
            <a:schemeClr val="folHlink"/>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HCl (aq) is called</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hydrochloric acid</a:t>
            </a:r>
            <a:endParaRPr/>
          </a:p>
        </p:txBody>
      </p:sp>
      <p:sp>
        <p:nvSpPr>
          <p:cNvPr id="191" name="Google Shape;191;p25"/>
          <p:cNvSpPr/>
          <p:nvPr/>
        </p:nvSpPr>
        <p:spPr>
          <a:xfrm>
            <a:off x="4953000" y="2362200"/>
            <a:ext cx="2743200" cy="990600"/>
          </a:xfrm>
          <a:prstGeom prst="ellipse">
            <a:avLst/>
          </a:prstGeom>
          <a:solidFill>
            <a:schemeClr val="accent2"/>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Acids produce H</a:t>
            </a:r>
            <a:r>
              <a:rPr b="0" baseline="30000" i="0" lang="en-US" sz="1800" u="none">
                <a:solidFill>
                  <a:schemeClr val="dk1"/>
                </a:solidFill>
                <a:latin typeface="Arial"/>
                <a:ea typeface="Arial"/>
                <a:cs typeface="Arial"/>
                <a:sym typeface="Arial"/>
              </a:rPr>
              <a:t>+</a:t>
            </a:r>
            <a:r>
              <a:rPr b="0" i="0" lang="en-US" sz="1800" u="none">
                <a:solidFill>
                  <a:schemeClr val="dk1"/>
                </a:solidFill>
                <a:latin typeface="Arial"/>
                <a:ea typeface="Arial"/>
                <a:cs typeface="Arial"/>
                <a:sym typeface="Arial"/>
              </a:rPr>
              <a:t> ions</a:t>
            </a:r>
            <a:endParaRPr/>
          </a:p>
        </p:txBody>
      </p:sp>
      <p:cxnSp>
        <p:nvCxnSpPr>
          <p:cNvPr id="192" name="Google Shape;192;p25"/>
          <p:cNvCxnSpPr/>
          <p:nvPr/>
        </p:nvCxnSpPr>
        <p:spPr>
          <a:xfrm rot="10800000">
            <a:off x="4191000" y="1752600"/>
            <a:ext cx="762000" cy="914400"/>
          </a:xfrm>
          <a:prstGeom prst="straightConnector1">
            <a:avLst/>
          </a:prstGeom>
          <a:noFill/>
          <a:ln cap="flat" cmpd="sng" w="9525">
            <a:solidFill>
              <a:schemeClr val="accent2"/>
            </a:solidFill>
            <a:prstDash val="solid"/>
            <a:miter lim="8000"/>
            <a:headEnd len="sm" w="sm" type="none"/>
            <a:tailEnd len="med" w="med" type="triangle"/>
          </a:ln>
        </p:spPr>
      </p:cxnSp>
      <p:cxnSp>
        <p:nvCxnSpPr>
          <p:cNvPr id="193" name="Google Shape;193;p25"/>
          <p:cNvCxnSpPr/>
          <p:nvPr/>
        </p:nvCxnSpPr>
        <p:spPr>
          <a:xfrm flipH="1" rot="10800000">
            <a:off x="914400" y="2667000"/>
            <a:ext cx="228600" cy="381000"/>
          </a:xfrm>
          <a:prstGeom prst="straightConnector1">
            <a:avLst/>
          </a:prstGeom>
          <a:noFill/>
          <a:ln cap="flat" cmpd="sng" w="9525">
            <a:solidFill>
              <a:schemeClr val="folHlink"/>
            </a:solidFill>
            <a:prstDash val="solid"/>
            <a:miter lim="8000"/>
            <a:headEnd len="sm" w="sm"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6"/>
          <p:cNvSpPr txBox="1"/>
          <p:nvPr>
            <p:ph type="title"/>
          </p:nvPr>
        </p:nvSpPr>
        <p:spPr>
          <a:xfrm>
            <a:off x="228600" y="0"/>
            <a:ext cx="7477125" cy="763587"/>
          </a:xfrm>
          <a:prstGeom prst="rect">
            <a:avLst/>
          </a:prstGeom>
          <a:noFill/>
          <a:ln>
            <a:noFill/>
          </a:ln>
        </p:spPr>
        <p:txBody>
          <a:bodyPr anchorCtr="0" anchor="b" bIns="45700" lIns="91425" spcFirstLastPara="1" rIns="91425" wrap="square" tIns="45700">
            <a:noAutofit/>
          </a:bodyPr>
          <a:lstStyle/>
          <a:p>
            <a:pPr indent="0" lvl="0" marL="0" marR="0" rtl="0" algn="ctr">
              <a:lnSpc>
                <a:spcPct val="85000"/>
              </a:lnSpc>
              <a:spcBef>
                <a:spcPts val="0"/>
              </a:spcBef>
              <a:spcAft>
                <a:spcPts val="0"/>
              </a:spcAft>
              <a:buClr>
                <a:srgbClr val="404040"/>
              </a:buClr>
              <a:buFont typeface="Calibri"/>
              <a:buNone/>
            </a:pPr>
            <a:r>
              <a:rPr b="0" i="0" lang="en-US" sz="4800" u="sng" cap="none" strike="noStrike">
                <a:solidFill>
                  <a:srgbClr val="404040"/>
                </a:solidFill>
                <a:latin typeface="Calibri"/>
                <a:ea typeface="Calibri"/>
                <a:cs typeface="Calibri"/>
                <a:sym typeface="Calibri"/>
              </a:rPr>
              <a:t>Common Bases</a:t>
            </a:r>
            <a:endParaRPr/>
          </a:p>
        </p:txBody>
      </p:sp>
      <p:pic>
        <p:nvPicPr>
          <p:cNvPr descr="crm3s3_1" id="199" name="Google Shape;199;p26"/>
          <p:cNvPicPr preferRelativeResize="0"/>
          <p:nvPr/>
        </p:nvPicPr>
        <p:blipFill rotWithShape="1">
          <a:blip r:embed="rId3">
            <a:alphaModFix/>
          </a:blip>
          <a:srcRect b="0" l="0" r="0" t="0"/>
          <a:stretch/>
        </p:blipFill>
        <p:spPr>
          <a:xfrm>
            <a:off x="914400" y="914400"/>
            <a:ext cx="5943600" cy="4352925"/>
          </a:xfrm>
          <a:prstGeom prst="rect">
            <a:avLst/>
          </a:prstGeom>
          <a:noFill/>
          <a:ln>
            <a:noFill/>
          </a:ln>
        </p:spPr>
      </p:pic>
      <p:sp>
        <p:nvSpPr>
          <p:cNvPr id="200" name="Google Shape;200;p26"/>
          <p:cNvSpPr/>
          <p:nvPr/>
        </p:nvSpPr>
        <p:spPr>
          <a:xfrm>
            <a:off x="1905000" y="5334000"/>
            <a:ext cx="2819400" cy="12954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What is one</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characteristic of bases?</a:t>
            </a:r>
            <a:endParaRPr/>
          </a:p>
        </p:txBody>
      </p:sp>
      <p:cxnSp>
        <p:nvCxnSpPr>
          <p:cNvPr id="201" name="Google Shape;201;p26"/>
          <p:cNvCxnSpPr/>
          <p:nvPr/>
        </p:nvCxnSpPr>
        <p:spPr>
          <a:xfrm flipH="1" rot="10800000">
            <a:off x="4648200" y="5334000"/>
            <a:ext cx="533400" cy="838200"/>
          </a:xfrm>
          <a:prstGeom prst="straightConnector1">
            <a:avLst/>
          </a:prstGeom>
          <a:noFill/>
          <a:ln cap="flat" cmpd="sng" w="9525">
            <a:solidFill>
              <a:schemeClr val="accent1"/>
            </a:solidFill>
            <a:prstDash val="solid"/>
            <a:miter lim="8000"/>
            <a:headEnd len="sm" w="sm"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7"/>
          <p:cNvSpPr txBox="1"/>
          <p:nvPr>
            <p:ph type="title"/>
          </p:nvPr>
        </p:nvSpPr>
        <p:spPr>
          <a:xfrm>
            <a:off x="219075" y="227012"/>
            <a:ext cx="7477125" cy="1143000"/>
          </a:xfrm>
          <a:prstGeom prst="rect">
            <a:avLst/>
          </a:prstGeom>
          <a:noFill/>
          <a:ln>
            <a:noFill/>
          </a:ln>
        </p:spPr>
        <p:txBody>
          <a:bodyPr anchorCtr="0" anchor="b" bIns="45700" lIns="91425" spcFirstLastPara="1" rIns="91425" wrap="square" tIns="45700">
            <a:noAutofit/>
          </a:bodyPr>
          <a:lstStyle/>
          <a:p>
            <a:pPr indent="0" lvl="0" marL="0" marR="0" rtl="0" algn="ctr">
              <a:lnSpc>
                <a:spcPct val="85000"/>
              </a:lnSpc>
              <a:spcBef>
                <a:spcPts val="0"/>
              </a:spcBef>
              <a:spcAft>
                <a:spcPts val="0"/>
              </a:spcAft>
              <a:buClr>
                <a:srgbClr val="404040"/>
              </a:buClr>
              <a:buFont typeface="Calibri"/>
              <a:buNone/>
            </a:pPr>
            <a:r>
              <a:rPr b="0" i="0" lang="en-US" sz="4800" u="sng" cap="none" strike="noStrike">
                <a:solidFill>
                  <a:srgbClr val="404040"/>
                </a:solidFill>
                <a:latin typeface="Calibri"/>
                <a:ea typeface="Calibri"/>
                <a:cs typeface="Calibri"/>
                <a:sym typeface="Calibri"/>
              </a:rPr>
              <a:t>What is a base?</a:t>
            </a:r>
            <a:endParaRPr/>
          </a:p>
        </p:txBody>
      </p:sp>
      <p:sp>
        <p:nvSpPr>
          <p:cNvPr id="207" name="Google Shape;207;p27"/>
          <p:cNvSpPr txBox="1"/>
          <p:nvPr>
            <p:ph idx="1" type="body"/>
          </p:nvPr>
        </p:nvSpPr>
        <p:spPr>
          <a:xfrm>
            <a:off x="263525" y="1598612"/>
            <a:ext cx="3165475" cy="4497387"/>
          </a:xfrm>
          <a:prstGeom prst="rect">
            <a:avLst/>
          </a:prstGeom>
          <a:noFill/>
          <a:ln>
            <a:noFill/>
          </a:ln>
        </p:spPr>
        <p:txBody>
          <a:bodyPr anchorCtr="0" anchor="t" bIns="45700" lIns="0" spcFirstLastPara="1" rIns="0" wrap="square" tIns="45700">
            <a:noAutofit/>
          </a:bodyPr>
          <a:lstStyle/>
          <a:p>
            <a:pPr indent="-90487" lvl="0" marL="90487" marR="0" rtl="0" algn="l">
              <a:lnSpc>
                <a:spcPct val="90000"/>
              </a:lnSpc>
              <a:spcBef>
                <a:spcPts val="0"/>
              </a:spcBef>
              <a:spcAft>
                <a:spcPts val="0"/>
              </a:spcAft>
              <a:buClr>
                <a:schemeClr val="accent1"/>
              </a:buClr>
              <a:buSzPts val="2800"/>
              <a:buFont typeface="Calibri"/>
              <a:buChar char=" "/>
            </a:pPr>
            <a:r>
              <a:rPr b="0" i="0" lang="en-US" sz="2800" u="none">
                <a:solidFill>
                  <a:srgbClr val="404040"/>
                </a:solidFill>
                <a:latin typeface="Calibri"/>
                <a:ea typeface="Calibri"/>
                <a:cs typeface="Calibri"/>
                <a:sym typeface="Calibri"/>
              </a:rPr>
              <a:t>A base is a compound that produces hydroxide (OH)</a:t>
            </a:r>
            <a:r>
              <a:rPr b="0" baseline="30000" i="0" lang="en-US" sz="2800" u="none">
                <a:solidFill>
                  <a:srgbClr val="404040"/>
                </a:solidFill>
                <a:latin typeface="Calibri"/>
                <a:ea typeface="Calibri"/>
                <a:cs typeface="Calibri"/>
                <a:sym typeface="Calibri"/>
              </a:rPr>
              <a:t>-</a:t>
            </a:r>
            <a:r>
              <a:rPr b="0" i="0" lang="en-US" sz="2800" u="none">
                <a:solidFill>
                  <a:srgbClr val="404040"/>
                </a:solidFill>
                <a:latin typeface="Calibri"/>
                <a:ea typeface="Calibri"/>
                <a:cs typeface="Calibri"/>
                <a:sym typeface="Calibri"/>
              </a:rPr>
              <a:t> ions when dissolved in water.</a:t>
            </a:r>
            <a:endParaRPr/>
          </a:p>
        </p:txBody>
      </p:sp>
      <p:sp>
        <p:nvSpPr>
          <p:cNvPr id="208" name="Google Shape;208;p27"/>
          <p:cNvSpPr txBox="1"/>
          <p:nvPr>
            <p:ph idx="1" type="body"/>
          </p:nvPr>
        </p:nvSpPr>
        <p:spPr>
          <a:xfrm>
            <a:off x="4032250" y="1598612"/>
            <a:ext cx="3617912" cy="4497387"/>
          </a:xfrm>
          <a:prstGeom prst="rect">
            <a:avLst/>
          </a:prstGeom>
          <a:noFill/>
          <a:ln>
            <a:noFill/>
          </a:ln>
        </p:spPr>
        <p:txBody>
          <a:bodyPr anchorCtr="0" anchor="t" bIns="45700" lIns="0" spcFirstLastPara="1" rIns="0" wrap="square" tIns="45700">
            <a:noAutofit/>
          </a:bodyPr>
          <a:lstStyle/>
          <a:p>
            <a:pPr indent="36511" lvl="0" marL="90488" marR="0" rtl="0" algn="l">
              <a:lnSpc>
                <a:spcPct val="90000"/>
              </a:lnSpc>
              <a:spcBef>
                <a:spcPts val="0"/>
              </a:spcBef>
              <a:spcAft>
                <a:spcPts val="0"/>
              </a:spcAft>
              <a:buClr>
                <a:schemeClr val="accent1"/>
              </a:buClr>
              <a:buSzPts val="2000"/>
              <a:buFont typeface="Calibri"/>
              <a:buNone/>
            </a:pPr>
            <a:r>
              <a:t/>
            </a:r>
            <a:endParaRPr sz="2000">
              <a:solidFill>
                <a:srgbClr val="404040"/>
              </a:solidFill>
              <a:latin typeface="Calibri"/>
              <a:ea typeface="Calibri"/>
              <a:cs typeface="Calibri"/>
              <a:sym typeface="Calibri"/>
            </a:endParaRPr>
          </a:p>
        </p:txBody>
      </p:sp>
      <p:pic>
        <p:nvPicPr>
          <p:cNvPr descr="household_bases" id="209" name="Google Shape;209;p27"/>
          <p:cNvPicPr preferRelativeResize="0"/>
          <p:nvPr/>
        </p:nvPicPr>
        <p:blipFill rotWithShape="1">
          <a:blip r:embed="rId3">
            <a:alphaModFix/>
          </a:blip>
          <a:srcRect b="0" l="0" r="0" t="0"/>
          <a:stretch/>
        </p:blipFill>
        <p:spPr>
          <a:xfrm>
            <a:off x="3581400" y="1524000"/>
            <a:ext cx="4038600" cy="4343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txBox="1"/>
          <p:nvPr>
            <p:ph type="title"/>
          </p:nvPr>
        </p:nvSpPr>
        <p:spPr>
          <a:xfrm>
            <a:off x="228600" y="0"/>
            <a:ext cx="7477125" cy="763587"/>
          </a:xfrm>
          <a:prstGeom prst="rect">
            <a:avLst/>
          </a:prstGeom>
          <a:noFill/>
          <a:ln>
            <a:noFill/>
          </a:ln>
        </p:spPr>
        <p:txBody>
          <a:bodyPr anchorCtr="0" anchor="b" bIns="45700" lIns="91425" spcFirstLastPara="1" rIns="91425" wrap="square" tIns="45700">
            <a:noAutofit/>
          </a:bodyPr>
          <a:lstStyle/>
          <a:p>
            <a:pPr indent="0" lvl="0" marL="0" marR="0" rtl="0" algn="ctr">
              <a:lnSpc>
                <a:spcPct val="85000"/>
              </a:lnSpc>
              <a:spcBef>
                <a:spcPts val="0"/>
              </a:spcBef>
              <a:spcAft>
                <a:spcPts val="0"/>
              </a:spcAft>
              <a:buClr>
                <a:srgbClr val="404040"/>
              </a:buClr>
              <a:buFont typeface="Calibri"/>
              <a:buNone/>
            </a:pPr>
            <a:r>
              <a:rPr b="0" i="0" lang="en-US" sz="4800" u="sng" cap="none" strike="noStrike">
                <a:solidFill>
                  <a:srgbClr val="404040"/>
                </a:solidFill>
                <a:latin typeface="Calibri"/>
                <a:ea typeface="Calibri"/>
                <a:cs typeface="Calibri"/>
                <a:sym typeface="Calibri"/>
              </a:rPr>
              <a:t>Dissociation</a:t>
            </a:r>
            <a:endParaRPr/>
          </a:p>
        </p:txBody>
      </p:sp>
      <p:sp>
        <p:nvSpPr>
          <p:cNvPr id="215" name="Google Shape;215;p28"/>
          <p:cNvSpPr txBox="1"/>
          <p:nvPr>
            <p:ph idx="1" type="body"/>
          </p:nvPr>
        </p:nvSpPr>
        <p:spPr>
          <a:xfrm>
            <a:off x="192900" y="899825"/>
            <a:ext cx="7386600" cy="1926900"/>
          </a:xfrm>
          <a:prstGeom prst="rect">
            <a:avLst/>
          </a:prstGeom>
          <a:noFill/>
          <a:ln>
            <a:noFill/>
          </a:ln>
        </p:spPr>
        <p:txBody>
          <a:bodyPr anchorCtr="0" anchor="t" bIns="45700" lIns="0" spcFirstLastPara="1" rIns="0" wrap="square" tIns="45700">
            <a:noAutofit/>
          </a:bodyPr>
          <a:lstStyle/>
          <a:p>
            <a:pPr indent="-90487" lvl="0" marL="90487" marR="0" rtl="0" algn="l">
              <a:lnSpc>
                <a:spcPct val="90000"/>
              </a:lnSpc>
              <a:spcBef>
                <a:spcPts val="0"/>
              </a:spcBef>
              <a:spcAft>
                <a:spcPts val="0"/>
              </a:spcAft>
              <a:buClr>
                <a:schemeClr val="accent1"/>
              </a:buClr>
              <a:buSzPts val="2000"/>
              <a:buFont typeface="Calibri"/>
              <a:buChar char=" "/>
            </a:pPr>
            <a:r>
              <a:rPr b="0" i="0" lang="en-US" sz="2000" u="none">
                <a:solidFill>
                  <a:srgbClr val="404040"/>
                </a:solidFill>
                <a:latin typeface="Calibri"/>
                <a:ea typeface="Calibri"/>
                <a:cs typeface="Calibri"/>
                <a:sym typeface="Calibri"/>
              </a:rPr>
              <a:t>Aqueous solutions of bases also contain ions and therefore conduct electricity.</a:t>
            </a:r>
            <a:endParaRPr b="0" baseline="30000" i="0" sz="2000" u="none">
              <a:solidFill>
                <a:srgbClr val="404040"/>
              </a:solidFill>
              <a:latin typeface="Calibri"/>
              <a:ea typeface="Calibri"/>
              <a:cs typeface="Calibri"/>
              <a:sym typeface="Calibri"/>
            </a:endParaRPr>
          </a:p>
          <a:p>
            <a:pPr indent="-90487" lvl="0" marL="90487" marR="0" rtl="0" algn="l">
              <a:lnSpc>
                <a:spcPct val="90000"/>
              </a:lnSpc>
              <a:spcBef>
                <a:spcPts val="1400"/>
              </a:spcBef>
              <a:spcAft>
                <a:spcPts val="0"/>
              </a:spcAft>
              <a:buClr>
                <a:schemeClr val="accent1"/>
              </a:buClr>
              <a:buFont typeface="Calibri"/>
              <a:buNone/>
            </a:pPr>
            <a:r>
              <a:t/>
            </a:r>
            <a:endParaRPr b="0" i="0" sz="2000" u="none">
              <a:solidFill>
                <a:srgbClr val="404040"/>
              </a:solidFill>
              <a:latin typeface="Calibri"/>
              <a:ea typeface="Calibri"/>
              <a:cs typeface="Calibri"/>
              <a:sym typeface="Calibri"/>
            </a:endParaRPr>
          </a:p>
          <a:p>
            <a:pPr indent="-90487" lvl="0" marL="90487" marR="0" rtl="0" algn="l">
              <a:lnSpc>
                <a:spcPct val="90000"/>
              </a:lnSpc>
              <a:spcBef>
                <a:spcPts val="1400"/>
              </a:spcBef>
              <a:spcAft>
                <a:spcPts val="0"/>
              </a:spcAft>
              <a:buClr>
                <a:schemeClr val="accent1"/>
              </a:buClr>
              <a:buFont typeface="Calibri"/>
              <a:buNone/>
            </a:pPr>
            <a:r>
              <a:rPr b="0" i="0" lang="en-US" sz="2000" u="none">
                <a:solidFill>
                  <a:srgbClr val="404040"/>
                </a:solidFill>
                <a:latin typeface="Calibri"/>
                <a:ea typeface="Calibri"/>
                <a:cs typeface="Calibri"/>
                <a:sym typeface="Calibri"/>
              </a:rPr>
              <a:t>NaOH(aq) 	       Na</a:t>
            </a:r>
            <a:r>
              <a:rPr b="0" baseline="30000" i="0" lang="en-US" sz="2000" u="none">
                <a:solidFill>
                  <a:srgbClr val="404040"/>
                </a:solidFill>
                <a:latin typeface="Calibri"/>
                <a:ea typeface="Calibri"/>
                <a:cs typeface="Calibri"/>
                <a:sym typeface="Calibri"/>
              </a:rPr>
              <a:t>+</a:t>
            </a:r>
            <a:r>
              <a:rPr b="0" i="0" lang="en-US" sz="2000" u="none">
                <a:solidFill>
                  <a:srgbClr val="404040"/>
                </a:solidFill>
                <a:latin typeface="Calibri"/>
                <a:ea typeface="Calibri"/>
                <a:cs typeface="Calibri"/>
                <a:sym typeface="Calibri"/>
              </a:rPr>
              <a:t> (aq)	  +   (OH)</a:t>
            </a:r>
            <a:r>
              <a:rPr b="0" baseline="30000" i="0" lang="en-US" sz="2000" u="none">
                <a:solidFill>
                  <a:srgbClr val="404040"/>
                </a:solidFill>
                <a:latin typeface="Calibri"/>
                <a:ea typeface="Calibri"/>
                <a:cs typeface="Calibri"/>
                <a:sym typeface="Calibri"/>
              </a:rPr>
              <a:t>-</a:t>
            </a:r>
            <a:r>
              <a:rPr b="0" i="0" lang="en-US" sz="2000" u="none">
                <a:solidFill>
                  <a:srgbClr val="404040"/>
                </a:solidFill>
                <a:latin typeface="Calibri"/>
                <a:ea typeface="Calibri"/>
                <a:cs typeface="Calibri"/>
                <a:sym typeface="Calibri"/>
              </a:rPr>
              <a:t> (aq)</a:t>
            </a:r>
            <a:endParaRPr/>
          </a:p>
          <a:p>
            <a:pPr indent="-90487" lvl="0" marL="90487" marR="0" rtl="0" algn="l">
              <a:lnSpc>
                <a:spcPct val="90000"/>
              </a:lnSpc>
              <a:spcBef>
                <a:spcPts val="1400"/>
              </a:spcBef>
              <a:spcAft>
                <a:spcPts val="0"/>
              </a:spcAft>
              <a:buClr>
                <a:schemeClr val="accent1"/>
              </a:buClr>
              <a:buFont typeface="Calibri"/>
              <a:buNone/>
            </a:pPr>
            <a:r>
              <a:t/>
            </a:r>
            <a:endParaRPr b="0" baseline="30000" i="0" sz="2000" u="none">
              <a:solidFill>
                <a:srgbClr val="404040"/>
              </a:solidFill>
              <a:latin typeface="Calibri"/>
              <a:ea typeface="Calibri"/>
              <a:cs typeface="Calibri"/>
              <a:sym typeface="Calibri"/>
            </a:endParaRPr>
          </a:p>
          <a:p>
            <a:pPr indent="36511" lvl="0" marL="90488" marR="0" rtl="0" algn="l">
              <a:lnSpc>
                <a:spcPct val="90000"/>
              </a:lnSpc>
              <a:spcBef>
                <a:spcPts val="1400"/>
              </a:spcBef>
              <a:spcAft>
                <a:spcPts val="0"/>
              </a:spcAft>
              <a:buClr>
                <a:schemeClr val="accent1"/>
              </a:buClr>
              <a:buSzPts val="2000"/>
              <a:buFont typeface="Calibri"/>
              <a:buNone/>
            </a:pPr>
            <a:r>
              <a:t/>
            </a:r>
            <a:endParaRPr b="0" baseline="30000" i="0" sz="2000" u="none">
              <a:solidFill>
                <a:srgbClr val="404040"/>
              </a:solidFill>
              <a:latin typeface="Calibri"/>
              <a:ea typeface="Calibri"/>
              <a:cs typeface="Calibri"/>
              <a:sym typeface="Calibri"/>
            </a:endParaRPr>
          </a:p>
        </p:txBody>
      </p:sp>
      <p:cxnSp>
        <p:nvCxnSpPr>
          <p:cNvPr id="216" name="Google Shape;216;p28"/>
          <p:cNvCxnSpPr/>
          <p:nvPr/>
        </p:nvCxnSpPr>
        <p:spPr>
          <a:xfrm>
            <a:off x="1234850" y="2217375"/>
            <a:ext cx="609600" cy="0"/>
          </a:xfrm>
          <a:prstGeom prst="straightConnector1">
            <a:avLst/>
          </a:prstGeom>
          <a:noFill/>
          <a:ln cap="flat" cmpd="sng" w="9525">
            <a:solidFill>
              <a:schemeClr val="dk1"/>
            </a:solidFill>
            <a:prstDash val="solid"/>
            <a:miter lim="8000"/>
            <a:headEnd len="sm" w="sm" type="none"/>
            <a:tailEnd len="med" w="med" type="triangle"/>
          </a:ln>
        </p:spPr>
      </p:cxnSp>
      <p:sp>
        <p:nvSpPr>
          <p:cNvPr id="217" name="Google Shape;217;p28"/>
          <p:cNvSpPr/>
          <p:nvPr/>
        </p:nvSpPr>
        <p:spPr>
          <a:xfrm>
            <a:off x="192900" y="2743200"/>
            <a:ext cx="1911000" cy="12192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Sodium</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Hydroxide</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(aq)</a:t>
            </a:r>
            <a:endParaRPr/>
          </a:p>
        </p:txBody>
      </p:sp>
      <p:cxnSp>
        <p:nvCxnSpPr>
          <p:cNvPr id="218" name="Google Shape;218;p28"/>
          <p:cNvCxnSpPr/>
          <p:nvPr/>
        </p:nvCxnSpPr>
        <p:spPr>
          <a:xfrm flipH="1" rot="10800000">
            <a:off x="421500" y="2438400"/>
            <a:ext cx="76200" cy="533400"/>
          </a:xfrm>
          <a:prstGeom prst="straightConnector1">
            <a:avLst/>
          </a:prstGeom>
          <a:noFill/>
          <a:ln cap="flat" cmpd="sng" w="9525">
            <a:solidFill>
              <a:schemeClr val="accent1"/>
            </a:solidFill>
            <a:prstDash val="solid"/>
            <a:miter lim="8000"/>
            <a:headEnd len="sm" w="sm" type="none"/>
            <a:tailEnd len="med" w="med" type="triangle"/>
          </a:ln>
        </p:spPr>
      </p:cxnSp>
      <p:sp>
        <p:nvSpPr>
          <p:cNvPr id="219" name="Google Shape;219;p28"/>
          <p:cNvSpPr/>
          <p:nvPr/>
        </p:nvSpPr>
        <p:spPr>
          <a:xfrm>
            <a:off x="2292050" y="2743200"/>
            <a:ext cx="1693200" cy="12192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Aqueous</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Sodium</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Ion</a:t>
            </a:r>
            <a:endParaRPr/>
          </a:p>
        </p:txBody>
      </p:sp>
      <p:sp>
        <p:nvSpPr>
          <p:cNvPr id="220" name="Google Shape;220;p28"/>
          <p:cNvSpPr/>
          <p:nvPr/>
        </p:nvSpPr>
        <p:spPr>
          <a:xfrm>
            <a:off x="4186950" y="2792100"/>
            <a:ext cx="1911000" cy="15786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Aqueous</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Hydroxide</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Ion</a:t>
            </a:r>
            <a:endParaRPr/>
          </a:p>
        </p:txBody>
      </p:sp>
      <p:cxnSp>
        <p:nvCxnSpPr>
          <p:cNvPr id="221" name="Google Shape;221;p28"/>
          <p:cNvCxnSpPr/>
          <p:nvPr/>
        </p:nvCxnSpPr>
        <p:spPr>
          <a:xfrm rot="10800000">
            <a:off x="2825450" y="2438400"/>
            <a:ext cx="304800" cy="381000"/>
          </a:xfrm>
          <a:prstGeom prst="straightConnector1">
            <a:avLst/>
          </a:prstGeom>
          <a:noFill/>
          <a:ln cap="flat" cmpd="sng" w="9525">
            <a:solidFill>
              <a:schemeClr val="accent1"/>
            </a:solidFill>
            <a:prstDash val="solid"/>
            <a:miter lim="8000"/>
            <a:headEnd len="sm" w="sm" type="none"/>
            <a:tailEnd len="med" w="med" type="triangle"/>
          </a:ln>
        </p:spPr>
      </p:cxnSp>
      <p:cxnSp>
        <p:nvCxnSpPr>
          <p:cNvPr id="222" name="Google Shape;222;p28"/>
          <p:cNvCxnSpPr>
            <a:endCxn id="215" idx="2"/>
          </p:cNvCxnSpPr>
          <p:nvPr/>
        </p:nvCxnSpPr>
        <p:spPr>
          <a:xfrm rot="10800000">
            <a:off x="3886200" y="2826725"/>
            <a:ext cx="377100" cy="498900"/>
          </a:xfrm>
          <a:prstGeom prst="straightConnector1">
            <a:avLst/>
          </a:prstGeom>
          <a:noFill/>
          <a:ln cap="flat" cmpd="sng" w="9525">
            <a:solidFill>
              <a:schemeClr val="accent1"/>
            </a:solidFill>
            <a:prstDash val="solid"/>
            <a:miter lim="8000"/>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txBox="1"/>
          <p:nvPr>
            <p:ph type="title"/>
          </p:nvPr>
        </p:nvSpPr>
        <p:spPr>
          <a:xfrm>
            <a:off x="822325" y="287337"/>
            <a:ext cx="7543800" cy="144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pic>
        <p:nvPicPr>
          <p:cNvPr descr="Arrhenius definition of acids and bases&#10;&#10;Watch the next lesson: https://www.khanacademy.org/science/biology/water-acids-and-bases/acids-bases-and-ph/v/bronsted-lowry-definition-of-acids-and-bases?utm_source=YT&amp;utm_medium=Desc&amp;utm_campaign=biology&#10;&#10;Missed the previous lesson? https://www.khanacademy.org/science/biology/water-acids-and-bases/acids-bases-and-ph/v/autoionization-water?utm_source=YT&amp;utm_medium=Desc&amp;utm_campaign=biology&#10;&#10;Biology on Khan Academy: Life is beautiful! From atoms to cells, from genes to proteins, from populations to ecosystems, biology is the study of the fascinating and intricate systems that make life possible. Dive in to learn more about the many branches of biology and why they are exciting and important. Covers topics seen in a high school or first-year college biology course.&#10;&#10;About Khan Academy: Khan Academy offers practice exercises, instructional videos, and a personalized learning dashboard that empower learners to study at their own pace in and outside of the classroom. We tackle math, science, computer programming, history, art history, economics, and more. Our math missions guide learners from kindergarten to calculus using state-of-the-art, adaptive technology that identifies strengths and learning gaps. We've also partnered with institutions like NASA, The Museum of Modern Art, The California Academy of Sciences, and MIT to offer specialized content.&#10;&#10;For free. For everyone. Forever. #YouCanLearnAnything&#10;&#10;Subscribe to Khan Academy's Biology channel: https://www.youtube.com/channel/UC82qE46vcTn7lP4tK_RHhdg?sub_confirmation=1&#10;Subscribe to Khan Academy: https://www.youtube.com/subscription_center?add_user=khanacademy" id="228" name="Google Shape;228;p29" title="Arrhenius definition of acids and bases | Biology | Khan Academy">
            <a:hlinkClick r:id="rId3"/>
          </p:cNvPr>
          <p:cNvPicPr preferRelativeResize="0"/>
          <p:nvPr/>
        </p:nvPicPr>
        <p:blipFill>
          <a:blip r:embed="rId4">
            <a:alphaModFix/>
          </a:blip>
          <a:stretch>
            <a:fillRect/>
          </a:stretch>
        </p:blipFill>
        <p:spPr>
          <a:xfrm>
            <a:off x="581024" y="0"/>
            <a:ext cx="8332126" cy="6249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type="title"/>
          </p:nvPr>
        </p:nvSpPr>
        <p:spPr>
          <a:xfrm>
            <a:off x="822325" y="287337"/>
            <a:ext cx="7543800" cy="703262"/>
          </a:xfrm>
          <a:prstGeom prst="rect">
            <a:avLst/>
          </a:prstGeom>
          <a:noFill/>
          <a:ln>
            <a:noFill/>
          </a:ln>
        </p:spPr>
        <p:txBody>
          <a:bodyPr anchorCtr="0" anchor="b" bIns="45700" lIns="91425" spcFirstLastPara="1" rIns="91425" wrap="square" tIns="45700">
            <a:noAutofit/>
          </a:bodyPr>
          <a:lstStyle/>
          <a:p>
            <a:pPr indent="0" lvl="0" marL="0" marR="0" rtl="0" algn="l">
              <a:lnSpc>
                <a:spcPct val="85000"/>
              </a:lnSpc>
              <a:spcBef>
                <a:spcPts val="0"/>
              </a:spcBef>
              <a:spcAft>
                <a:spcPts val="0"/>
              </a:spcAft>
              <a:buClr>
                <a:srgbClr val="404040"/>
              </a:buClr>
              <a:buFont typeface="Calibri"/>
              <a:buNone/>
            </a:pPr>
            <a:r>
              <a:rPr b="0" i="0" lang="en-US" sz="4300" u="none" cap="none" strike="noStrike">
                <a:solidFill>
                  <a:srgbClr val="404040"/>
                </a:solidFill>
                <a:latin typeface="Calibri"/>
                <a:ea typeface="Calibri"/>
                <a:cs typeface="Calibri"/>
                <a:sym typeface="Calibri"/>
              </a:rPr>
              <a:t>Properties Comparison</a:t>
            </a:r>
            <a:endParaRPr/>
          </a:p>
        </p:txBody>
      </p:sp>
      <p:graphicFrame>
        <p:nvGraphicFramePr>
          <p:cNvPr id="234" name="Google Shape;234;p30"/>
          <p:cNvGraphicFramePr/>
          <p:nvPr/>
        </p:nvGraphicFramePr>
        <p:xfrm>
          <a:off x="381000" y="1066800"/>
          <a:ext cx="3000000" cy="3000000"/>
        </p:xfrm>
        <a:graphic>
          <a:graphicData uri="http://schemas.openxmlformats.org/drawingml/2006/table">
            <a:tbl>
              <a:tblPr>
                <a:noFill/>
                <a:tableStyleId>{8FE98411-2261-4572-A264-BF7F9F53C056}</a:tableStyleId>
              </a:tblPr>
              <a:tblGrid>
                <a:gridCol w="1752600"/>
                <a:gridCol w="2514600"/>
                <a:gridCol w="2819400"/>
              </a:tblGrid>
              <a:tr h="387350">
                <a:tc>
                  <a:txBody>
                    <a:bodyPr/>
                    <a:lstStyle/>
                    <a:p>
                      <a:pPr indent="0" lvl="0" marL="0" marR="0" rtl="0" algn="l">
                        <a:lnSpc>
                          <a:spcPct val="100000"/>
                        </a:lnSpc>
                        <a:spcBef>
                          <a:spcPts val="0"/>
                        </a:spcBef>
                        <a:spcAft>
                          <a:spcPts val="0"/>
                        </a:spcAft>
                        <a:buClr>
                          <a:srgbClr val="FFFFFF"/>
                        </a:buClr>
                        <a:buFont typeface="Calibri"/>
                        <a:buNone/>
                      </a:pPr>
                      <a:r>
                        <a:rPr b="1" i="0" lang="en-US" sz="1800" u="none" cap="none" strike="noStrike">
                          <a:solidFill>
                            <a:srgbClr val="FFFFFF"/>
                          </a:solidFill>
                          <a:latin typeface="Calibri"/>
                          <a:ea typeface="Calibri"/>
                          <a:cs typeface="Calibri"/>
                          <a:sym typeface="Calibri"/>
                        </a:rPr>
                        <a:t>Property</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Font typeface="Calibri"/>
                        <a:buNone/>
                      </a:pPr>
                      <a:r>
                        <a:rPr b="1" i="0" lang="en-US" sz="1800" u="none" cap="none" strike="noStrike">
                          <a:solidFill>
                            <a:srgbClr val="FFFFFF"/>
                          </a:solidFill>
                          <a:latin typeface="Calibri"/>
                          <a:ea typeface="Calibri"/>
                          <a:cs typeface="Calibri"/>
                          <a:sym typeface="Calibri"/>
                        </a:rPr>
                        <a:t>Acids</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Font typeface="Calibri"/>
                        <a:buNone/>
                      </a:pPr>
                      <a:r>
                        <a:rPr b="1" i="0" lang="en-US" sz="1800" u="none" cap="none" strike="noStrike">
                          <a:solidFill>
                            <a:srgbClr val="FFFFFF"/>
                          </a:solidFill>
                          <a:latin typeface="Calibri"/>
                          <a:ea typeface="Calibri"/>
                          <a:cs typeface="Calibri"/>
                          <a:sym typeface="Calibri"/>
                        </a:rPr>
                        <a:t>Bases</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93700">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Taste</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Sour</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bitter</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r>
              <a:tr h="392100">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Solubility</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AEDE7"/>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Soluble</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AEDE7"/>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soluble</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AEDE7"/>
                    </a:solidFill>
                  </a:tcPr>
                </a:tc>
              </a:tr>
              <a:tr h="579425">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Litmus paper result</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c>
                  <a:txBody>
                    <a:bodyPr/>
                    <a:lstStyle/>
                    <a:p>
                      <a:pPr indent="0" lvl="0" marL="0" marR="0" rtl="0" algn="ctr">
                        <a:lnSpc>
                          <a:spcPct val="100000"/>
                        </a:lnSpc>
                        <a:spcBef>
                          <a:spcPts val="0"/>
                        </a:spcBef>
                        <a:spcAft>
                          <a:spcPts val="0"/>
                        </a:spcAft>
                        <a:buClr>
                          <a:srgbClr val="000000"/>
                        </a:buClr>
                        <a:buFont typeface="Arial"/>
                        <a:buNone/>
                      </a:pPr>
                      <a:r>
                        <a:rPr b="0" i="0" lang="en-US" sz="1600" u="none" cap="none" strike="noStrike">
                          <a:solidFill>
                            <a:srgbClr val="000000"/>
                          </a:solidFill>
                          <a:latin typeface="Arial"/>
                          <a:ea typeface="Arial"/>
                          <a:cs typeface="Arial"/>
                          <a:sym typeface="Arial"/>
                        </a:rPr>
                        <a:t>Aci</a:t>
                      </a:r>
                      <a:r>
                        <a:rPr b="0" i="0" lang="en-US" sz="1600" u="none" cap="none" strike="noStrike">
                          <a:solidFill>
                            <a:srgbClr val="FF0000"/>
                          </a:solidFill>
                          <a:latin typeface="Arial"/>
                          <a:ea typeface="Arial"/>
                          <a:cs typeface="Arial"/>
                          <a:sym typeface="Arial"/>
                        </a:rPr>
                        <a:t>D</a:t>
                      </a:r>
                      <a:r>
                        <a:rPr b="0" i="0" lang="en-US" sz="1600" u="none" cap="none" strike="noStrike">
                          <a:solidFill>
                            <a:srgbClr val="000000"/>
                          </a:solidFill>
                          <a:latin typeface="Arial"/>
                          <a:ea typeface="Arial"/>
                          <a:cs typeface="Arial"/>
                          <a:sym typeface="Arial"/>
                        </a:rPr>
                        <a:t>s turn </a:t>
                      </a:r>
                      <a:endParaRPr/>
                    </a:p>
                    <a:p>
                      <a:pPr indent="0" lvl="0" marL="0" marR="0" rtl="0" algn="ctr">
                        <a:lnSpc>
                          <a:spcPct val="100000"/>
                        </a:lnSpc>
                        <a:spcBef>
                          <a:spcPts val="0"/>
                        </a:spcBef>
                        <a:spcAft>
                          <a:spcPts val="0"/>
                        </a:spcAft>
                        <a:buClr>
                          <a:srgbClr val="000000"/>
                        </a:buClr>
                        <a:buFont typeface="Arial"/>
                        <a:buNone/>
                      </a:pPr>
                      <a:r>
                        <a:rPr b="0" i="0" lang="en-US" sz="1600" u="none" cap="none" strike="noStrike">
                          <a:solidFill>
                            <a:srgbClr val="000000"/>
                          </a:solidFill>
                          <a:latin typeface="Arial"/>
                          <a:ea typeface="Arial"/>
                          <a:cs typeface="Arial"/>
                          <a:sym typeface="Arial"/>
                        </a:rPr>
                        <a:t>blue litmus paper re</a:t>
                      </a:r>
                      <a:r>
                        <a:rPr b="0" i="0" lang="en-US" sz="1600" u="none" cap="none" strike="noStrike">
                          <a:solidFill>
                            <a:srgbClr val="FF0000"/>
                          </a:solidFill>
                          <a:latin typeface="Arial"/>
                          <a:ea typeface="Arial"/>
                          <a:cs typeface="Arial"/>
                          <a:sym typeface="Arial"/>
                        </a:rPr>
                        <a:t>D</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c>
                  <a:txBody>
                    <a:bodyPr/>
                    <a:lstStyle/>
                    <a:p>
                      <a:pPr indent="0" lvl="0" marL="0" marR="0" rtl="0" algn="ctr">
                        <a:lnSpc>
                          <a:spcPct val="100000"/>
                        </a:lnSpc>
                        <a:spcBef>
                          <a:spcPts val="0"/>
                        </a:spcBef>
                        <a:spcAft>
                          <a:spcPts val="0"/>
                        </a:spcAft>
                        <a:buClr>
                          <a:srgbClr val="0070C0"/>
                        </a:buClr>
                        <a:buFont typeface="Arial"/>
                        <a:buNone/>
                      </a:pPr>
                      <a:r>
                        <a:rPr b="0" i="0" lang="en-US" sz="1600" u="none" cap="none" strike="noStrike">
                          <a:solidFill>
                            <a:srgbClr val="0070C0"/>
                          </a:solidFill>
                          <a:latin typeface="Arial"/>
                          <a:ea typeface="Arial"/>
                          <a:cs typeface="Arial"/>
                          <a:sym typeface="Arial"/>
                        </a:rPr>
                        <a:t>B</a:t>
                      </a:r>
                      <a:r>
                        <a:rPr b="0" i="0" lang="en-US" sz="1600" u="none" cap="none" strike="noStrike">
                          <a:solidFill>
                            <a:srgbClr val="000000"/>
                          </a:solidFill>
                          <a:latin typeface="Arial"/>
                          <a:ea typeface="Arial"/>
                          <a:cs typeface="Arial"/>
                          <a:sym typeface="Arial"/>
                        </a:rPr>
                        <a:t>ases turn</a:t>
                      </a:r>
                      <a:endParaRPr/>
                    </a:p>
                    <a:p>
                      <a:pPr indent="0" lvl="0" marL="0" marR="0" rtl="0" algn="ctr">
                        <a:lnSpc>
                          <a:spcPct val="100000"/>
                        </a:lnSpc>
                        <a:spcBef>
                          <a:spcPts val="0"/>
                        </a:spcBef>
                        <a:spcAft>
                          <a:spcPts val="0"/>
                        </a:spcAft>
                        <a:buClr>
                          <a:srgbClr val="000000"/>
                        </a:buClr>
                        <a:buFont typeface="Arial"/>
                        <a:buNone/>
                      </a:pPr>
                      <a:r>
                        <a:rPr b="0" i="0" lang="en-US" sz="1600" u="none" cap="none" strike="noStrike">
                          <a:solidFill>
                            <a:srgbClr val="000000"/>
                          </a:solidFill>
                          <a:latin typeface="Arial"/>
                          <a:ea typeface="Arial"/>
                          <a:cs typeface="Arial"/>
                          <a:sym typeface="Arial"/>
                        </a:rPr>
                        <a:t>Red litmus paper </a:t>
                      </a:r>
                      <a:r>
                        <a:rPr b="0" i="0" lang="en-US" sz="1600" u="none" cap="none" strike="noStrike">
                          <a:solidFill>
                            <a:srgbClr val="0070C0"/>
                          </a:solidFill>
                          <a:latin typeface="Arial"/>
                          <a:ea typeface="Arial"/>
                          <a:cs typeface="Arial"/>
                          <a:sym typeface="Arial"/>
                        </a:rPr>
                        <a:t>B</a:t>
                      </a:r>
                      <a:r>
                        <a:rPr b="0" i="0" lang="en-US" sz="1600" u="none" cap="none" strike="noStrike">
                          <a:solidFill>
                            <a:srgbClr val="000000"/>
                          </a:solidFill>
                          <a:latin typeface="Arial"/>
                          <a:ea typeface="Arial"/>
                          <a:cs typeface="Arial"/>
                          <a:sym typeface="Arial"/>
                        </a:rPr>
                        <a:t>lue</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r>
              <a:tr h="823900">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Electrical</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AEDE7"/>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Good conductors</a:t>
                      </a:r>
                      <a:endParaRPr/>
                    </a:p>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Ionize to release H+ ions in water</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AEDE7"/>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Good conductors</a:t>
                      </a:r>
                      <a:endParaRPr/>
                    </a:p>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Ionize to release OH+ ions in water</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AEDE7"/>
                    </a:solidFill>
                  </a:tcPr>
                </a:tc>
              </a:tr>
              <a:tr h="673100">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Reactions</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React with some metal to make H</a:t>
                      </a:r>
                      <a:r>
                        <a:rPr b="0" baseline="-25000" i="0" lang="en-US" sz="1600" u="none" cap="none" strike="noStrike">
                          <a:solidFill>
                            <a:srgbClr val="000000"/>
                          </a:solidFill>
                          <a:latin typeface="Calibri"/>
                          <a:ea typeface="Calibri"/>
                          <a:cs typeface="Calibri"/>
                          <a:sym typeface="Calibri"/>
                        </a:rPr>
                        <a:t>2</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React with acids to make salt and water</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r>
              <a:tr h="823900">
                <a:tc>
                  <a:txBody>
                    <a:bodyPr/>
                    <a:lstStyle/>
                    <a:p>
                      <a:pPr indent="0" lvl="0" marL="0" marR="0" rtl="0" algn="l">
                        <a:lnSpc>
                          <a:spcPct val="100000"/>
                        </a:lnSpc>
                        <a:spcBef>
                          <a:spcPts val="0"/>
                        </a:spcBef>
                        <a:spcAft>
                          <a:spcPts val="0"/>
                        </a:spcAft>
                        <a:buClr>
                          <a:srgbClr val="000000"/>
                        </a:buClr>
                        <a:buFont typeface="Calibri"/>
                        <a:buNone/>
                      </a:pPr>
                      <a:r>
                        <a:rPr b="0" i="0" lang="en-US" sz="1600" u="none" cap="none" strike="noStrike">
                          <a:solidFill>
                            <a:srgbClr val="000000"/>
                          </a:solidFill>
                          <a:latin typeface="Calibri"/>
                          <a:ea typeface="Calibri"/>
                          <a:cs typeface="Calibri"/>
                          <a:sym typeface="Calibri"/>
                        </a:rPr>
                        <a:t>Found in…</a:t>
                      </a:r>
                      <a:endParaRPr/>
                    </a:p>
                    <a:p>
                      <a:pPr indent="0" lvl="0" marL="0" marR="0" rtl="0" algn="l">
                        <a:spcBef>
                          <a:spcPts val="0"/>
                        </a:spcBef>
                        <a:spcAft>
                          <a:spcPts val="0"/>
                        </a:spcAft>
                        <a:buNone/>
                      </a:pPr>
                      <a:r>
                        <a:t/>
                      </a:r>
                      <a:endParaRPr b="0" i="0" sz="1600" u="none">
                        <a:solidFill>
                          <a:srgbClr val="000000"/>
                        </a:solidFill>
                        <a:latin typeface="Calibri"/>
                        <a:ea typeface="Calibri"/>
                        <a:cs typeface="Calibri"/>
                        <a:sym typeface="Calibri"/>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AEDE7"/>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a:solidFill>
                            <a:srgbClr val="000000"/>
                          </a:solidFill>
                          <a:latin typeface="Calibri"/>
                          <a:ea typeface="Calibri"/>
                          <a:cs typeface="Calibri"/>
                          <a:sym typeface="Calibri"/>
                        </a:rPr>
                        <a:t>Salad dressings, citrus fruits, aspirin, some pops</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AEDE7"/>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a:solidFill>
                            <a:srgbClr val="000000"/>
                          </a:solidFill>
                          <a:latin typeface="Calibri"/>
                          <a:ea typeface="Calibri"/>
                          <a:cs typeface="Calibri"/>
                          <a:sym typeface="Calibri"/>
                        </a:rPr>
                        <a:t>Many cleaning products, soaps, baking soda</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AEDE7"/>
                    </a:solidFill>
                  </a:tcPr>
                </a:tc>
              </a:tr>
              <a:tr h="822325">
                <a:tc>
                  <a:txBody>
                    <a:bodyPr/>
                    <a:lstStyle/>
                    <a:p>
                      <a:pPr indent="0" lvl="0" marL="0" marR="0" rtl="0" algn="l">
                        <a:lnSpc>
                          <a:spcPct val="100000"/>
                        </a:lnSpc>
                        <a:spcBef>
                          <a:spcPts val="0"/>
                        </a:spcBef>
                        <a:spcAft>
                          <a:spcPts val="0"/>
                        </a:spcAft>
                        <a:buClr>
                          <a:srgbClr val="000000"/>
                        </a:buClr>
                        <a:buFont typeface="Calibri"/>
                        <a:buNone/>
                      </a:pPr>
                      <a:r>
                        <a:rPr b="0" i="0" lang="en-US" sz="1600" u="none">
                          <a:solidFill>
                            <a:srgbClr val="000000"/>
                          </a:solidFill>
                          <a:latin typeface="Calibri"/>
                          <a:ea typeface="Calibri"/>
                          <a:cs typeface="Calibri"/>
                          <a:sym typeface="Calibri"/>
                        </a:rPr>
                        <a:t>Formula</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a:solidFill>
                            <a:srgbClr val="000000"/>
                          </a:solidFill>
                          <a:latin typeface="Calibri"/>
                          <a:ea typeface="Calibri"/>
                          <a:cs typeface="Calibri"/>
                          <a:sym typeface="Calibri"/>
                        </a:rPr>
                        <a:t>Begin with Hydrogen</a:t>
                      </a:r>
                      <a:endParaRPr/>
                    </a:p>
                    <a:p>
                      <a:pPr indent="0" lvl="0" marL="0" marR="0" rtl="0" algn="l">
                        <a:lnSpc>
                          <a:spcPct val="100000"/>
                        </a:lnSpc>
                        <a:spcBef>
                          <a:spcPts val="0"/>
                        </a:spcBef>
                        <a:spcAft>
                          <a:spcPts val="0"/>
                        </a:spcAft>
                        <a:buClr>
                          <a:srgbClr val="000000"/>
                        </a:buClr>
                        <a:buFont typeface="Calibri"/>
                        <a:buNone/>
                      </a:pPr>
                      <a:r>
                        <a:rPr b="0" i="0" lang="en-US" sz="1600" u="none">
                          <a:solidFill>
                            <a:srgbClr val="000000"/>
                          </a:solidFill>
                          <a:latin typeface="Calibri"/>
                          <a:ea typeface="Calibri"/>
                          <a:cs typeface="Calibri"/>
                          <a:sym typeface="Calibri"/>
                        </a:rPr>
                        <a:t>Ex. H</a:t>
                      </a:r>
                      <a:r>
                        <a:rPr b="0" baseline="-25000" i="0" lang="en-US" sz="1600" u="none">
                          <a:solidFill>
                            <a:srgbClr val="000000"/>
                          </a:solidFill>
                          <a:latin typeface="Calibri"/>
                          <a:ea typeface="Calibri"/>
                          <a:cs typeface="Calibri"/>
                          <a:sym typeface="Calibri"/>
                        </a:rPr>
                        <a:t>2</a:t>
                      </a:r>
                      <a:r>
                        <a:rPr b="0" i="0" lang="en-US" sz="1600" u="none">
                          <a:solidFill>
                            <a:srgbClr val="000000"/>
                          </a:solidFill>
                          <a:latin typeface="Calibri"/>
                          <a:ea typeface="Calibri"/>
                          <a:cs typeface="Calibri"/>
                          <a:sym typeface="Calibri"/>
                        </a:rPr>
                        <a:t>SO</a:t>
                      </a:r>
                      <a:r>
                        <a:rPr b="0" baseline="-25000" i="0" lang="en-US" sz="1600" u="none">
                          <a:solidFill>
                            <a:srgbClr val="000000"/>
                          </a:solidFill>
                          <a:latin typeface="Calibri"/>
                          <a:ea typeface="Calibri"/>
                          <a:cs typeface="Calibri"/>
                          <a:sym typeface="Calibri"/>
                        </a:rPr>
                        <a:t>4</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c>
                  <a:txBody>
                    <a:bodyPr/>
                    <a:lstStyle/>
                    <a:p>
                      <a:pPr indent="0" lvl="0" marL="0" marR="0" rtl="0" algn="l">
                        <a:lnSpc>
                          <a:spcPct val="100000"/>
                        </a:lnSpc>
                        <a:spcBef>
                          <a:spcPts val="0"/>
                        </a:spcBef>
                        <a:spcAft>
                          <a:spcPts val="0"/>
                        </a:spcAft>
                        <a:buClr>
                          <a:srgbClr val="000000"/>
                        </a:buClr>
                        <a:buFont typeface="Calibri"/>
                        <a:buNone/>
                      </a:pPr>
                      <a:r>
                        <a:rPr b="0" i="0" lang="en-US" sz="1600" u="none">
                          <a:solidFill>
                            <a:srgbClr val="000000"/>
                          </a:solidFill>
                          <a:latin typeface="Calibri"/>
                          <a:ea typeface="Calibri"/>
                          <a:cs typeface="Calibri"/>
                          <a:sym typeface="Calibri"/>
                        </a:rPr>
                        <a:t>Contain hydroxide or bicarbonate</a:t>
                      </a:r>
                      <a:endParaRPr/>
                    </a:p>
                    <a:p>
                      <a:pPr indent="0" lvl="0" marL="0" marR="0" rtl="0" algn="l">
                        <a:lnSpc>
                          <a:spcPct val="100000"/>
                        </a:lnSpc>
                        <a:spcBef>
                          <a:spcPts val="0"/>
                        </a:spcBef>
                        <a:spcAft>
                          <a:spcPts val="0"/>
                        </a:spcAft>
                        <a:buClr>
                          <a:srgbClr val="000000"/>
                        </a:buClr>
                        <a:buFont typeface="Calibri"/>
                        <a:buNone/>
                      </a:pPr>
                      <a:r>
                        <a:rPr b="0" i="0" lang="en-US" sz="1600" u="none">
                          <a:solidFill>
                            <a:srgbClr val="000000"/>
                          </a:solidFill>
                          <a:latin typeface="Calibri"/>
                          <a:ea typeface="Calibri"/>
                          <a:cs typeface="Calibri"/>
                          <a:sym typeface="Calibri"/>
                        </a:rPr>
                        <a:t>Ex NaOH</a:t>
                      </a:r>
                      <a:endParaRPr/>
                    </a:p>
                  </a:txBody>
                  <a:tcPr marT="45725" marB="45725"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5D9CC"/>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1"/>
          <p:cNvSpPr txBox="1"/>
          <p:nvPr>
            <p:ph type="title"/>
          </p:nvPr>
        </p:nvSpPr>
        <p:spPr>
          <a:xfrm>
            <a:off x="219075" y="227012"/>
            <a:ext cx="7477125" cy="763587"/>
          </a:xfrm>
          <a:prstGeom prst="rect">
            <a:avLst/>
          </a:prstGeom>
          <a:noFill/>
          <a:ln>
            <a:noFill/>
          </a:ln>
        </p:spPr>
        <p:txBody>
          <a:bodyPr anchorCtr="0" anchor="b" bIns="45700" lIns="91425" spcFirstLastPara="1" rIns="91425" wrap="square" tIns="45700">
            <a:noAutofit/>
          </a:bodyPr>
          <a:lstStyle/>
          <a:p>
            <a:pPr indent="0" lvl="0" marL="0" marR="0" rtl="0" algn="ctr">
              <a:lnSpc>
                <a:spcPct val="85000"/>
              </a:lnSpc>
              <a:spcBef>
                <a:spcPts val="0"/>
              </a:spcBef>
              <a:spcAft>
                <a:spcPts val="0"/>
              </a:spcAft>
              <a:buClr>
                <a:srgbClr val="404040"/>
              </a:buClr>
              <a:buFont typeface="Calibri"/>
              <a:buNone/>
            </a:pPr>
            <a:r>
              <a:rPr b="0" i="0" lang="en-US" sz="4800" u="sng" cap="none" strike="noStrike">
                <a:solidFill>
                  <a:srgbClr val="404040"/>
                </a:solidFill>
                <a:latin typeface="Calibri"/>
                <a:ea typeface="Calibri"/>
                <a:cs typeface="Calibri"/>
                <a:sym typeface="Calibri"/>
              </a:rPr>
              <a:t>Naming Acids</a:t>
            </a:r>
            <a:endParaRPr/>
          </a:p>
        </p:txBody>
      </p:sp>
      <p:sp>
        <p:nvSpPr>
          <p:cNvPr id="240" name="Google Shape;240;p31"/>
          <p:cNvSpPr txBox="1"/>
          <p:nvPr>
            <p:ph idx="1" type="body"/>
          </p:nvPr>
        </p:nvSpPr>
        <p:spPr>
          <a:xfrm>
            <a:off x="228600" y="1066800"/>
            <a:ext cx="7239000" cy="2819400"/>
          </a:xfrm>
          <a:prstGeom prst="rect">
            <a:avLst/>
          </a:prstGeom>
          <a:noFill/>
          <a:ln>
            <a:noFill/>
          </a:ln>
        </p:spPr>
        <p:txBody>
          <a:bodyPr anchorCtr="0" anchor="t" bIns="45700" lIns="0" spcFirstLastPara="1" rIns="0" wrap="square" tIns="45700">
            <a:noAutofit/>
          </a:bodyPr>
          <a:lstStyle/>
          <a:p>
            <a:pPr indent="-90487" lvl="0" marL="90487" marR="0" rtl="0" algn="ctr">
              <a:lnSpc>
                <a:spcPct val="90000"/>
              </a:lnSpc>
              <a:spcBef>
                <a:spcPts val="0"/>
              </a:spcBef>
              <a:spcAft>
                <a:spcPts val="0"/>
              </a:spcAft>
              <a:buClr>
                <a:schemeClr val="accent1"/>
              </a:buClr>
              <a:buFont typeface="Calibri"/>
              <a:buNone/>
            </a:pPr>
            <a:r>
              <a:rPr b="0" i="1" lang="en-US" sz="2000" u="none">
                <a:solidFill>
                  <a:schemeClr val="accent2"/>
                </a:solidFill>
                <a:latin typeface="Calibri"/>
                <a:ea typeface="Calibri"/>
                <a:cs typeface="Calibri"/>
                <a:sym typeface="Calibri"/>
              </a:rPr>
              <a:t>1.</a:t>
            </a:r>
            <a:r>
              <a:rPr b="1" i="0" lang="en-US" sz="2000" u="none">
                <a:solidFill>
                  <a:schemeClr val="accent2"/>
                </a:solidFill>
                <a:latin typeface="Calibri"/>
                <a:ea typeface="Calibri"/>
                <a:cs typeface="Calibri"/>
                <a:sym typeface="Calibri"/>
              </a:rPr>
              <a:t> </a:t>
            </a:r>
            <a:r>
              <a:rPr b="0" i="1" lang="en-US" sz="2000" u="none">
                <a:solidFill>
                  <a:schemeClr val="accent2"/>
                </a:solidFill>
                <a:latin typeface="Calibri"/>
                <a:ea typeface="Calibri"/>
                <a:cs typeface="Calibri"/>
                <a:sym typeface="Calibri"/>
              </a:rPr>
              <a:t>Binary Acids</a:t>
            </a:r>
            <a:r>
              <a:rPr b="0" i="1" lang="en-US" sz="2000" u="none">
                <a:solidFill>
                  <a:srgbClr val="404040"/>
                </a:solidFill>
                <a:latin typeface="Calibri"/>
                <a:ea typeface="Calibri"/>
                <a:cs typeface="Calibri"/>
                <a:sym typeface="Calibri"/>
              </a:rPr>
              <a:t> </a:t>
            </a:r>
            <a:endParaRPr/>
          </a:p>
          <a:p>
            <a:pPr indent="-90487" lvl="0" marL="90487" marR="0" rtl="0" algn="l">
              <a:lnSpc>
                <a:spcPct val="90000"/>
              </a:lnSpc>
              <a:spcBef>
                <a:spcPts val="1400"/>
              </a:spcBef>
              <a:spcAft>
                <a:spcPts val="0"/>
              </a:spcAft>
              <a:buClr>
                <a:schemeClr val="accent1"/>
              </a:buClr>
              <a:buSzPts val="2000"/>
              <a:buFont typeface="Calibri"/>
              <a:buChar char=" "/>
            </a:pPr>
            <a:r>
              <a:rPr b="0" i="0" lang="en-US" sz="2000" u="none">
                <a:solidFill>
                  <a:srgbClr val="404040"/>
                </a:solidFill>
                <a:latin typeface="Calibri"/>
                <a:ea typeface="Calibri"/>
                <a:cs typeface="Calibri"/>
                <a:sym typeface="Calibri"/>
              </a:rPr>
              <a:t>Composed of 2 elements: hydrogen and a non-metal</a:t>
            </a:r>
            <a:endParaRPr/>
          </a:p>
          <a:p>
            <a:pPr indent="-90487" lvl="0" marL="90487" marR="0" rtl="0" algn="l">
              <a:lnSpc>
                <a:spcPct val="90000"/>
              </a:lnSpc>
              <a:spcBef>
                <a:spcPts val="1400"/>
              </a:spcBef>
              <a:spcAft>
                <a:spcPts val="0"/>
              </a:spcAft>
              <a:buClr>
                <a:schemeClr val="accent1"/>
              </a:buClr>
              <a:buSzPts val="2000"/>
              <a:buFont typeface="Calibri"/>
              <a:buChar char=" "/>
            </a:pPr>
            <a:r>
              <a:rPr b="0" i="0" lang="en-US" sz="2000" u="none">
                <a:solidFill>
                  <a:srgbClr val="404040"/>
                </a:solidFill>
                <a:latin typeface="Calibri"/>
                <a:ea typeface="Calibri"/>
                <a:cs typeface="Calibri"/>
                <a:sym typeface="Calibri"/>
              </a:rPr>
              <a:t> Start with ‘hydro’</a:t>
            </a:r>
            <a:endParaRPr/>
          </a:p>
          <a:p>
            <a:pPr indent="-90487" lvl="0" marL="90487" marR="0" rtl="0" algn="l">
              <a:lnSpc>
                <a:spcPct val="90000"/>
              </a:lnSpc>
              <a:spcBef>
                <a:spcPts val="1400"/>
              </a:spcBef>
              <a:spcAft>
                <a:spcPts val="0"/>
              </a:spcAft>
              <a:buClr>
                <a:schemeClr val="accent1"/>
              </a:buClr>
              <a:buSzPts val="2000"/>
              <a:buFont typeface="Calibri"/>
              <a:buChar char=" "/>
            </a:pPr>
            <a:r>
              <a:rPr b="0" i="0" lang="en-US" sz="2000" u="none">
                <a:solidFill>
                  <a:srgbClr val="404040"/>
                </a:solidFill>
                <a:latin typeface="Calibri"/>
                <a:ea typeface="Calibri"/>
                <a:cs typeface="Calibri"/>
                <a:sym typeface="Calibri"/>
              </a:rPr>
              <a:t> End with ‘ic’</a:t>
            </a:r>
            <a:endParaRPr/>
          </a:p>
        </p:txBody>
      </p:sp>
      <p:sp>
        <p:nvSpPr>
          <p:cNvPr id="241" name="Google Shape;241;p31"/>
          <p:cNvSpPr/>
          <p:nvPr/>
        </p:nvSpPr>
        <p:spPr>
          <a:xfrm>
            <a:off x="457200" y="4114800"/>
            <a:ext cx="1676400" cy="12192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HF</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Hydrofluoric</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acid</a:t>
            </a:r>
            <a:endParaRPr/>
          </a:p>
        </p:txBody>
      </p:sp>
      <p:sp>
        <p:nvSpPr>
          <p:cNvPr id="242" name="Google Shape;242;p31"/>
          <p:cNvSpPr/>
          <p:nvPr/>
        </p:nvSpPr>
        <p:spPr>
          <a:xfrm>
            <a:off x="2971800" y="4038600"/>
            <a:ext cx="1752600" cy="12192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HBr</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Hydrobromic</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acid</a:t>
            </a:r>
            <a:endParaRPr/>
          </a:p>
        </p:txBody>
      </p:sp>
      <p:sp>
        <p:nvSpPr>
          <p:cNvPr id="243" name="Google Shape;243;p31"/>
          <p:cNvSpPr/>
          <p:nvPr/>
        </p:nvSpPr>
        <p:spPr>
          <a:xfrm>
            <a:off x="5562600" y="4114800"/>
            <a:ext cx="1676400" cy="11430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HI</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Hydriodic</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acid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2"/>
          <p:cNvSpPr txBox="1"/>
          <p:nvPr>
            <p:ph type="title"/>
          </p:nvPr>
        </p:nvSpPr>
        <p:spPr>
          <a:xfrm>
            <a:off x="228600" y="0"/>
            <a:ext cx="7477125" cy="914400"/>
          </a:xfrm>
          <a:prstGeom prst="rect">
            <a:avLst/>
          </a:prstGeom>
          <a:noFill/>
          <a:ln>
            <a:noFill/>
          </a:ln>
        </p:spPr>
        <p:txBody>
          <a:bodyPr anchorCtr="0" anchor="b" bIns="45700" lIns="91425" spcFirstLastPara="1" rIns="91425" wrap="square" tIns="45700">
            <a:noAutofit/>
          </a:bodyPr>
          <a:lstStyle/>
          <a:p>
            <a:pPr indent="0" lvl="0" marL="0" marR="0" rtl="0" algn="ctr">
              <a:lnSpc>
                <a:spcPct val="85000"/>
              </a:lnSpc>
              <a:spcBef>
                <a:spcPts val="0"/>
              </a:spcBef>
              <a:spcAft>
                <a:spcPts val="0"/>
              </a:spcAft>
              <a:buClr>
                <a:srgbClr val="404040"/>
              </a:buClr>
              <a:buFont typeface="Calibri"/>
              <a:buNone/>
            </a:pPr>
            <a:r>
              <a:rPr b="0" i="0" lang="en-US" sz="5400" u="sng" cap="none" strike="noStrike">
                <a:solidFill>
                  <a:srgbClr val="404040"/>
                </a:solidFill>
                <a:latin typeface="Calibri"/>
                <a:ea typeface="Calibri"/>
                <a:cs typeface="Calibri"/>
                <a:sym typeface="Calibri"/>
              </a:rPr>
              <a:t>Naming Acids</a:t>
            </a:r>
            <a:endParaRPr/>
          </a:p>
        </p:txBody>
      </p:sp>
      <p:sp>
        <p:nvSpPr>
          <p:cNvPr id="249" name="Google Shape;249;p32"/>
          <p:cNvSpPr txBox="1"/>
          <p:nvPr>
            <p:ph idx="1" type="body"/>
          </p:nvPr>
        </p:nvSpPr>
        <p:spPr>
          <a:xfrm>
            <a:off x="304800" y="838200"/>
            <a:ext cx="7239000" cy="3048000"/>
          </a:xfrm>
          <a:prstGeom prst="rect">
            <a:avLst/>
          </a:prstGeom>
          <a:noFill/>
          <a:ln>
            <a:noFill/>
          </a:ln>
        </p:spPr>
        <p:txBody>
          <a:bodyPr anchorCtr="0" anchor="t" bIns="45700" lIns="0" spcFirstLastPara="1" rIns="0" wrap="square" tIns="45700">
            <a:noAutofit/>
          </a:bodyPr>
          <a:lstStyle/>
          <a:p>
            <a:pPr indent="-90487" lvl="0" marL="90487" marR="0" rtl="0" algn="ctr">
              <a:lnSpc>
                <a:spcPct val="90000"/>
              </a:lnSpc>
              <a:spcBef>
                <a:spcPts val="0"/>
              </a:spcBef>
              <a:spcAft>
                <a:spcPts val="0"/>
              </a:spcAft>
              <a:buClr>
                <a:schemeClr val="accent1"/>
              </a:buClr>
              <a:buFont typeface="Calibri"/>
              <a:buNone/>
            </a:pPr>
            <a:r>
              <a:rPr b="0" i="1" lang="en-US" sz="2000" u="none">
                <a:solidFill>
                  <a:schemeClr val="accent2"/>
                </a:solidFill>
                <a:latin typeface="Calibri"/>
                <a:ea typeface="Calibri"/>
                <a:cs typeface="Calibri"/>
                <a:sym typeface="Calibri"/>
              </a:rPr>
              <a:t>2.</a:t>
            </a:r>
            <a:r>
              <a:rPr b="1" i="0" lang="en-US" sz="2000" u="none">
                <a:solidFill>
                  <a:schemeClr val="accent2"/>
                </a:solidFill>
                <a:latin typeface="Calibri"/>
                <a:ea typeface="Calibri"/>
                <a:cs typeface="Calibri"/>
                <a:sym typeface="Calibri"/>
              </a:rPr>
              <a:t> </a:t>
            </a:r>
            <a:r>
              <a:rPr b="0" i="1" lang="en-US" sz="2000" u="none">
                <a:solidFill>
                  <a:schemeClr val="accent2"/>
                </a:solidFill>
                <a:latin typeface="Calibri"/>
                <a:ea typeface="Calibri"/>
                <a:cs typeface="Calibri"/>
                <a:sym typeface="Calibri"/>
              </a:rPr>
              <a:t>Oxoacids</a:t>
            </a:r>
            <a:r>
              <a:rPr b="0" i="1" lang="en-US" sz="2000" u="none">
                <a:solidFill>
                  <a:srgbClr val="404040"/>
                </a:solidFill>
                <a:latin typeface="Calibri"/>
                <a:ea typeface="Calibri"/>
                <a:cs typeface="Calibri"/>
                <a:sym typeface="Calibri"/>
              </a:rPr>
              <a:t> </a:t>
            </a:r>
            <a:endParaRPr/>
          </a:p>
          <a:p>
            <a:pPr indent="-90487" lvl="0" marL="90487" marR="0" rtl="0" algn="l">
              <a:lnSpc>
                <a:spcPct val="90000"/>
              </a:lnSpc>
              <a:spcBef>
                <a:spcPts val="1400"/>
              </a:spcBef>
              <a:spcAft>
                <a:spcPts val="0"/>
              </a:spcAft>
              <a:buClr>
                <a:schemeClr val="accent1"/>
              </a:buClr>
              <a:buSzPts val="2000"/>
              <a:buFont typeface="Calibri"/>
              <a:buChar char=" "/>
            </a:pPr>
            <a:r>
              <a:rPr b="0" i="0" lang="en-US" sz="2000" u="none">
                <a:solidFill>
                  <a:srgbClr val="404040"/>
                </a:solidFill>
                <a:latin typeface="Calibri"/>
                <a:ea typeface="Calibri"/>
                <a:cs typeface="Calibri"/>
                <a:sym typeface="Calibri"/>
              </a:rPr>
              <a:t>Composed of hydrogen, oxygen, and another element</a:t>
            </a:r>
            <a:endParaRPr/>
          </a:p>
          <a:p>
            <a:pPr indent="-90487" lvl="0" marL="90487" marR="0" rtl="0" algn="l">
              <a:lnSpc>
                <a:spcPct val="90000"/>
              </a:lnSpc>
              <a:spcBef>
                <a:spcPts val="1400"/>
              </a:spcBef>
              <a:spcAft>
                <a:spcPts val="0"/>
              </a:spcAft>
              <a:buClr>
                <a:schemeClr val="accent1"/>
              </a:buClr>
              <a:buSzPts val="2000"/>
              <a:buFont typeface="Calibri"/>
              <a:buChar char=" "/>
            </a:pPr>
            <a:r>
              <a:rPr b="0" i="0" lang="en-US" sz="2000" u="none">
                <a:solidFill>
                  <a:srgbClr val="404040"/>
                </a:solidFill>
                <a:latin typeface="Calibri"/>
                <a:ea typeface="Calibri"/>
                <a:cs typeface="Calibri"/>
                <a:sym typeface="Calibri"/>
              </a:rPr>
              <a:t> In general, they are a polyatomic group with a hydrogen cation</a:t>
            </a:r>
            <a:endParaRPr/>
          </a:p>
          <a:p>
            <a:pPr indent="-90487" lvl="0" marL="90487" marR="0" rtl="0" algn="l">
              <a:lnSpc>
                <a:spcPct val="90000"/>
              </a:lnSpc>
              <a:spcBef>
                <a:spcPts val="1400"/>
              </a:spcBef>
              <a:spcAft>
                <a:spcPts val="0"/>
              </a:spcAft>
              <a:buClr>
                <a:schemeClr val="accent1"/>
              </a:buClr>
              <a:buSzPts val="2000"/>
              <a:buFont typeface="Calibri"/>
              <a:buChar char=" "/>
            </a:pPr>
            <a:r>
              <a:rPr b="0" i="0" lang="en-US" sz="2000" u="none">
                <a:solidFill>
                  <a:srgbClr val="404040"/>
                </a:solidFill>
                <a:latin typeface="Calibri"/>
                <a:ea typeface="Calibri"/>
                <a:cs typeface="Calibri"/>
                <a:sym typeface="Calibri"/>
              </a:rPr>
              <a:t>NOTE: You use ONLY the name of the polyatomic group and replace endings as below. NO hydro in the name of acids with polyatomic ions.</a:t>
            </a:r>
            <a:endParaRPr/>
          </a:p>
          <a:p>
            <a:pPr indent="36511" lvl="0" marL="90488" marR="0" rtl="0" algn="l">
              <a:lnSpc>
                <a:spcPct val="90000"/>
              </a:lnSpc>
              <a:spcBef>
                <a:spcPts val="1400"/>
              </a:spcBef>
              <a:spcAft>
                <a:spcPts val="0"/>
              </a:spcAft>
              <a:buClr>
                <a:schemeClr val="accent1"/>
              </a:buClr>
              <a:buSzPts val="2000"/>
              <a:buFont typeface="Calibri"/>
              <a:buNone/>
            </a:pPr>
            <a:r>
              <a:t/>
            </a:r>
            <a:endParaRPr b="0" i="0" sz="2000" u="none">
              <a:solidFill>
                <a:srgbClr val="404040"/>
              </a:solidFill>
              <a:latin typeface="Calibri"/>
              <a:ea typeface="Calibri"/>
              <a:cs typeface="Calibri"/>
              <a:sym typeface="Calibri"/>
            </a:endParaRPr>
          </a:p>
        </p:txBody>
      </p:sp>
      <p:sp>
        <p:nvSpPr>
          <p:cNvPr id="250" name="Google Shape;250;p32"/>
          <p:cNvSpPr/>
          <p:nvPr/>
        </p:nvSpPr>
        <p:spPr>
          <a:xfrm>
            <a:off x="0" y="4648200"/>
            <a:ext cx="1524000" cy="11430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a:t>
            </a:r>
            <a:r>
              <a:rPr b="0" baseline="-25000" i="0" lang="en-US" sz="1800" u="none">
                <a:solidFill>
                  <a:schemeClr val="dk1"/>
                </a:solidFill>
                <a:latin typeface="Arial"/>
                <a:ea typeface="Arial"/>
                <a:cs typeface="Arial"/>
                <a:sym typeface="Arial"/>
              </a:rPr>
              <a:t>2</a:t>
            </a:r>
            <a:r>
              <a:rPr b="0" i="0" lang="en-US" sz="1800" u="none">
                <a:solidFill>
                  <a:schemeClr val="dk1"/>
                </a:solidFill>
                <a:latin typeface="Arial"/>
                <a:ea typeface="Arial"/>
                <a:cs typeface="Arial"/>
                <a:sym typeface="Arial"/>
              </a:rPr>
              <a:t>SO</a:t>
            </a:r>
            <a:r>
              <a:rPr b="0" baseline="-25000" i="0" lang="en-US" sz="1800" u="none">
                <a:solidFill>
                  <a:schemeClr val="dk1"/>
                </a:solidFill>
                <a:latin typeface="Arial"/>
                <a:ea typeface="Arial"/>
                <a:cs typeface="Arial"/>
                <a:sym typeface="Arial"/>
              </a:rPr>
              <a:t>4</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Sulfuric</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acid</a:t>
            </a:r>
            <a:endParaRPr/>
          </a:p>
        </p:txBody>
      </p:sp>
      <p:sp>
        <p:nvSpPr>
          <p:cNvPr id="251" name="Google Shape;251;p32"/>
          <p:cNvSpPr/>
          <p:nvPr/>
        </p:nvSpPr>
        <p:spPr>
          <a:xfrm>
            <a:off x="5638800" y="4495800"/>
            <a:ext cx="1752600" cy="12192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a:t>
            </a:r>
            <a:r>
              <a:rPr b="0" baseline="-25000" i="0" lang="en-US" sz="1800" u="none">
                <a:solidFill>
                  <a:schemeClr val="dk1"/>
                </a:solidFill>
                <a:latin typeface="Arial"/>
                <a:ea typeface="Arial"/>
                <a:cs typeface="Arial"/>
                <a:sym typeface="Arial"/>
              </a:rPr>
              <a:t>2</a:t>
            </a:r>
            <a:r>
              <a:rPr b="0" i="0" lang="en-US" sz="1800" u="none">
                <a:solidFill>
                  <a:schemeClr val="dk1"/>
                </a:solidFill>
                <a:latin typeface="Arial"/>
                <a:ea typeface="Arial"/>
                <a:cs typeface="Arial"/>
                <a:sym typeface="Arial"/>
              </a:rPr>
              <a:t>SO</a:t>
            </a:r>
            <a:r>
              <a:rPr b="0" baseline="-25000" i="0" lang="en-US" sz="1800" u="none">
                <a:solidFill>
                  <a:schemeClr val="dk1"/>
                </a:solidFill>
                <a:latin typeface="Arial"/>
                <a:ea typeface="Arial"/>
                <a:cs typeface="Arial"/>
                <a:sym typeface="Arial"/>
              </a:rPr>
              <a:t>3</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Sulfurous</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acid</a:t>
            </a:r>
            <a:endParaRPr/>
          </a:p>
        </p:txBody>
      </p:sp>
      <p:sp>
        <p:nvSpPr>
          <p:cNvPr id="252" name="Google Shape;252;p32"/>
          <p:cNvSpPr/>
          <p:nvPr/>
        </p:nvSpPr>
        <p:spPr>
          <a:xfrm>
            <a:off x="1524000" y="4648200"/>
            <a:ext cx="1371600" cy="11430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HNO</a:t>
            </a:r>
            <a:r>
              <a:rPr b="0" baseline="-25000" i="0" lang="en-US" sz="1800" u="none">
                <a:solidFill>
                  <a:schemeClr val="dk1"/>
                </a:solidFill>
                <a:latin typeface="Arial"/>
                <a:ea typeface="Arial"/>
                <a:cs typeface="Arial"/>
                <a:sym typeface="Arial"/>
              </a:rPr>
              <a:t>3</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Nitric</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acid</a:t>
            </a:r>
            <a:endParaRPr/>
          </a:p>
        </p:txBody>
      </p:sp>
      <p:sp>
        <p:nvSpPr>
          <p:cNvPr id="253" name="Google Shape;253;p32"/>
          <p:cNvSpPr/>
          <p:nvPr/>
        </p:nvSpPr>
        <p:spPr>
          <a:xfrm>
            <a:off x="2895600" y="4648200"/>
            <a:ext cx="1524000" cy="11430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a:t>
            </a:r>
            <a:r>
              <a:rPr b="0" baseline="-25000" i="0" lang="en-US" sz="1800" u="none">
                <a:solidFill>
                  <a:schemeClr val="dk1"/>
                </a:solidFill>
                <a:latin typeface="Arial"/>
                <a:ea typeface="Arial"/>
                <a:cs typeface="Arial"/>
                <a:sym typeface="Arial"/>
              </a:rPr>
              <a:t>3</a:t>
            </a:r>
            <a:r>
              <a:rPr b="0" i="0" lang="en-US" sz="1800" u="none">
                <a:solidFill>
                  <a:schemeClr val="dk1"/>
                </a:solidFill>
                <a:latin typeface="Arial"/>
                <a:ea typeface="Arial"/>
                <a:cs typeface="Arial"/>
                <a:sym typeface="Arial"/>
              </a:rPr>
              <a:t>PO</a:t>
            </a:r>
            <a:r>
              <a:rPr b="0" baseline="-25000" i="0" lang="en-US" sz="1800" u="none">
                <a:solidFill>
                  <a:schemeClr val="dk1"/>
                </a:solidFill>
                <a:latin typeface="Arial"/>
                <a:ea typeface="Arial"/>
                <a:cs typeface="Arial"/>
                <a:sym typeface="Arial"/>
              </a:rPr>
              <a:t>4</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Phosphoric</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acid</a:t>
            </a:r>
            <a:endParaRPr/>
          </a:p>
        </p:txBody>
      </p:sp>
      <p:sp>
        <p:nvSpPr>
          <p:cNvPr id="254" name="Google Shape;254;p32"/>
          <p:cNvSpPr txBox="1"/>
          <p:nvPr/>
        </p:nvSpPr>
        <p:spPr>
          <a:xfrm>
            <a:off x="990600" y="3657600"/>
            <a:ext cx="2438400" cy="914400"/>
          </a:xfrm>
          <a:prstGeom prst="rect">
            <a:avLst/>
          </a:prstGeom>
          <a:solidFill>
            <a:schemeClr val="accent2"/>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Replace ‘ate’ endings</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with ‘ic acid’</a:t>
            </a:r>
            <a:endParaRPr/>
          </a:p>
        </p:txBody>
      </p:sp>
      <p:sp>
        <p:nvSpPr>
          <p:cNvPr id="255" name="Google Shape;255;p32"/>
          <p:cNvSpPr txBox="1"/>
          <p:nvPr/>
        </p:nvSpPr>
        <p:spPr>
          <a:xfrm>
            <a:off x="4876800" y="3657600"/>
            <a:ext cx="2667000" cy="838200"/>
          </a:xfrm>
          <a:prstGeom prst="rect">
            <a:avLst/>
          </a:prstGeom>
          <a:solidFill>
            <a:schemeClr val="accent2"/>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Replace ‘ite’ endings</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with ‘ous acid’</a:t>
            </a:r>
            <a:endParaRPr/>
          </a:p>
        </p:txBody>
      </p:sp>
      <p:cxnSp>
        <p:nvCxnSpPr>
          <p:cNvPr id="256" name="Google Shape;256;p32"/>
          <p:cNvCxnSpPr/>
          <p:nvPr/>
        </p:nvCxnSpPr>
        <p:spPr>
          <a:xfrm>
            <a:off x="5410200" y="4495800"/>
            <a:ext cx="381000" cy="609600"/>
          </a:xfrm>
          <a:prstGeom prst="straightConnector1">
            <a:avLst/>
          </a:prstGeom>
          <a:noFill/>
          <a:ln cap="flat" cmpd="sng" w="9525">
            <a:solidFill>
              <a:schemeClr val="accent2"/>
            </a:solidFill>
            <a:prstDash val="solid"/>
            <a:miter lim="8000"/>
            <a:headEnd len="sm" w="sm" type="none"/>
            <a:tailEnd len="med" w="med" type="triangle"/>
          </a:ln>
        </p:spPr>
      </p:cxnSp>
      <p:cxnSp>
        <p:nvCxnSpPr>
          <p:cNvPr id="257" name="Google Shape;257;p32"/>
          <p:cNvCxnSpPr/>
          <p:nvPr/>
        </p:nvCxnSpPr>
        <p:spPr>
          <a:xfrm>
            <a:off x="1295400" y="4419600"/>
            <a:ext cx="0" cy="457200"/>
          </a:xfrm>
          <a:prstGeom prst="straightConnector1">
            <a:avLst/>
          </a:prstGeom>
          <a:noFill/>
          <a:ln cap="flat" cmpd="sng" w="9525">
            <a:solidFill>
              <a:schemeClr val="accent2"/>
            </a:solidFill>
            <a:prstDash val="solid"/>
            <a:miter lim="8000"/>
            <a:headEnd len="sm" w="sm" type="none"/>
            <a:tailEnd len="med" w="med" type="triangle"/>
          </a:ln>
        </p:spPr>
      </p:cxnSp>
      <p:cxnSp>
        <p:nvCxnSpPr>
          <p:cNvPr id="258" name="Google Shape;258;p32"/>
          <p:cNvCxnSpPr/>
          <p:nvPr/>
        </p:nvCxnSpPr>
        <p:spPr>
          <a:xfrm>
            <a:off x="1752600" y="4495800"/>
            <a:ext cx="0" cy="457200"/>
          </a:xfrm>
          <a:prstGeom prst="straightConnector1">
            <a:avLst/>
          </a:prstGeom>
          <a:noFill/>
          <a:ln cap="flat" cmpd="sng" w="9525">
            <a:solidFill>
              <a:schemeClr val="accent2"/>
            </a:solidFill>
            <a:prstDash val="solid"/>
            <a:miter lim="8000"/>
            <a:headEnd len="sm" w="sm" type="none"/>
            <a:tailEnd len="med" w="med" type="triangle"/>
          </a:ln>
        </p:spPr>
      </p:cxnSp>
      <p:cxnSp>
        <p:nvCxnSpPr>
          <p:cNvPr id="259" name="Google Shape;259;p32"/>
          <p:cNvCxnSpPr/>
          <p:nvPr/>
        </p:nvCxnSpPr>
        <p:spPr>
          <a:xfrm>
            <a:off x="3124200" y="4572000"/>
            <a:ext cx="0" cy="381000"/>
          </a:xfrm>
          <a:prstGeom prst="straightConnector1">
            <a:avLst/>
          </a:prstGeom>
          <a:noFill/>
          <a:ln cap="flat" cmpd="sng" w="9525">
            <a:solidFill>
              <a:schemeClr val="accent2"/>
            </a:solidFill>
            <a:prstDash val="solid"/>
            <a:miter lim="8000"/>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3"/>
          <p:cNvSpPr txBox="1"/>
          <p:nvPr>
            <p:ph type="title"/>
          </p:nvPr>
        </p:nvSpPr>
        <p:spPr>
          <a:xfrm>
            <a:off x="822325" y="287337"/>
            <a:ext cx="7543800" cy="1449387"/>
          </a:xfrm>
          <a:prstGeom prst="rect">
            <a:avLst/>
          </a:prstGeom>
          <a:noFill/>
          <a:ln>
            <a:noFill/>
          </a:ln>
        </p:spPr>
        <p:txBody>
          <a:bodyPr anchorCtr="0" anchor="b" bIns="45700" lIns="91425" spcFirstLastPara="1" rIns="91425" wrap="square" tIns="45700">
            <a:noAutofit/>
          </a:bodyPr>
          <a:lstStyle/>
          <a:p>
            <a:pPr indent="0" lvl="0" marL="0" marR="0" rtl="0" algn="ctr">
              <a:lnSpc>
                <a:spcPct val="85000"/>
              </a:lnSpc>
              <a:spcBef>
                <a:spcPts val="0"/>
              </a:spcBef>
              <a:spcAft>
                <a:spcPts val="0"/>
              </a:spcAft>
              <a:buClr>
                <a:srgbClr val="404040"/>
              </a:buClr>
              <a:buFont typeface="Calibri"/>
              <a:buNone/>
            </a:pPr>
            <a:r>
              <a:rPr b="0" i="0" lang="en-US" sz="4800" u="none" cap="none" strike="noStrike">
                <a:solidFill>
                  <a:srgbClr val="404040"/>
                </a:solidFill>
                <a:latin typeface="Calibri"/>
                <a:ea typeface="Calibri"/>
                <a:cs typeface="Calibri"/>
                <a:sym typeface="Calibri"/>
              </a:rPr>
              <a:t>Naming Bases</a:t>
            </a:r>
            <a:endParaRPr/>
          </a:p>
        </p:txBody>
      </p:sp>
      <p:sp>
        <p:nvSpPr>
          <p:cNvPr id="265" name="Google Shape;265;p33"/>
          <p:cNvSpPr txBox="1"/>
          <p:nvPr>
            <p:ph idx="1" type="body"/>
          </p:nvPr>
        </p:nvSpPr>
        <p:spPr>
          <a:xfrm>
            <a:off x="822325" y="1846262"/>
            <a:ext cx="7543800" cy="4022725"/>
          </a:xfrm>
          <a:prstGeom prst="rect">
            <a:avLst/>
          </a:prstGeom>
          <a:noFill/>
          <a:ln>
            <a:noFill/>
          </a:ln>
        </p:spPr>
        <p:txBody>
          <a:bodyPr anchorCtr="0" anchor="t" bIns="45700" lIns="0" spcFirstLastPara="1" rIns="0" wrap="square" tIns="45700">
            <a:noAutofit/>
          </a:bodyPr>
          <a:lstStyle/>
          <a:p>
            <a:pPr indent="-90487" lvl="0" marL="90487" marR="0" rtl="0" algn="l">
              <a:lnSpc>
                <a:spcPct val="90000"/>
              </a:lnSpc>
              <a:spcBef>
                <a:spcPts val="0"/>
              </a:spcBef>
              <a:spcAft>
                <a:spcPts val="0"/>
              </a:spcAft>
              <a:buClr>
                <a:schemeClr val="accent1"/>
              </a:buClr>
              <a:buSzPts val="2000"/>
              <a:buFont typeface="Calibri"/>
              <a:buChar char=" "/>
            </a:pPr>
            <a:r>
              <a:rPr b="0" i="0" lang="en-US" sz="2000" u="none">
                <a:solidFill>
                  <a:srgbClr val="404040"/>
                </a:solidFill>
                <a:latin typeface="Calibri"/>
                <a:ea typeface="Calibri"/>
                <a:cs typeface="Calibri"/>
                <a:sym typeface="Calibri"/>
              </a:rPr>
              <a:t>Either have a common name or just use the standard ionic naming</a:t>
            </a:r>
            <a:endParaRPr/>
          </a:p>
        </p:txBody>
      </p:sp>
      <p:sp>
        <p:nvSpPr>
          <p:cNvPr id="266" name="Google Shape;266;p33"/>
          <p:cNvSpPr/>
          <p:nvPr/>
        </p:nvSpPr>
        <p:spPr>
          <a:xfrm>
            <a:off x="3581400" y="2689225"/>
            <a:ext cx="1845300" cy="13659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NaOH</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Sodium </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hydroxide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4"/>
          <p:cNvSpPr txBox="1"/>
          <p:nvPr>
            <p:ph type="title"/>
          </p:nvPr>
        </p:nvSpPr>
        <p:spPr>
          <a:xfrm>
            <a:off x="822325" y="287337"/>
            <a:ext cx="7543800" cy="1449387"/>
          </a:xfrm>
          <a:prstGeom prst="rect">
            <a:avLst/>
          </a:prstGeom>
          <a:noFill/>
          <a:ln>
            <a:noFill/>
          </a:ln>
        </p:spPr>
        <p:txBody>
          <a:bodyPr anchorCtr="0" anchor="b" bIns="45700" lIns="91425" spcFirstLastPara="1" rIns="91425" wrap="square" tIns="45700">
            <a:noAutofit/>
          </a:bodyPr>
          <a:lstStyle/>
          <a:p>
            <a:pPr indent="0" lvl="0" marL="0" marR="0" rtl="0" algn="l">
              <a:lnSpc>
                <a:spcPct val="85000"/>
              </a:lnSpc>
              <a:spcBef>
                <a:spcPts val="0"/>
              </a:spcBef>
              <a:spcAft>
                <a:spcPts val="0"/>
              </a:spcAft>
              <a:buNone/>
            </a:pPr>
            <a:r>
              <a:t/>
            </a:r>
            <a:endParaRPr b="0" i="0" sz="4800" u="none" cap="none" strike="noStrike">
              <a:solidFill>
                <a:srgbClr val="404040"/>
              </a:solidFill>
              <a:latin typeface="Calibri"/>
              <a:ea typeface="Calibri"/>
              <a:cs typeface="Calibri"/>
              <a:sym typeface="Calibri"/>
            </a:endParaRPr>
          </a:p>
        </p:txBody>
      </p:sp>
      <p:sp>
        <p:nvSpPr>
          <p:cNvPr id="272" name="Google Shape;272;p34"/>
          <p:cNvSpPr txBox="1"/>
          <p:nvPr>
            <p:ph idx="1" type="body"/>
          </p:nvPr>
        </p:nvSpPr>
        <p:spPr>
          <a:xfrm>
            <a:off x="822325" y="1846262"/>
            <a:ext cx="7543800" cy="4022725"/>
          </a:xfrm>
          <a:prstGeom prst="rect">
            <a:avLst/>
          </a:prstGeom>
          <a:noFill/>
          <a:ln>
            <a:noFill/>
          </a:ln>
        </p:spPr>
        <p:txBody>
          <a:bodyPr anchorCtr="0" anchor="t" bIns="45700" lIns="0" spcFirstLastPara="1" rIns="0" wrap="square" tIns="45700">
            <a:noAutofit/>
          </a:bodyPr>
          <a:lstStyle/>
          <a:p>
            <a:pPr indent="36511" lvl="0" marL="90488" marR="0" rtl="0" algn="l">
              <a:lnSpc>
                <a:spcPct val="90000"/>
              </a:lnSpc>
              <a:spcBef>
                <a:spcPts val="0"/>
              </a:spcBef>
              <a:spcAft>
                <a:spcPts val="0"/>
              </a:spcAft>
              <a:buClr>
                <a:schemeClr val="accent1"/>
              </a:buClr>
              <a:buSzPts val="2000"/>
              <a:buFont typeface="Calibri"/>
              <a:buNone/>
            </a:pPr>
            <a:r>
              <a:t/>
            </a:r>
            <a:endParaRPr sz="2000">
              <a:solidFill>
                <a:srgbClr val="404040"/>
              </a:solidFill>
              <a:latin typeface="Calibri"/>
              <a:ea typeface="Calibri"/>
              <a:cs typeface="Calibri"/>
              <a:sym typeface="Calibri"/>
            </a:endParaRPr>
          </a:p>
        </p:txBody>
      </p:sp>
      <p:pic>
        <p:nvPicPr>
          <p:cNvPr descr="How do you calculate the pH of acids and bases? Calculating the pH of Acids. This video shows you how to calculate the pH of an acid and base. It explains what an acids is and what the pH range for acids and bases. Check out this awesome chemistry tutorial on acids and bases." id="273" name="Google Shape;273;p34" title="Calculating the pH of Acids, Acids &amp; Bases Tutorial">
            <a:hlinkClick r:id="rId3"/>
          </p:cNvPr>
          <p:cNvPicPr preferRelativeResize="0"/>
          <p:nvPr/>
        </p:nvPicPr>
        <p:blipFill>
          <a:blip r:embed="rId4">
            <a:alphaModFix/>
          </a:blip>
          <a:stretch>
            <a:fillRect/>
          </a:stretch>
        </p:blipFill>
        <p:spPr>
          <a:xfrm>
            <a:off x="383100" y="287325"/>
            <a:ext cx="8473250" cy="6354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5"/>
          <p:cNvSpPr txBox="1"/>
          <p:nvPr>
            <p:ph type="title"/>
          </p:nvPr>
        </p:nvSpPr>
        <p:spPr>
          <a:xfrm>
            <a:off x="156575" y="287325"/>
            <a:ext cx="8209500" cy="144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To determine [H+] when given pH, its just reversing the log:</a:t>
            </a:r>
            <a:endParaRPr/>
          </a:p>
        </p:txBody>
      </p:sp>
      <p:sp>
        <p:nvSpPr>
          <p:cNvPr id="279" name="Google Shape;279;p35"/>
          <p:cNvSpPr txBox="1"/>
          <p:nvPr>
            <p:ph idx="1" type="body"/>
          </p:nvPr>
        </p:nvSpPr>
        <p:spPr>
          <a:xfrm>
            <a:off x="822325" y="1846262"/>
            <a:ext cx="7543800" cy="4022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US" sz="6000"/>
              <a:t>[H+] = 10 </a:t>
            </a:r>
            <a:r>
              <a:rPr baseline="30000" lang="en-US" sz="6000"/>
              <a:t>-pH</a:t>
            </a:r>
            <a:endParaRPr baseline="30000" sz="6000"/>
          </a:p>
          <a:p>
            <a:pPr indent="0" lvl="0" marL="0" rtl="0" algn="l">
              <a:spcBef>
                <a:spcPts val="1200"/>
              </a:spcBef>
              <a:spcAft>
                <a:spcPts val="200"/>
              </a:spcAft>
              <a:buNone/>
            </a:pPr>
            <a:r>
              <a:rPr baseline="30000" lang="en-US" sz="6000"/>
              <a:t>NOTE that you need to put a negative in front of the pH in the exponent.</a:t>
            </a:r>
            <a:endParaRPr baseline="30000" sz="6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6"/>
          <p:cNvSpPr txBox="1"/>
          <p:nvPr>
            <p:ph type="title"/>
          </p:nvPr>
        </p:nvSpPr>
        <p:spPr>
          <a:xfrm>
            <a:off x="822325" y="287337"/>
            <a:ext cx="7543800" cy="1449387"/>
          </a:xfrm>
          <a:prstGeom prst="rect">
            <a:avLst/>
          </a:prstGeom>
          <a:noFill/>
          <a:ln>
            <a:noFill/>
          </a:ln>
        </p:spPr>
        <p:txBody>
          <a:bodyPr anchorCtr="0" anchor="b" bIns="45700" lIns="91425" spcFirstLastPara="1" rIns="91425" wrap="square" tIns="45700">
            <a:noAutofit/>
          </a:bodyPr>
          <a:lstStyle/>
          <a:p>
            <a:pPr indent="0" lvl="0" marL="0" marR="0" rtl="0" algn="l">
              <a:lnSpc>
                <a:spcPct val="85000"/>
              </a:lnSpc>
              <a:spcBef>
                <a:spcPts val="0"/>
              </a:spcBef>
              <a:spcAft>
                <a:spcPts val="0"/>
              </a:spcAft>
              <a:buNone/>
            </a:pPr>
            <a:r>
              <a:t/>
            </a:r>
            <a:endParaRPr b="0" i="0" sz="4800" u="none" cap="none" strike="noStrike">
              <a:solidFill>
                <a:srgbClr val="404040"/>
              </a:solidFill>
              <a:latin typeface="Calibri"/>
              <a:ea typeface="Calibri"/>
              <a:cs typeface="Calibri"/>
              <a:sym typeface="Calibri"/>
            </a:endParaRPr>
          </a:p>
        </p:txBody>
      </p:sp>
      <p:sp>
        <p:nvSpPr>
          <p:cNvPr id="285" name="Google Shape;285;p36"/>
          <p:cNvSpPr txBox="1"/>
          <p:nvPr>
            <p:ph idx="1" type="body"/>
          </p:nvPr>
        </p:nvSpPr>
        <p:spPr>
          <a:xfrm>
            <a:off x="822325" y="1846262"/>
            <a:ext cx="7543800" cy="4022725"/>
          </a:xfrm>
          <a:prstGeom prst="rect">
            <a:avLst/>
          </a:prstGeom>
          <a:noFill/>
          <a:ln>
            <a:noFill/>
          </a:ln>
        </p:spPr>
        <p:txBody>
          <a:bodyPr anchorCtr="0" anchor="t" bIns="45700" lIns="0" spcFirstLastPara="1" rIns="0" wrap="square" tIns="45700">
            <a:noAutofit/>
          </a:bodyPr>
          <a:lstStyle/>
          <a:p>
            <a:pPr indent="36511" lvl="0" marL="90488" marR="0" rtl="0" algn="l">
              <a:lnSpc>
                <a:spcPct val="90000"/>
              </a:lnSpc>
              <a:spcBef>
                <a:spcPts val="0"/>
              </a:spcBef>
              <a:spcAft>
                <a:spcPts val="0"/>
              </a:spcAft>
              <a:buClr>
                <a:schemeClr val="accent1"/>
              </a:buClr>
              <a:buSzPts val="2000"/>
              <a:buFont typeface="Calibri"/>
              <a:buNone/>
            </a:pPr>
            <a:r>
              <a:t/>
            </a:r>
            <a:endParaRPr sz="2000">
              <a:solidFill>
                <a:srgbClr val="404040"/>
              </a:solidFill>
              <a:latin typeface="Calibri"/>
              <a:ea typeface="Calibri"/>
              <a:cs typeface="Calibri"/>
              <a:sym typeface="Calibri"/>
            </a:endParaRPr>
          </a:p>
        </p:txBody>
      </p:sp>
      <p:pic>
        <p:nvPicPr>
          <p:cNvPr descr="SUPPORT A CAPELLA SCIENCE ON PATREON: http://patreon.com/acapellascience&#10;Buy this track! https://timblais.bandcamp.com/track/all-about-that-base-no-acid&#10;A Capella Science Playlist! https://www.youtube.com/watch?v=2rjbtsX7twc&amp;list=PLboc_P9zcJhgZoRGbypiY29q-RCmIcN2D&amp;index=3&#10;Subscribe! http://www.youtube.com/acapellascience2&#10;Subscribe to A Capella Science: http://www.youtube.com/acapellascience&#10;Facebook: http://www.facebook.com/acapellascience&#10;Twitter: http://www.twitter.com/acapellascience&#10;&#10;Yeah it's pretty clear&#10;I ain't no science fool&#10;So you got litmus litmus&#10;Well I can turn it blue&#10;Make it go boom boom&#10;All over the place&#10;When all the H+ meet all the OH's&#10;&#10;Pink phenolphthalein&#10;I think that's straight dope&#10;Mix in a lipid here&#10;And it'll make it soap&#10;You want it neutral neutral&#10;pH is low&#10;Better set up a titration with a strong hydroxyl drop&#10;&#10;Yeah my lab tech she told me don't worry about your eyes&#10;If some acid gets in them we just have to neutralize&#10;You know I love me my stomach and all the things it dissolves&#10;But my bile duct keeps it from eating my intestine walls&#10;&#10;Because you know &#10;I'm all about that base&#10;Bout that base&#10;No acid&#10;&#10;I'm gonna do the math&#10;To figure out the ratios to react&#10;Stoichiometry yeah that's where it's at&#10;And it'll tell you&#10;To prepare at least one molar for your strong hydroxyl drop&#10;&#10;Yeah my lab tech she told me don't worry about your eyes&#10;Cause if acid gets in we can fix it with alkalis&#10;You know I love me my stomach and all the things it dissolves&#10;But my bile duct keeps it from eating my intestine walls&#10;&#10;Because you know &#10;I'm all about that base&#10;Bout that base&#10;No acid" id="286" name="Google Shape;286;p36" title="All About That Base (No Acid)">
            <a:hlinkClick r:id="rId3"/>
          </p:cNvPr>
          <p:cNvPicPr preferRelativeResize="0"/>
          <p:nvPr/>
        </p:nvPicPr>
        <p:blipFill>
          <a:blip r:embed="rId4">
            <a:alphaModFix/>
          </a:blip>
          <a:stretch>
            <a:fillRect/>
          </a:stretch>
        </p:blipFill>
        <p:spPr>
          <a:xfrm>
            <a:off x="136250" y="102200"/>
            <a:ext cx="8788225" cy="6591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7"/>
          <p:cNvSpPr txBox="1"/>
          <p:nvPr>
            <p:ph type="title"/>
          </p:nvPr>
        </p:nvSpPr>
        <p:spPr>
          <a:xfrm>
            <a:off x="822325" y="287337"/>
            <a:ext cx="7543800" cy="144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Strength &amp; Weakness of acids &amp; bases Ted-Ed</a:t>
            </a:r>
            <a:endParaRPr/>
          </a:p>
        </p:txBody>
      </p:sp>
      <p:sp>
        <p:nvSpPr>
          <p:cNvPr id="292" name="Google Shape;292;p37"/>
          <p:cNvSpPr txBox="1"/>
          <p:nvPr>
            <p:ph idx="1" type="body"/>
          </p:nvPr>
        </p:nvSpPr>
        <p:spPr>
          <a:xfrm>
            <a:off x="822325" y="1846262"/>
            <a:ext cx="7543800" cy="4022700"/>
          </a:xfrm>
          <a:prstGeom prst="rect">
            <a:avLst/>
          </a:prstGeom>
        </p:spPr>
        <p:txBody>
          <a:bodyPr anchorCtr="0" anchor="t" bIns="91425" lIns="91425" spcFirstLastPara="1" rIns="91425" wrap="square" tIns="91425">
            <a:noAutofit/>
          </a:bodyPr>
          <a:lstStyle/>
          <a:p>
            <a:pPr indent="0" lvl="0" marL="0" rtl="0" algn="l">
              <a:spcBef>
                <a:spcPts val="1200"/>
              </a:spcBef>
              <a:spcAft>
                <a:spcPts val="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type="title"/>
          </p:nvPr>
        </p:nvSpPr>
        <p:spPr>
          <a:xfrm>
            <a:off x="822325" y="287337"/>
            <a:ext cx="7543800" cy="144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8"/>
          <p:cNvSpPr txBox="1"/>
          <p:nvPr>
            <p:ph idx="1" type="body"/>
          </p:nvPr>
        </p:nvSpPr>
        <p:spPr>
          <a:xfrm>
            <a:off x="822325" y="1846262"/>
            <a:ext cx="7543800" cy="4022700"/>
          </a:xfrm>
          <a:prstGeom prst="rect">
            <a:avLst/>
          </a:prstGeom>
        </p:spPr>
        <p:txBody>
          <a:bodyPr anchorCtr="0" anchor="t" bIns="91425" lIns="91425" spcFirstLastPara="1" rIns="91425" wrap="square" tIns="91425">
            <a:noAutofit/>
          </a:bodyPr>
          <a:lstStyle/>
          <a:p>
            <a:pPr indent="0" lvl="0" marL="0" rtl="0" algn="l">
              <a:spcBef>
                <a:spcPts val="1200"/>
              </a:spcBef>
              <a:spcAft>
                <a:spcPts val="200"/>
              </a:spcAft>
              <a:buNone/>
            </a:pPr>
            <a:r>
              <a:t/>
            </a:r>
            <a:endParaRPr/>
          </a:p>
        </p:txBody>
      </p:sp>
      <p:pic>
        <p:nvPicPr>
          <p:cNvPr descr="View full lesson: http://ed.ted.com/lessons/the-strengths-and-weaknesses-of-acids-and-bases-george-zaidan-and-charles-morton&#10;&#10;Vinegar may have a powerful smell, but did you know it's actually a weak acid? In the chemical economy, acids actively give away their protons while bases actively collect them -- but some more aggressively than others. George Zaidan and Charles Morton use the currency of subatomic particles to explain this unseen exchange.&#10;&#10;Lesson by George Zaidan and Charles Morton, animation by Karrot Animation" id="299" name="Google Shape;299;p38" title="The strengths and weaknesses of acids and bases - George Zaidan and Charles Morton">
            <a:hlinkClick r:id="rId3"/>
          </p:cNvPr>
          <p:cNvPicPr preferRelativeResize="0"/>
          <p:nvPr/>
        </p:nvPicPr>
        <p:blipFill>
          <a:blip r:embed="rId4">
            <a:alphaModFix/>
          </a:blip>
          <a:stretch>
            <a:fillRect/>
          </a:stretch>
        </p:blipFill>
        <p:spPr>
          <a:xfrm>
            <a:off x="383100" y="287325"/>
            <a:ext cx="8541376" cy="6406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9"/>
          <p:cNvSpPr txBox="1"/>
          <p:nvPr>
            <p:ph type="title"/>
          </p:nvPr>
        </p:nvSpPr>
        <p:spPr>
          <a:xfrm>
            <a:off x="822325" y="287337"/>
            <a:ext cx="7543800" cy="144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9"/>
          <p:cNvSpPr txBox="1"/>
          <p:nvPr>
            <p:ph idx="1" type="body"/>
          </p:nvPr>
        </p:nvSpPr>
        <p:spPr>
          <a:xfrm>
            <a:off x="822325" y="1846262"/>
            <a:ext cx="7543800" cy="4022700"/>
          </a:xfrm>
          <a:prstGeom prst="rect">
            <a:avLst/>
          </a:prstGeom>
        </p:spPr>
        <p:txBody>
          <a:bodyPr anchorCtr="0" anchor="t" bIns="91425" lIns="91425" spcFirstLastPara="1" rIns="91425" wrap="square" tIns="91425">
            <a:noAutofit/>
          </a:bodyPr>
          <a:lstStyle/>
          <a:p>
            <a:pPr indent="0" lvl="0" marL="0" rtl="0" algn="l">
              <a:spcBef>
                <a:spcPts val="1200"/>
              </a:spcBef>
              <a:spcAft>
                <a:spcPts val="200"/>
              </a:spcAft>
              <a:buNone/>
            </a:pPr>
            <a:r>
              <a:t/>
            </a:r>
            <a:endParaRPr/>
          </a:p>
        </p:txBody>
      </p:sp>
      <p:pic>
        <p:nvPicPr>
          <p:cNvPr descr="Check out our Patreon page: https://www.patreon.com/teded&#10;&#10;View full lesson: https://ed.ted.com/lessons/what-causes-heartburn-rusha-modi&#10;&#10;Humans have been battling heartburn for hundreds, if not thousands, of years. But recently the incidence has risen, making it a common complaint worldwide. What causes this problem, and how can it be stopped? Rusha Modi details the causes and treatments of heartburn.&#10;&#10;Lesson by Rusha Modi, directed by Kozmonot Animation Studio.&#10;&#10;Thank you so much to our patrons for your support! Without you this video would not be possible! Chris, Megan Douglas, Barbara Smalley, Filip Dabrowski, Clair Chen, Vik Nagjee, Karen Goepen-Wee, Della Palacios, Bah Becerra, Marc Bilodeau, Ruby Solorzano, Ivan Tsenov, Claudia Mayfield, Yankai Liu, Duo Xu, Joy Love Om, Gi Nam Lee, Shawn Quichocho, Anika Westburg, Barun Padhy, Devin Harris, Tony Trapuzzano, Jason Weinstein, Kris Siverhus, Alexander Walls, Annamaria Szilagyi, Morgan Williams, Abhijit Kiran Valluri, Mandeep Singh, سلطان الخليفي, Marylise CHAUFFETON, Marvin Vizuett, Jayant Sahewal, Quinn Shen, Elizabeth Cruz, Elnathan Joshua Bangayan, Mullaiarasu Sundaramurthy, Jose Henrique Leopoldo e Silva, Dan Paterniti, Jerome Froelich, Tyler Yoshizumi, Martin Stephen, Justin Carpani, Khalifa Alhulail, Tejas Dc, Benjamin &amp; Shannon Pinder, Srikote Naewchampa, Ex Foedus, Exal Enrique Cisneros Tuch and Ana Maria." id="306" name="Google Shape;306;p39" title="What causes heartburn? - Rusha Modi">
            <a:hlinkClick r:id="rId3"/>
          </p:cNvPr>
          <p:cNvPicPr preferRelativeResize="0"/>
          <p:nvPr/>
        </p:nvPicPr>
        <p:blipFill>
          <a:blip r:embed="rId4">
            <a:alphaModFix/>
          </a:blip>
          <a:stretch>
            <a:fillRect/>
          </a:stretch>
        </p:blipFill>
        <p:spPr>
          <a:xfrm>
            <a:off x="136250" y="102200"/>
            <a:ext cx="8742826" cy="6557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0"/>
          <p:cNvSpPr txBox="1"/>
          <p:nvPr>
            <p:ph type="title"/>
          </p:nvPr>
        </p:nvSpPr>
        <p:spPr>
          <a:xfrm>
            <a:off x="228600" y="0"/>
            <a:ext cx="5486400" cy="762000"/>
          </a:xfrm>
          <a:prstGeom prst="rect">
            <a:avLst/>
          </a:prstGeom>
          <a:noFill/>
          <a:ln>
            <a:noFill/>
          </a:ln>
        </p:spPr>
        <p:txBody>
          <a:bodyPr anchorCtr="0" anchor="b" bIns="45700" lIns="91425" spcFirstLastPara="1" rIns="91425" wrap="square" tIns="45700">
            <a:noAutofit/>
          </a:bodyPr>
          <a:lstStyle/>
          <a:p>
            <a:pPr indent="0" lvl="0" marL="0" marR="0" rtl="0" algn="l">
              <a:lnSpc>
                <a:spcPct val="85000"/>
              </a:lnSpc>
              <a:spcBef>
                <a:spcPts val="0"/>
              </a:spcBef>
              <a:spcAft>
                <a:spcPts val="0"/>
              </a:spcAft>
              <a:buClr>
                <a:srgbClr val="404040"/>
              </a:buClr>
              <a:buFont typeface="Calibri"/>
              <a:buNone/>
            </a:pPr>
            <a:r>
              <a:rPr b="0" i="0" lang="en-US" sz="3600" u="sng" cap="none" strike="noStrike">
                <a:solidFill>
                  <a:srgbClr val="404040"/>
                </a:solidFill>
                <a:latin typeface="Calibri"/>
                <a:ea typeface="Calibri"/>
                <a:cs typeface="Calibri"/>
                <a:sym typeface="Calibri"/>
              </a:rPr>
              <a:t>Acid/Base Name Game</a:t>
            </a:r>
            <a:endParaRPr/>
          </a:p>
        </p:txBody>
      </p:sp>
      <p:pic>
        <p:nvPicPr>
          <p:cNvPr id="312" name="Google Shape;312;p40"/>
          <p:cNvPicPr preferRelativeResize="0"/>
          <p:nvPr>
            <p:ph idx="1" type="body"/>
          </p:nvPr>
        </p:nvPicPr>
        <p:blipFill rotWithShape="1">
          <a:blip r:embed="rId3">
            <a:alphaModFix/>
          </a:blip>
          <a:srcRect b="0" l="0" r="0" t="0"/>
          <a:stretch/>
        </p:blipFill>
        <p:spPr>
          <a:xfrm>
            <a:off x="304800" y="762000"/>
            <a:ext cx="6934200" cy="5668962"/>
          </a:xfrm>
          <a:prstGeom prst="rect">
            <a:avLst/>
          </a:prstGeom>
          <a:noFill/>
          <a:ln>
            <a:noFill/>
          </a:ln>
        </p:spPr>
      </p:pic>
      <p:sp>
        <p:nvSpPr>
          <p:cNvPr id="313" name="Google Shape;313;p40"/>
          <p:cNvSpPr/>
          <p:nvPr/>
        </p:nvSpPr>
        <p:spPr>
          <a:xfrm>
            <a:off x="5410200" y="152400"/>
            <a:ext cx="2362200" cy="990600"/>
          </a:xfrm>
          <a:prstGeom prst="ellipse">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700" u="none">
                <a:solidFill>
                  <a:schemeClr val="dk1"/>
                </a:solidFill>
                <a:latin typeface="Arial"/>
                <a:ea typeface="Arial"/>
                <a:cs typeface="Arial"/>
                <a:sym typeface="Arial"/>
              </a:rPr>
              <a:t>Acid/Base</a:t>
            </a:r>
            <a:endParaRPr/>
          </a:p>
          <a:p>
            <a:pPr indent="0" lvl="0" marL="0" marR="0" rtl="0" algn="ctr">
              <a:lnSpc>
                <a:spcPct val="100000"/>
              </a:lnSpc>
              <a:spcBef>
                <a:spcPts val="0"/>
              </a:spcBef>
              <a:spcAft>
                <a:spcPts val="0"/>
              </a:spcAft>
              <a:buClr>
                <a:schemeClr val="dk1"/>
              </a:buClr>
              <a:buFont typeface="Arial"/>
              <a:buNone/>
            </a:pPr>
            <a:r>
              <a:rPr b="0" i="0" lang="en-US" sz="1700" u="none">
                <a:solidFill>
                  <a:schemeClr val="dk1"/>
                </a:solidFill>
                <a:latin typeface="Arial"/>
                <a:ea typeface="Arial"/>
                <a:cs typeface="Arial"/>
                <a:sym typeface="Arial"/>
              </a:rPr>
              <a:t>Name Lists:</a:t>
            </a:r>
            <a:endParaRPr/>
          </a:p>
          <a:p>
            <a:pPr indent="0" lvl="0" marL="0" marR="0" rtl="0" algn="ctr">
              <a:lnSpc>
                <a:spcPct val="100000"/>
              </a:lnSpc>
              <a:spcBef>
                <a:spcPts val="0"/>
              </a:spcBef>
              <a:spcAft>
                <a:spcPts val="0"/>
              </a:spcAft>
              <a:buClr>
                <a:schemeClr val="dk1"/>
              </a:buClr>
              <a:buFont typeface="Arial"/>
              <a:buNone/>
            </a:pPr>
            <a:r>
              <a:rPr b="0" i="0" lang="en-US" sz="1700" u="none">
                <a:solidFill>
                  <a:schemeClr val="dk1"/>
                </a:solidFill>
                <a:latin typeface="Arial"/>
                <a:ea typeface="Arial"/>
                <a:cs typeface="Arial"/>
                <a:sym typeface="Arial"/>
              </a:rPr>
              <a:t>p. 222, 223, &amp; 226</a:t>
            </a:r>
            <a:endParaRPr/>
          </a:p>
        </p:txBody>
      </p:sp>
      <p:sp>
        <p:nvSpPr>
          <p:cNvPr id="314" name="Google Shape;314;p40"/>
          <p:cNvSpPr txBox="1"/>
          <p:nvPr/>
        </p:nvSpPr>
        <p:spPr>
          <a:xfrm>
            <a:off x="1066800" y="6096000"/>
            <a:ext cx="5257800" cy="5334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Label names &amp; formulas as follows …..</a:t>
            </a:r>
            <a:endParaRPr/>
          </a:p>
        </p:txBody>
      </p:sp>
    </p:spTree>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1"/>
          <p:cNvSpPr txBox="1"/>
          <p:nvPr/>
        </p:nvSpPr>
        <p:spPr>
          <a:xfrm>
            <a:off x="1143000" y="228600"/>
            <a:ext cx="3962400" cy="7620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1" i="0" lang="en-US" sz="1800" u="none">
                <a:solidFill>
                  <a:schemeClr val="dk1"/>
                </a:solidFill>
                <a:latin typeface="Arial"/>
                <a:ea typeface="Arial"/>
                <a:cs typeface="Arial"/>
                <a:sym typeface="Arial"/>
              </a:rPr>
              <a:t>1.</a:t>
            </a:r>
            <a:r>
              <a:rPr b="0" i="0" lang="en-US" sz="1800" u="none">
                <a:solidFill>
                  <a:schemeClr val="dk1"/>
                </a:solidFill>
                <a:latin typeface="Arial"/>
                <a:ea typeface="Arial"/>
                <a:cs typeface="Arial"/>
                <a:sym typeface="Arial"/>
              </a:rPr>
              <a:t> Place any 4 acid/base words</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on the outside four ‘</a:t>
            </a:r>
            <a:r>
              <a:rPr b="1" i="0" lang="en-US" sz="1800" u="none">
                <a:solidFill>
                  <a:schemeClr val="dk1"/>
                </a:solidFill>
                <a:latin typeface="Arial"/>
                <a:ea typeface="Arial"/>
                <a:cs typeface="Arial"/>
                <a:sym typeface="Arial"/>
              </a:rPr>
              <a:t>finger flaps</a:t>
            </a:r>
            <a:r>
              <a:rPr b="0" i="0" lang="en-US" sz="1800" u="none">
                <a:solidFill>
                  <a:schemeClr val="dk1"/>
                </a:solidFill>
                <a:latin typeface="Arial"/>
                <a:ea typeface="Arial"/>
                <a:cs typeface="Arial"/>
                <a:sym typeface="Arial"/>
              </a:rPr>
              <a:t>’.</a:t>
            </a:r>
            <a:endParaRPr/>
          </a:p>
        </p:txBody>
      </p:sp>
      <p:sp>
        <p:nvSpPr>
          <p:cNvPr id="320" name="Google Shape;320;p41"/>
          <p:cNvSpPr txBox="1"/>
          <p:nvPr/>
        </p:nvSpPr>
        <p:spPr>
          <a:xfrm>
            <a:off x="228600" y="1295400"/>
            <a:ext cx="5410200" cy="10668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1" i="0" lang="en-US" sz="1800" u="none">
                <a:solidFill>
                  <a:schemeClr val="dk1"/>
                </a:solidFill>
                <a:latin typeface="Arial"/>
                <a:ea typeface="Arial"/>
                <a:cs typeface="Arial"/>
                <a:sym typeface="Arial"/>
              </a:rPr>
              <a:t>2.</a:t>
            </a:r>
            <a:r>
              <a:rPr b="0" i="0" lang="en-US" sz="1800" u="none">
                <a:solidFill>
                  <a:schemeClr val="dk1"/>
                </a:solidFill>
                <a:latin typeface="Arial"/>
                <a:ea typeface="Arial"/>
                <a:cs typeface="Arial"/>
                <a:sym typeface="Arial"/>
              </a:rPr>
              <a:t> i) Choose any 4 acid/base formulas &amp;</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ii) Choose any 4 acid/base names …</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and place them on the eight ‘</a:t>
            </a:r>
            <a:r>
              <a:rPr b="1" i="0" lang="en-US" sz="1800" u="none">
                <a:solidFill>
                  <a:schemeClr val="dk1"/>
                </a:solidFill>
                <a:latin typeface="Arial"/>
                <a:ea typeface="Arial"/>
                <a:cs typeface="Arial"/>
                <a:sym typeface="Arial"/>
              </a:rPr>
              <a:t>inner flaps</a:t>
            </a:r>
            <a:r>
              <a:rPr b="0" i="0" lang="en-US" sz="1800" u="none">
                <a:solidFill>
                  <a:schemeClr val="dk1"/>
                </a:solidFill>
                <a:latin typeface="Arial"/>
                <a:ea typeface="Arial"/>
                <a:cs typeface="Arial"/>
                <a:sym typeface="Arial"/>
              </a:rPr>
              <a:t>’.</a:t>
            </a:r>
            <a:endParaRPr/>
          </a:p>
        </p:txBody>
      </p:sp>
      <p:sp>
        <p:nvSpPr>
          <p:cNvPr id="321" name="Google Shape;321;p41"/>
          <p:cNvSpPr txBox="1"/>
          <p:nvPr/>
        </p:nvSpPr>
        <p:spPr>
          <a:xfrm>
            <a:off x="304800" y="2514600"/>
            <a:ext cx="4267200" cy="10668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1" i="0" lang="en-US" sz="1800" u="none">
                <a:solidFill>
                  <a:schemeClr val="dk1"/>
                </a:solidFill>
                <a:latin typeface="Arial"/>
                <a:ea typeface="Arial"/>
                <a:cs typeface="Arial"/>
                <a:sym typeface="Arial"/>
              </a:rPr>
              <a:t>3.</a:t>
            </a:r>
            <a:r>
              <a:rPr b="0" i="0" lang="en-US" sz="1800" u="none">
                <a:solidFill>
                  <a:schemeClr val="dk1"/>
                </a:solidFill>
                <a:latin typeface="Arial"/>
                <a:ea typeface="Arial"/>
                <a:cs typeface="Arial"/>
                <a:sym typeface="Arial"/>
              </a:rPr>
              <a:t> Underneath each ‘inner flap’ place:</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i) the name/formula </a:t>
            </a:r>
            <a:r>
              <a:rPr b="1" i="0" lang="en-US" sz="1800" u="none">
                <a:solidFill>
                  <a:schemeClr val="dk1"/>
                </a:solidFill>
                <a:latin typeface="Arial"/>
                <a:ea typeface="Arial"/>
                <a:cs typeface="Arial"/>
                <a:sym typeface="Arial"/>
              </a:rPr>
              <a:t>answer;</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ii) at least two </a:t>
            </a:r>
            <a:r>
              <a:rPr b="1" i="0" lang="en-US" sz="1800" u="none">
                <a:solidFill>
                  <a:schemeClr val="dk1"/>
                </a:solidFill>
                <a:latin typeface="Arial"/>
                <a:ea typeface="Arial"/>
                <a:cs typeface="Arial"/>
                <a:sym typeface="Arial"/>
              </a:rPr>
              <a:t>different uses.</a:t>
            </a:r>
            <a:endParaRPr/>
          </a:p>
        </p:txBody>
      </p:sp>
      <p:sp>
        <p:nvSpPr>
          <p:cNvPr id="322" name="Google Shape;322;p41"/>
          <p:cNvSpPr txBox="1"/>
          <p:nvPr/>
        </p:nvSpPr>
        <p:spPr>
          <a:xfrm>
            <a:off x="4800600" y="5867400"/>
            <a:ext cx="4267200" cy="8382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Arial"/>
              <a:buNone/>
            </a:pPr>
            <a:r>
              <a:rPr b="1" i="0" lang="en-US" sz="1800" u="none">
                <a:solidFill>
                  <a:schemeClr val="dk1"/>
                </a:solidFill>
                <a:latin typeface="Arial"/>
                <a:ea typeface="Arial"/>
                <a:cs typeface="Arial"/>
                <a:sym typeface="Arial"/>
              </a:rPr>
              <a:t>4.</a:t>
            </a:r>
            <a:r>
              <a:rPr b="0" i="0" lang="en-US" sz="1800" u="none">
                <a:solidFill>
                  <a:schemeClr val="dk1"/>
                </a:solidFill>
                <a:latin typeface="Arial"/>
                <a:ea typeface="Arial"/>
                <a:cs typeface="Arial"/>
                <a:sym typeface="Arial"/>
              </a:rPr>
              <a:t> </a:t>
            </a:r>
            <a:r>
              <a:rPr b="1" i="0" lang="en-US" sz="1800" u="none">
                <a:solidFill>
                  <a:schemeClr val="dk1"/>
                </a:solidFill>
                <a:latin typeface="Arial"/>
                <a:ea typeface="Arial"/>
                <a:cs typeface="Arial"/>
                <a:sym typeface="Arial"/>
              </a:rPr>
              <a:t>Colour code</a:t>
            </a:r>
            <a:r>
              <a:rPr b="0" i="0" lang="en-US" sz="1800" u="none">
                <a:solidFill>
                  <a:schemeClr val="dk1"/>
                </a:solidFill>
                <a:latin typeface="Arial"/>
                <a:ea typeface="Arial"/>
                <a:cs typeface="Arial"/>
                <a:sym typeface="Arial"/>
              </a:rPr>
              <a:t> and/or </a:t>
            </a:r>
            <a:r>
              <a:rPr b="1" i="0" lang="en-US" sz="1800" u="none">
                <a:solidFill>
                  <a:schemeClr val="dk1"/>
                </a:solidFill>
                <a:latin typeface="Arial"/>
                <a:ea typeface="Arial"/>
                <a:cs typeface="Arial"/>
                <a:sym typeface="Arial"/>
              </a:rPr>
              <a:t>decorate</a:t>
            </a:r>
            <a:r>
              <a:rPr b="0" i="0" lang="en-US" sz="1800" u="none">
                <a:solidFill>
                  <a:schemeClr val="dk1"/>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Font typeface="Arial"/>
              <a:buNone/>
            </a:pPr>
            <a:r>
              <a:rPr b="0" i="0" lang="en-US" sz="1800" u="none">
                <a:solidFill>
                  <a:schemeClr val="dk1"/>
                </a:solidFill>
                <a:latin typeface="Arial"/>
                <a:ea typeface="Arial"/>
                <a:cs typeface="Arial"/>
                <a:sym typeface="Arial"/>
              </a:rPr>
              <a:t>your acid/base ‘cootie catcher’.</a:t>
            </a:r>
            <a:endParaRPr/>
          </a:p>
        </p:txBody>
      </p:sp>
      <p:pic>
        <p:nvPicPr>
          <p:cNvPr descr="Innerflaps" id="323" name="Google Shape;323;p41"/>
          <p:cNvPicPr preferRelativeResize="0"/>
          <p:nvPr/>
        </p:nvPicPr>
        <p:blipFill rotWithShape="1">
          <a:blip r:embed="rId3">
            <a:alphaModFix/>
          </a:blip>
          <a:srcRect b="0" l="0" r="0" t="0"/>
          <a:stretch/>
        </p:blipFill>
        <p:spPr>
          <a:xfrm>
            <a:off x="5562600" y="2895600"/>
            <a:ext cx="3581400" cy="2978150"/>
          </a:xfrm>
          <a:prstGeom prst="rect">
            <a:avLst/>
          </a:prstGeom>
          <a:noFill/>
          <a:ln>
            <a:noFill/>
          </a:ln>
        </p:spPr>
      </p:pic>
      <p:pic>
        <p:nvPicPr>
          <p:cNvPr descr="Underflaps" id="324" name="Google Shape;324;p41"/>
          <p:cNvPicPr preferRelativeResize="0"/>
          <p:nvPr/>
        </p:nvPicPr>
        <p:blipFill rotWithShape="1">
          <a:blip r:embed="rId4">
            <a:alphaModFix/>
          </a:blip>
          <a:srcRect b="0" l="0" r="0" t="0"/>
          <a:stretch/>
        </p:blipFill>
        <p:spPr>
          <a:xfrm>
            <a:off x="304800" y="3657600"/>
            <a:ext cx="4114800" cy="2994025"/>
          </a:xfrm>
          <a:prstGeom prst="rect">
            <a:avLst/>
          </a:prstGeom>
          <a:noFill/>
          <a:ln>
            <a:noFill/>
          </a:ln>
        </p:spPr>
      </p:pic>
      <p:cxnSp>
        <p:nvCxnSpPr>
          <p:cNvPr id="325" name="Google Shape;325;p41"/>
          <p:cNvCxnSpPr/>
          <p:nvPr/>
        </p:nvCxnSpPr>
        <p:spPr>
          <a:xfrm>
            <a:off x="4953000" y="609600"/>
            <a:ext cx="1219200" cy="0"/>
          </a:xfrm>
          <a:prstGeom prst="straightConnector1">
            <a:avLst/>
          </a:prstGeom>
          <a:noFill/>
          <a:ln cap="flat" cmpd="sng" w="9525">
            <a:solidFill>
              <a:schemeClr val="dk1"/>
            </a:solidFill>
            <a:prstDash val="solid"/>
            <a:miter lim="8000"/>
            <a:headEnd len="sm" w="sm" type="none"/>
            <a:tailEnd len="med" w="med" type="triangle"/>
          </a:ln>
        </p:spPr>
      </p:cxnSp>
      <p:cxnSp>
        <p:nvCxnSpPr>
          <p:cNvPr id="326" name="Google Shape;326;p41"/>
          <p:cNvCxnSpPr/>
          <p:nvPr/>
        </p:nvCxnSpPr>
        <p:spPr>
          <a:xfrm>
            <a:off x="5334000" y="2133600"/>
            <a:ext cx="381000" cy="990600"/>
          </a:xfrm>
          <a:prstGeom prst="straightConnector1">
            <a:avLst/>
          </a:prstGeom>
          <a:noFill/>
          <a:ln cap="flat" cmpd="sng" w="9525">
            <a:solidFill>
              <a:schemeClr val="dk1"/>
            </a:solidFill>
            <a:prstDash val="solid"/>
            <a:miter lim="8000"/>
            <a:headEnd len="sm" w="sm" type="none"/>
            <a:tailEnd len="med" w="med" type="triangle"/>
          </a:ln>
        </p:spPr>
      </p:cxnSp>
      <p:cxnSp>
        <p:nvCxnSpPr>
          <p:cNvPr id="327" name="Google Shape;327;p41"/>
          <p:cNvCxnSpPr/>
          <p:nvPr/>
        </p:nvCxnSpPr>
        <p:spPr>
          <a:xfrm>
            <a:off x="4191000" y="3429000"/>
            <a:ext cx="0" cy="457200"/>
          </a:xfrm>
          <a:prstGeom prst="straightConnector1">
            <a:avLst/>
          </a:prstGeom>
          <a:noFill/>
          <a:ln cap="flat" cmpd="sng" w="9525">
            <a:solidFill>
              <a:schemeClr val="dk1"/>
            </a:solidFill>
            <a:prstDash val="solid"/>
            <a:miter lim="8000"/>
            <a:headEnd len="sm" w="sm" type="none"/>
            <a:tailEnd len="med" w="med" type="triangle"/>
          </a:ln>
        </p:spPr>
      </p:cxnSp>
      <p:pic>
        <p:nvPicPr>
          <p:cNvPr id="328" name="Google Shape;328;p41"/>
          <p:cNvPicPr preferRelativeResize="0"/>
          <p:nvPr/>
        </p:nvPicPr>
        <p:blipFill rotWithShape="1">
          <a:blip r:embed="rId5">
            <a:alphaModFix/>
          </a:blip>
          <a:srcRect b="0" l="0" r="0" t="0"/>
          <a:stretch/>
        </p:blipFill>
        <p:spPr>
          <a:xfrm>
            <a:off x="6096000" y="57150"/>
            <a:ext cx="3048000" cy="2808287"/>
          </a:xfrm>
          <a:prstGeom prst="rect">
            <a:avLst/>
          </a:prstGeom>
          <a:noFill/>
          <a:ln>
            <a:noFill/>
          </a:ln>
        </p:spPr>
      </p:pic>
      <p:sp>
        <p:nvSpPr>
          <p:cNvPr id="329" name="Google Shape;329;p41"/>
          <p:cNvSpPr txBox="1"/>
          <p:nvPr/>
        </p:nvSpPr>
        <p:spPr>
          <a:xfrm>
            <a:off x="4572000" y="2865437"/>
            <a:ext cx="952500" cy="1200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1800" u="none">
                <a:solidFill>
                  <a:schemeClr val="dk1"/>
                </a:solidFill>
                <a:latin typeface="Arial"/>
                <a:ea typeface="Arial"/>
                <a:cs typeface="Arial"/>
                <a:sym typeface="Arial"/>
              </a:rPr>
              <a:t>See pages</a:t>
            </a:r>
            <a:endParaRPr/>
          </a:p>
          <a:p>
            <a:pPr indent="0" lvl="0" marL="0" marR="0" rtl="0" algn="l">
              <a:lnSpc>
                <a:spcPct val="100000"/>
              </a:lnSpc>
              <a:spcBef>
                <a:spcPts val="0"/>
              </a:spcBef>
              <a:spcAft>
                <a:spcPts val="0"/>
              </a:spcAft>
              <a:buClr>
                <a:schemeClr val="dk1"/>
              </a:buClr>
              <a:buFont typeface="Arial"/>
              <a:buNone/>
            </a:pPr>
            <a:r>
              <a:rPr b="1" i="0" lang="en-US" sz="1800" u="none">
                <a:solidFill>
                  <a:schemeClr val="dk1"/>
                </a:solidFill>
                <a:latin typeface="Arial"/>
                <a:ea typeface="Arial"/>
                <a:cs typeface="Arial"/>
                <a:sym typeface="Arial"/>
              </a:rPr>
              <a:t>222 -226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Retrospect">
  <a:themeElements>
    <a:clrScheme name="Orang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Retrospect">
  <a:themeElements>
    <a:clrScheme name="Orang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5_Retrospect">
  <a:themeElements>
    <a:clrScheme name="Orang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4_Retrospect">
  <a:themeElements>
    <a:clrScheme name="Orang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6_Retrospect">
  <a:themeElements>
    <a:clrScheme name="Orang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Retrospect">
  <a:themeElements>
    <a:clrScheme name="Orang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_Retrospect">
  <a:themeElements>
    <a:clrScheme name="Orang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