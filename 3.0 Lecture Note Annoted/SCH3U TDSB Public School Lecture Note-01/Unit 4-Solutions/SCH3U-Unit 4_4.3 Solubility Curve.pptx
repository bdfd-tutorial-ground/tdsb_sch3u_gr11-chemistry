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themeOverride+xml" PartName="/ppt/theme/themeOverride2.xml"/>
  <Override ContentType="application/vnd.openxmlformats-officedocument.themeOverride+xml" PartName="/ppt/theme/themeOverr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Cabin"/>
      <p:regular r:id="rId37"/>
      <p:bold r:id="rId38"/>
      <p:italic r:id="rId39"/>
      <p:boldItalic r:id="rId40"/>
    </p:embeddedFont>
    <p:embeddedFont>
      <p:font typeface="Corbel"/>
      <p:regular r:id="rId41"/>
      <p:bold r:id="rId42"/>
      <p:italic r:id="rId43"/>
      <p:boldItalic r:id="rId44"/>
    </p:embeddedFont>
    <p:embeddedFont>
      <p:font typeface="Questrial"/>
      <p:regular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Cabin-boldItalic.fntdata"/><Relationship Id="rId20" Type="http://schemas.openxmlformats.org/officeDocument/2006/relationships/slide" Target="slides/slide15.xml"/><Relationship Id="rId42" Type="http://schemas.openxmlformats.org/officeDocument/2006/relationships/font" Target="fonts/Corbel-bold.fntdata"/><Relationship Id="rId41" Type="http://schemas.openxmlformats.org/officeDocument/2006/relationships/font" Target="fonts/Corbel-regular.fntdata"/><Relationship Id="rId22" Type="http://schemas.openxmlformats.org/officeDocument/2006/relationships/slide" Target="slides/slide17.xml"/><Relationship Id="rId44" Type="http://schemas.openxmlformats.org/officeDocument/2006/relationships/font" Target="fonts/Corbel-boldItalic.fntdata"/><Relationship Id="rId21" Type="http://schemas.openxmlformats.org/officeDocument/2006/relationships/slide" Target="slides/slide16.xml"/><Relationship Id="rId43" Type="http://schemas.openxmlformats.org/officeDocument/2006/relationships/font" Target="fonts/Corbel-italic.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Questrial-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Cabin-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Cabin-italic.fntdata"/><Relationship Id="rId16" Type="http://schemas.openxmlformats.org/officeDocument/2006/relationships/slide" Target="slides/slide11.xml"/><Relationship Id="rId38" Type="http://schemas.openxmlformats.org/officeDocument/2006/relationships/font" Target="fonts/Cabin-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6f9c7433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6f9c74333e_0_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429005721e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429005721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429005721e_0_20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429005721e_0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429005721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429005721e_0_19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429005721e_0_2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429005721e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429005721e_0_2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429005721e_0_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429005721e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429005721e_0_23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429005721e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429005721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429005721e_0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429005721e_0_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429005721e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429005721e_0_15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429005721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4290057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429005721e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98c1ebb708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98c1ebb70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298c1ebb708_0_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429005721e_0_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429005721e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429005721e_0_17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98c1ebb708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98c1ebb70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298c1ebb708_0_1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8c1ebb719_1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98c1ebb719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298c1ebb719_1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98c1ebb719_1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98c1ebb719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298c1ebb719_1_2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98c1ebb719_1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98c1ebb719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298c1ebb719_1_1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98c1ebb708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98c1ebb70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298c1ebb708_0_10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9f7398051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9f739805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29f73980516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98c1ebb708_0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98c1ebb708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298c1ebb708_0_19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98c1ebb708_0_8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98c1ebb708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298c1ebb708_0_8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98c1ebb719_1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98c1ebb719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298c1ebb719_1_2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98c1ebb708_0_2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98c1ebb708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298c1ebb708_0_28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429005721e_0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429005721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429005721e_0_16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98c1ebb708_0_8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98c1ebb708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g298c1ebb708_0_86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98c1ebb708_0_3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98c1ebb708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298c1ebb708_0_38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98c1ebb719_1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98c1ebb719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298c1ebb719_1_7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629561498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62956149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26295614987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6295614987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629561498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26295614987_0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98c1ebb719_1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98c1ebb719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298c1ebb719_1_9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577a0a9a2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577a0a9a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g3577a0a9a23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20d8824dd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20d8824d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g120d8824dd1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98c1ebb719_1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98c1ebb719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g298c1ebb719_1_5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429005721e_0_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429005721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g429005721e_0_17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457200" y="116586"/>
            <a:ext cx="8229600" cy="9396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9" name="Google Shape;19;p2"/>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0" name="Google Shape;20;p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1" name="Google Shape;21;p2"/>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2" name="Google Shape;22;p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3"/>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25" name="Google Shape;25;p3"/>
          <p:cNvSpPr txBox="1"/>
          <p:nvPr>
            <p:ph idx="1" type="body"/>
          </p:nvPr>
        </p:nvSpPr>
        <p:spPr>
          <a:xfrm>
            <a:off x="457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6" name="Google Shape;26;p3"/>
          <p:cNvSpPr txBox="1"/>
          <p:nvPr>
            <p:ph idx="2" type="body"/>
          </p:nvPr>
        </p:nvSpPr>
        <p:spPr>
          <a:xfrm>
            <a:off x="4648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7" name="Google Shape;27;p3"/>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8" name="Google Shape;28;p3"/>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9" name="Google Shape;29;p3"/>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stretch>
            <a:fillRect b="0" l="0" r="0" t="0"/>
          </a:stretch>
        </a:blipFill>
      </p:bgPr>
    </p:bg>
    <p:spTree>
      <p:nvGrpSpPr>
        <p:cNvPr id="30" name="Shape 30"/>
        <p:cNvGrpSpPr/>
        <p:nvPr/>
      </p:nvGrpSpPr>
      <p:grpSpPr>
        <a:xfrm>
          <a:off x="0" y="0"/>
          <a:ext cx="0" cy="0"/>
          <a:chOff x="0" y="0"/>
          <a:chExt cx="0" cy="0"/>
        </a:xfrm>
      </p:grpSpPr>
      <p:sp>
        <p:nvSpPr>
          <p:cNvPr id="31" name="Google Shape;31;p4"/>
          <p:cNvSpPr/>
          <p:nvPr/>
        </p:nvSpPr>
        <p:spPr>
          <a:xfrm>
            <a:off x="0" y="1"/>
            <a:ext cx="9144000" cy="38517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2" name="Google Shape;32;p4"/>
          <p:cNvSpPr/>
          <p:nvPr/>
        </p:nvSpPr>
        <p:spPr>
          <a:xfrm>
            <a:off x="0" y="3846284"/>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3" name="Google Shape;33;p4"/>
          <p:cNvSpPr txBox="1"/>
          <p:nvPr>
            <p:ph type="ctrTitle"/>
          </p:nvPr>
        </p:nvSpPr>
        <p:spPr>
          <a:xfrm>
            <a:off x="685800" y="2516887"/>
            <a:ext cx="8077200" cy="12549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34" name="Google Shape;34;p4"/>
          <p:cNvSpPr txBox="1"/>
          <p:nvPr>
            <p:ph idx="1" type="subTitle"/>
          </p:nvPr>
        </p:nvSpPr>
        <p:spPr>
          <a:xfrm>
            <a:off x="685800" y="1371600"/>
            <a:ext cx="8077200" cy="11247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12653" lvl="1" marL="457153" marR="0" rtl="0" algn="ctr">
              <a:spcBef>
                <a:spcPts val="560"/>
              </a:spcBef>
              <a:spcAft>
                <a:spcPts val="0"/>
              </a:spcAft>
              <a:buClr>
                <a:schemeClr val="accent2"/>
              </a:buClr>
              <a:buSzPts val="2520"/>
              <a:buFont typeface="Noto Sans Symbols"/>
              <a:buNone/>
              <a:defRPr b="0" i="0" sz="2800" u="none" cap="none" strike="noStrike">
                <a:solidFill>
                  <a:schemeClr val="lt1"/>
                </a:solidFill>
                <a:latin typeface="Corbel"/>
                <a:ea typeface="Corbel"/>
                <a:cs typeface="Corbel"/>
                <a:sym typeface="Corbel"/>
              </a:defRPr>
            </a:lvl2pPr>
            <a:lvl3pPr indent="-12605" lvl="2" marL="914305" marR="0" rtl="0" algn="ctr">
              <a:spcBef>
                <a:spcPts val="480"/>
              </a:spcBef>
              <a:spcAft>
                <a:spcPts val="0"/>
              </a:spcAft>
              <a:buClr>
                <a:srgbClr val="E66C7D"/>
              </a:buClr>
              <a:buSzPts val="2400"/>
              <a:buFont typeface="Arial"/>
              <a:buNone/>
              <a:defRPr b="0" i="0" sz="2400" u="none" cap="none" strike="noStrike">
                <a:solidFill>
                  <a:schemeClr val="lt1"/>
                </a:solidFill>
                <a:latin typeface="Corbel"/>
                <a:ea typeface="Corbel"/>
                <a:cs typeface="Corbel"/>
                <a:sym typeface="Corbel"/>
              </a:defRPr>
            </a:lvl3pPr>
            <a:lvl4pPr indent="-12557" lvl="3" marL="1371458" marR="0" rtl="0" algn="ctr">
              <a:spcBef>
                <a:spcPts val="400"/>
              </a:spcBef>
              <a:spcAft>
                <a:spcPts val="0"/>
              </a:spcAft>
              <a:buClr>
                <a:srgbClr val="6BB76D"/>
              </a:buClr>
              <a:buSzPts val="2000"/>
              <a:buFont typeface="Arial"/>
              <a:buNone/>
              <a:defRPr b="0" i="0" sz="2000" u="none" cap="none" strike="noStrike">
                <a:solidFill>
                  <a:schemeClr val="lt1"/>
                </a:solidFill>
                <a:latin typeface="Corbel"/>
                <a:ea typeface="Corbel"/>
                <a:cs typeface="Corbel"/>
                <a:sym typeface="Corbel"/>
              </a:defRPr>
            </a:lvl4pPr>
            <a:lvl5pPr indent="-12510" lvl="4" marL="1828610" marR="0" rtl="0" algn="ctr">
              <a:spcBef>
                <a:spcPts val="400"/>
              </a:spcBef>
              <a:spcAft>
                <a:spcPts val="0"/>
              </a:spcAft>
              <a:buClr>
                <a:srgbClr val="E88651"/>
              </a:buClr>
              <a:buSzPts val="2000"/>
              <a:buFont typeface="Noto Sans Symbols"/>
              <a:buNone/>
              <a:defRPr b="0" i="0" sz="2000" u="none" cap="none" strike="noStrike">
                <a:solidFill>
                  <a:schemeClr val="lt1"/>
                </a:solidFill>
                <a:latin typeface="Corbel"/>
                <a:ea typeface="Corbel"/>
                <a:cs typeface="Corbel"/>
                <a:sym typeface="Corbel"/>
              </a:defRPr>
            </a:lvl5pPr>
            <a:lvl6pPr indent="-12462" lvl="5" marL="2285763" marR="0" rtl="0" algn="ctr">
              <a:spcBef>
                <a:spcPts val="400"/>
              </a:spcBef>
              <a:spcAft>
                <a:spcPts val="0"/>
              </a:spcAft>
              <a:buClr>
                <a:schemeClr val="accent6"/>
              </a:buClr>
              <a:buSzPts val="2000"/>
              <a:buFont typeface="Noto Sans Symbols"/>
              <a:buNone/>
              <a:defRPr b="0" i="0" sz="2000" u="none" cap="none" strike="noStrike">
                <a:solidFill>
                  <a:schemeClr val="lt1"/>
                </a:solidFill>
                <a:latin typeface="Corbel"/>
                <a:ea typeface="Corbel"/>
                <a:cs typeface="Corbel"/>
                <a:sym typeface="Corbel"/>
              </a:defRPr>
            </a:lvl6pPr>
            <a:lvl7pPr indent="-12414" lvl="6" marL="2742915" marR="0" rtl="0" algn="ctr">
              <a:spcBef>
                <a:spcPts val="360"/>
              </a:spcBef>
              <a:spcAft>
                <a:spcPts val="0"/>
              </a:spcAft>
              <a:buClr>
                <a:schemeClr val="accent1"/>
              </a:buClr>
              <a:buSzPts val="1800"/>
              <a:buFont typeface="Noto Sans Symbols"/>
              <a:buNone/>
              <a:defRPr b="0" i="0" sz="1800" u="none" cap="none" strike="noStrike">
                <a:solidFill>
                  <a:schemeClr val="lt1"/>
                </a:solidFill>
                <a:latin typeface="Corbel"/>
                <a:ea typeface="Corbel"/>
                <a:cs typeface="Corbel"/>
                <a:sym typeface="Corbel"/>
              </a:defRPr>
            </a:lvl7pPr>
            <a:lvl8pPr indent="-12368" lvl="7" marL="3200068" marR="0" rtl="0" algn="ctr">
              <a:spcBef>
                <a:spcPts val="360"/>
              </a:spcBef>
              <a:spcAft>
                <a:spcPts val="0"/>
              </a:spcAft>
              <a:buClr>
                <a:schemeClr val="accent2"/>
              </a:buClr>
              <a:buSzPts val="1800"/>
              <a:buFont typeface="Noto Sans Symbols"/>
              <a:buNone/>
              <a:defRPr b="0" i="0" sz="1800" u="none" cap="none" strike="noStrike">
                <a:solidFill>
                  <a:schemeClr val="lt1"/>
                </a:solidFill>
                <a:latin typeface="Corbel"/>
                <a:ea typeface="Corbel"/>
                <a:cs typeface="Corbel"/>
                <a:sym typeface="Corbel"/>
              </a:defRPr>
            </a:lvl8pPr>
            <a:lvl9pPr indent="-12320" lvl="8" marL="3657220" marR="0" rtl="0" algn="ctr">
              <a:spcBef>
                <a:spcPts val="360"/>
              </a:spcBef>
              <a:spcAft>
                <a:spcPts val="0"/>
              </a:spcAft>
              <a:buClr>
                <a:schemeClr val="accent3"/>
              </a:buClr>
              <a:buSzPts val="1800"/>
              <a:buFont typeface="Noto Sans Symbols"/>
              <a:buNone/>
              <a:defRPr b="0" i="0" sz="1800" u="none" cap="none" strike="noStrike">
                <a:solidFill>
                  <a:schemeClr val="lt1"/>
                </a:solidFill>
                <a:latin typeface="Corbel"/>
                <a:ea typeface="Corbel"/>
                <a:cs typeface="Corbel"/>
                <a:sym typeface="Corbel"/>
              </a:defRPr>
            </a:lvl9pPr>
          </a:lstStyle>
          <a:p/>
        </p:txBody>
      </p:sp>
      <p:sp>
        <p:nvSpPr>
          <p:cNvPr id="35" name="Google Shape;35;p4"/>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6" name="Google Shape;36;p4"/>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7" name="Google Shape;37;p4"/>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stretch>
            <a:fillRect b="0" l="0" r="0" t="0"/>
          </a:stretch>
        </a:blipFill>
      </p:bgPr>
    </p:bg>
    <p:spTree>
      <p:nvGrpSpPr>
        <p:cNvPr id="38" name="Shape 38"/>
        <p:cNvGrpSpPr/>
        <p:nvPr/>
      </p:nvGrpSpPr>
      <p:grpSpPr>
        <a:xfrm>
          <a:off x="0" y="0"/>
          <a:ext cx="0" cy="0"/>
          <a:chOff x="0" y="0"/>
          <a:chExt cx="0" cy="0"/>
        </a:xfrm>
      </p:grpSpPr>
      <p:sp>
        <p:nvSpPr>
          <p:cNvPr id="39" name="Google Shape;39;p5"/>
          <p:cNvSpPr/>
          <p:nvPr/>
        </p:nvSpPr>
        <p:spPr>
          <a:xfrm>
            <a:off x="0" y="0"/>
            <a:ext cx="9144000" cy="19518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40" name="Google Shape;40;p5"/>
          <p:cNvSpPr/>
          <p:nvPr/>
        </p:nvSpPr>
        <p:spPr>
          <a:xfrm>
            <a:off x="0" y="1951765"/>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41" name="Google Shape;41;p5"/>
          <p:cNvSpPr txBox="1"/>
          <p:nvPr>
            <p:ph type="title"/>
          </p:nvPr>
        </p:nvSpPr>
        <p:spPr>
          <a:xfrm>
            <a:off x="749808" y="89154"/>
            <a:ext cx="8013300" cy="1227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2" name="Google Shape;42;p5"/>
          <p:cNvSpPr txBox="1"/>
          <p:nvPr>
            <p:ph idx="1" type="body"/>
          </p:nvPr>
        </p:nvSpPr>
        <p:spPr>
          <a:xfrm>
            <a:off x="740664" y="1371600"/>
            <a:ext cx="8022300" cy="5142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228600" lvl="1" marL="914400" marR="0" rtl="0" algn="l">
              <a:spcBef>
                <a:spcPts val="360"/>
              </a:spcBef>
              <a:spcAft>
                <a:spcPts val="0"/>
              </a:spcAft>
              <a:buClr>
                <a:schemeClr val="accent2"/>
              </a:buClr>
              <a:buSzPts val="2520"/>
              <a:buFont typeface="Noto Sans Symbols"/>
              <a:buNone/>
              <a:defRPr b="0" i="0" sz="1800" u="none" cap="none" strike="noStrike">
                <a:solidFill>
                  <a:schemeClr val="lt1"/>
                </a:solidFill>
                <a:latin typeface="Corbel"/>
                <a:ea typeface="Corbel"/>
                <a:cs typeface="Corbel"/>
                <a:sym typeface="Corbel"/>
              </a:defRPr>
            </a:lvl2pPr>
            <a:lvl3pPr indent="-228600" lvl="2" marL="1371600" marR="0" rtl="0" algn="l">
              <a:spcBef>
                <a:spcPts val="320"/>
              </a:spcBef>
              <a:spcAft>
                <a:spcPts val="0"/>
              </a:spcAft>
              <a:buClr>
                <a:srgbClr val="E66C7D"/>
              </a:buClr>
              <a:buSzPts val="2400"/>
              <a:buFont typeface="Arial"/>
              <a:buNone/>
              <a:defRPr b="0" i="0" sz="1600" u="none" cap="none" strike="noStrike">
                <a:solidFill>
                  <a:schemeClr val="lt1"/>
                </a:solidFill>
                <a:latin typeface="Corbel"/>
                <a:ea typeface="Corbel"/>
                <a:cs typeface="Corbel"/>
                <a:sym typeface="Corbel"/>
              </a:defRPr>
            </a:lvl3pPr>
            <a:lvl4pPr indent="-228600" lvl="3" marL="1828800" marR="0" rtl="0" algn="l">
              <a:spcBef>
                <a:spcPts val="280"/>
              </a:spcBef>
              <a:spcAft>
                <a:spcPts val="0"/>
              </a:spcAft>
              <a:buClr>
                <a:srgbClr val="6BB76D"/>
              </a:buClr>
              <a:buSzPts val="2000"/>
              <a:buFont typeface="Arial"/>
              <a:buNone/>
              <a:defRPr b="0" i="0" sz="1400" u="none" cap="none" strike="noStrike">
                <a:solidFill>
                  <a:schemeClr val="lt1"/>
                </a:solidFill>
                <a:latin typeface="Corbel"/>
                <a:ea typeface="Corbel"/>
                <a:cs typeface="Corbel"/>
                <a:sym typeface="Corbel"/>
              </a:defRPr>
            </a:lvl4pPr>
            <a:lvl5pPr indent="-228600" lvl="4" marL="2286000" marR="0" rtl="0" algn="l">
              <a:spcBef>
                <a:spcPts val="280"/>
              </a:spcBef>
              <a:spcAft>
                <a:spcPts val="0"/>
              </a:spcAft>
              <a:buClr>
                <a:srgbClr val="E88651"/>
              </a:buClr>
              <a:buSzPts val="2000"/>
              <a:buFont typeface="Noto Sans Symbols"/>
              <a:buNone/>
              <a:defRPr b="0" i="0" sz="1400" u="none" cap="none" strike="noStrike">
                <a:solidFill>
                  <a:schemeClr val="lt1"/>
                </a:solidFill>
                <a:latin typeface="Corbel"/>
                <a:ea typeface="Corbel"/>
                <a:cs typeface="Corbel"/>
                <a:sym typeface="Corbel"/>
              </a:defRPr>
            </a:lvl5pPr>
            <a:lvl6pPr indent="-228600" lvl="5" marL="2743200" marR="0" rtl="0" algn="l">
              <a:spcBef>
                <a:spcPts val="280"/>
              </a:spcBef>
              <a:spcAft>
                <a:spcPts val="0"/>
              </a:spcAft>
              <a:buClr>
                <a:schemeClr val="accent6"/>
              </a:buClr>
              <a:buSzPts val="2000"/>
              <a:buFont typeface="Noto Sans Symbols"/>
              <a:buNone/>
              <a:defRPr b="0" i="0" sz="1400" u="none" cap="none" strike="noStrike">
                <a:solidFill>
                  <a:schemeClr val="lt1"/>
                </a:solidFill>
                <a:latin typeface="Corbel"/>
                <a:ea typeface="Corbel"/>
                <a:cs typeface="Corbel"/>
                <a:sym typeface="Corbel"/>
              </a:defRPr>
            </a:lvl6pPr>
            <a:lvl7pPr indent="-228600" lvl="6" marL="3200400" marR="0" rtl="0" algn="l">
              <a:spcBef>
                <a:spcPts val="280"/>
              </a:spcBef>
              <a:spcAft>
                <a:spcPts val="0"/>
              </a:spcAft>
              <a:buClr>
                <a:schemeClr val="accent1"/>
              </a:buClr>
              <a:buSzPts val="1800"/>
              <a:buFont typeface="Noto Sans Symbols"/>
              <a:buNone/>
              <a:defRPr b="0" i="0" sz="1400" u="none" cap="none" strike="noStrike">
                <a:solidFill>
                  <a:schemeClr val="lt1"/>
                </a:solidFill>
                <a:latin typeface="Corbel"/>
                <a:ea typeface="Corbel"/>
                <a:cs typeface="Corbel"/>
                <a:sym typeface="Corbel"/>
              </a:defRPr>
            </a:lvl7pPr>
            <a:lvl8pPr indent="-228600" lvl="7" marL="3657600" marR="0" rtl="0" algn="l">
              <a:spcBef>
                <a:spcPts val="280"/>
              </a:spcBef>
              <a:spcAft>
                <a:spcPts val="0"/>
              </a:spcAft>
              <a:buClr>
                <a:schemeClr val="accent2"/>
              </a:buClr>
              <a:buSzPts val="1800"/>
              <a:buFont typeface="Noto Sans Symbols"/>
              <a:buNone/>
              <a:defRPr b="0" i="0" sz="1400" u="none" cap="none" strike="noStrike">
                <a:solidFill>
                  <a:schemeClr val="lt1"/>
                </a:solidFill>
                <a:latin typeface="Corbel"/>
                <a:ea typeface="Corbel"/>
                <a:cs typeface="Corbel"/>
                <a:sym typeface="Corbel"/>
              </a:defRPr>
            </a:lvl8pPr>
            <a:lvl9pPr indent="-228600" lvl="8" marL="4114800" marR="0" rtl="0" algn="l">
              <a:spcBef>
                <a:spcPts val="280"/>
              </a:spcBef>
              <a:spcAft>
                <a:spcPts val="0"/>
              </a:spcAft>
              <a:buClr>
                <a:schemeClr val="accent3"/>
              </a:buClr>
              <a:buSzPts val="1800"/>
              <a:buFont typeface="Noto Sans Symbols"/>
              <a:buNone/>
              <a:defRPr b="0" i="0" sz="1400" u="none" cap="none" strike="noStrike">
                <a:solidFill>
                  <a:schemeClr val="lt1"/>
                </a:solidFill>
                <a:latin typeface="Corbel"/>
                <a:ea typeface="Corbel"/>
                <a:cs typeface="Corbel"/>
                <a:sym typeface="Corbel"/>
              </a:defRPr>
            </a:lvl9pPr>
          </a:lstStyle>
          <a:p/>
        </p:txBody>
      </p:sp>
      <p:sp>
        <p:nvSpPr>
          <p:cNvPr id="43" name="Google Shape;43;p5"/>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4" name="Google Shape;44;p5"/>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5" name="Google Shape;45;p5"/>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6"/>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8" name="Google Shape;48;p6"/>
          <p:cNvSpPr txBox="1"/>
          <p:nvPr>
            <p:ph idx="1" type="body"/>
          </p:nvPr>
        </p:nvSpPr>
        <p:spPr>
          <a:xfrm>
            <a:off x="457200" y="1274240"/>
            <a:ext cx="40401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49" name="Google Shape;49;p6"/>
          <p:cNvSpPr txBox="1"/>
          <p:nvPr>
            <p:ph idx="2" type="body"/>
          </p:nvPr>
        </p:nvSpPr>
        <p:spPr>
          <a:xfrm>
            <a:off x="457200" y="1837135"/>
            <a:ext cx="40401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50" name="Google Shape;50;p6"/>
          <p:cNvSpPr txBox="1"/>
          <p:nvPr>
            <p:ph idx="3" type="body"/>
          </p:nvPr>
        </p:nvSpPr>
        <p:spPr>
          <a:xfrm>
            <a:off x="4645025" y="1274240"/>
            <a:ext cx="40419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51" name="Google Shape;51;p6"/>
          <p:cNvSpPr txBox="1"/>
          <p:nvPr>
            <p:ph idx="4" type="body"/>
          </p:nvPr>
        </p:nvSpPr>
        <p:spPr>
          <a:xfrm>
            <a:off x="4645025" y="1837135"/>
            <a:ext cx="40419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52" name="Google Shape;52;p6"/>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3" name="Google Shape;53;p6"/>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4" name="Google Shape;54;p6"/>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7"/>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57" name="Google Shape;57;p7"/>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8" name="Google Shape;58;p7"/>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9" name="Google Shape;59;p7"/>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0" name="Shape 60"/>
        <p:cNvGrpSpPr/>
        <p:nvPr/>
      </p:nvGrpSpPr>
      <p:grpSpPr>
        <a:xfrm>
          <a:off x="0" y="0"/>
          <a:ext cx="0" cy="0"/>
          <a:chOff x="0" y="0"/>
          <a:chExt cx="0" cy="0"/>
        </a:xfrm>
      </p:grpSpPr>
      <p:sp>
        <p:nvSpPr>
          <p:cNvPr id="61" name="Google Shape;61;p8"/>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2" name="Google Shape;62;p8"/>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3" name="Google Shape;63;p8"/>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6" name="Google Shape;66;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7" name="Google Shape;67;p9"/>
          <p:cNvSpPr txBox="1"/>
          <p:nvPr>
            <p:ph type="title"/>
          </p:nvPr>
        </p:nvSpPr>
        <p:spPr>
          <a:xfrm>
            <a:off x="167838" y="114300"/>
            <a:ext cx="25236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68" name="Google Shape;68;p9"/>
          <p:cNvSpPr txBox="1"/>
          <p:nvPr>
            <p:ph idx="1" type="body"/>
          </p:nvPr>
        </p:nvSpPr>
        <p:spPr>
          <a:xfrm>
            <a:off x="3019378" y="1307350"/>
            <a:ext cx="5920500" cy="3419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55600" lvl="6" marL="3200400" marR="0" rtl="0" algn="l">
              <a:spcBef>
                <a:spcPts val="400"/>
              </a:spcBef>
              <a:spcAft>
                <a:spcPts val="0"/>
              </a:spcAft>
              <a:buClr>
                <a:schemeClr val="accent1"/>
              </a:buClr>
              <a:buSzPts val="2000"/>
              <a:buFont typeface="Noto Sans Symbols"/>
              <a:buChar char="⚫"/>
              <a:defRPr b="0" i="0" sz="2000" u="none" cap="none" strike="noStrike">
                <a:solidFill>
                  <a:schemeClr val="dk1"/>
                </a:solidFill>
                <a:latin typeface="Corbel"/>
                <a:ea typeface="Corbel"/>
                <a:cs typeface="Corbel"/>
                <a:sym typeface="Corbel"/>
              </a:defRPr>
            </a:lvl7pPr>
            <a:lvl8pPr indent="-355600" lvl="7" marL="3657600" marR="0" rtl="0" algn="l">
              <a:spcBef>
                <a:spcPts val="400"/>
              </a:spcBef>
              <a:spcAft>
                <a:spcPts val="0"/>
              </a:spcAft>
              <a:buClr>
                <a:schemeClr val="accent2"/>
              </a:buClr>
              <a:buSzPts val="2000"/>
              <a:buFont typeface="Noto Sans Symbols"/>
              <a:buChar char="⚫"/>
              <a:defRPr b="0" i="0" sz="2000" u="none" cap="none" strike="noStrike">
                <a:solidFill>
                  <a:schemeClr val="dk1"/>
                </a:solidFill>
                <a:latin typeface="Corbel"/>
                <a:ea typeface="Corbel"/>
                <a:cs typeface="Corbel"/>
                <a:sym typeface="Corbel"/>
              </a:defRPr>
            </a:lvl8pPr>
            <a:lvl9pPr indent="-355600" lvl="8" marL="4114800" marR="0" rtl="0" algn="l">
              <a:spcBef>
                <a:spcPts val="400"/>
              </a:spcBef>
              <a:spcAft>
                <a:spcPts val="0"/>
              </a:spcAft>
              <a:buClr>
                <a:schemeClr val="accent3"/>
              </a:buClr>
              <a:buSzPts val="2000"/>
              <a:buFont typeface="Noto Sans Symbols"/>
              <a:buChar char="⚫"/>
              <a:defRPr b="0" i="0" sz="2000" u="none" cap="none" strike="noStrike">
                <a:solidFill>
                  <a:schemeClr val="dk1"/>
                </a:solidFill>
                <a:latin typeface="Corbel"/>
                <a:ea typeface="Corbel"/>
                <a:cs typeface="Corbel"/>
                <a:sym typeface="Corbel"/>
              </a:defRPr>
            </a:lvl9pPr>
          </a:lstStyle>
          <a:p/>
        </p:txBody>
      </p:sp>
      <p:sp>
        <p:nvSpPr>
          <p:cNvPr id="69" name="Google Shape;69;p9"/>
          <p:cNvSpPr txBox="1"/>
          <p:nvPr>
            <p:ph idx="2" type="body"/>
          </p:nvPr>
        </p:nvSpPr>
        <p:spPr>
          <a:xfrm>
            <a:off x="167839" y="1297514"/>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0" name="Google Shape;70;p9"/>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1" name="Google Shape;71;p9"/>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2" name="Google Shape;72;p9"/>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chemeClr val="lt2"/>
        </a:solidFill>
      </p:bgPr>
    </p:bg>
    <p:spTree>
      <p:nvGrpSpPr>
        <p:cNvPr id="73" name="Shape 73"/>
        <p:cNvGrpSpPr/>
        <p:nvPr/>
      </p:nvGrpSpPr>
      <p:grpSpPr>
        <a:xfrm>
          <a:off x="0" y="0"/>
          <a:ext cx="0" cy="0"/>
          <a:chOff x="0" y="0"/>
          <a:chExt cx="0" cy="0"/>
        </a:xfrm>
      </p:grpSpPr>
      <p:sp>
        <p:nvSpPr>
          <p:cNvPr id="74" name="Google Shape;74;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5" name="Google Shape;75;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6" name="Google Shape;76;p10"/>
          <p:cNvSpPr txBox="1"/>
          <p:nvPr>
            <p:ph type="title"/>
          </p:nvPr>
        </p:nvSpPr>
        <p:spPr>
          <a:xfrm>
            <a:off x="164592" y="116586"/>
            <a:ext cx="25251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77" name="Google Shape;77;p10"/>
          <p:cNvSpPr/>
          <p:nvPr>
            <p:ph idx="2" type="pic"/>
          </p:nvPr>
        </p:nvSpPr>
        <p:spPr>
          <a:xfrm>
            <a:off x="2903806" y="1113607"/>
            <a:ext cx="6247500" cy="4029900"/>
          </a:xfrm>
          <a:prstGeom prst="rect">
            <a:avLst/>
          </a:prstGeom>
          <a:solidFill>
            <a:srgbClr val="BABABB"/>
          </a:solid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accent1"/>
              </a:buClr>
              <a:buSzPts val="1400"/>
              <a:buFont typeface="Noto Sans Symbols"/>
              <a:buNone/>
              <a:defRPr b="0" i="0" sz="3200" u="none" cap="none" strike="noStrike">
                <a:solidFill>
                  <a:schemeClr val="dk1"/>
                </a:solidFill>
                <a:latin typeface="Corbel"/>
                <a:ea typeface="Corbel"/>
                <a:cs typeface="Corbel"/>
                <a:sym typeface="Corbel"/>
              </a:defRPr>
            </a:lvl1pPr>
            <a:lvl2pPr indent="-12653" lvl="1" marL="457153" marR="0" rtl="0" algn="l">
              <a:spcBef>
                <a:spcPts val="560"/>
              </a:spcBef>
              <a:spcAft>
                <a:spcPts val="0"/>
              </a:spcAft>
              <a:buClr>
                <a:schemeClr val="accent2"/>
              </a:buClr>
              <a:buSzPts val="1400"/>
              <a:buFont typeface="Noto Sans Symbols"/>
              <a:buNone/>
              <a:defRPr b="0" i="0" sz="2800" u="none" cap="none" strike="noStrike">
                <a:solidFill>
                  <a:schemeClr val="dk1"/>
                </a:solidFill>
                <a:latin typeface="Corbel"/>
                <a:ea typeface="Corbel"/>
                <a:cs typeface="Corbel"/>
                <a:sym typeface="Corbel"/>
              </a:defRPr>
            </a:lvl2pPr>
            <a:lvl3pPr indent="-12605" lvl="2" marL="914305" marR="0" rtl="0" algn="l">
              <a:spcBef>
                <a:spcPts val="480"/>
              </a:spcBef>
              <a:spcAft>
                <a:spcPts val="0"/>
              </a:spcAft>
              <a:buClr>
                <a:srgbClr val="E66C7D"/>
              </a:buClr>
              <a:buSzPts val="1400"/>
              <a:buFont typeface="Arial"/>
              <a:buNone/>
              <a:defRPr b="0" i="0" sz="2400" u="none" cap="none" strike="noStrike">
                <a:solidFill>
                  <a:schemeClr val="dk1"/>
                </a:solidFill>
                <a:latin typeface="Corbel"/>
                <a:ea typeface="Corbel"/>
                <a:cs typeface="Corbel"/>
                <a:sym typeface="Corbel"/>
              </a:defRPr>
            </a:lvl3pPr>
            <a:lvl4pPr indent="-12557" lvl="3" marL="1371458" marR="0" rtl="0" algn="l">
              <a:spcBef>
                <a:spcPts val="400"/>
              </a:spcBef>
              <a:spcAft>
                <a:spcPts val="0"/>
              </a:spcAft>
              <a:buClr>
                <a:srgbClr val="6BB76D"/>
              </a:buClr>
              <a:buSzPts val="1400"/>
              <a:buFont typeface="Arial"/>
              <a:buNone/>
              <a:defRPr b="0" i="0" sz="2000" u="none" cap="none" strike="noStrike">
                <a:solidFill>
                  <a:schemeClr val="dk1"/>
                </a:solidFill>
                <a:latin typeface="Corbel"/>
                <a:ea typeface="Corbel"/>
                <a:cs typeface="Corbel"/>
                <a:sym typeface="Corbel"/>
              </a:defRPr>
            </a:lvl4pPr>
            <a:lvl5pPr indent="-12510" lvl="4" marL="1828610" marR="0" rtl="0" algn="l">
              <a:spcBef>
                <a:spcPts val="400"/>
              </a:spcBef>
              <a:spcAft>
                <a:spcPts val="0"/>
              </a:spcAft>
              <a:buClr>
                <a:srgbClr val="E88651"/>
              </a:buClr>
              <a:buSzPts val="1400"/>
              <a:buFont typeface="Noto Sans Symbols"/>
              <a:buNone/>
              <a:defRPr b="0" i="0" sz="2000" u="none" cap="none" strike="noStrike">
                <a:solidFill>
                  <a:schemeClr val="dk1"/>
                </a:solidFill>
                <a:latin typeface="Corbel"/>
                <a:ea typeface="Corbel"/>
                <a:cs typeface="Corbel"/>
                <a:sym typeface="Corbel"/>
              </a:defRPr>
            </a:lvl5pPr>
            <a:lvl6pPr indent="-12462" lvl="5" marL="2285763" marR="0" rtl="0" algn="l">
              <a:spcBef>
                <a:spcPts val="400"/>
              </a:spcBef>
              <a:spcAft>
                <a:spcPts val="0"/>
              </a:spcAft>
              <a:buClr>
                <a:schemeClr val="accent6"/>
              </a:buClr>
              <a:buSzPts val="1400"/>
              <a:buFont typeface="Noto Sans Symbols"/>
              <a:buNone/>
              <a:defRPr b="0" i="0" sz="2000" u="none" cap="none" strike="noStrike">
                <a:solidFill>
                  <a:schemeClr val="dk1"/>
                </a:solidFill>
                <a:latin typeface="Corbel"/>
                <a:ea typeface="Corbel"/>
                <a:cs typeface="Corbel"/>
                <a:sym typeface="Corbel"/>
              </a:defRPr>
            </a:lvl6pPr>
            <a:lvl7pPr indent="-12414" lvl="6" marL="2742915" marR="0" rtl="0" algn="l">
              <a:spcBef>
                <a:spcPts val="400"/>
              </a:spcBef>
              <a:spcAft>
                <a:spcPts val="0"/>
              </a:spcAft>
              <a:buClr>
                <a:schemeClr val="accent1"/>
              </a:buClr>
              <a:buSzPts val="1400"/>
              <a:buFont typeface="Noto Sans Symbols"/>
              <a:buNone/>
              <a:defRPr b="0" i="0" sz="2000" u="none" cap="none" strike="noStrike">
                <a:solidFill>
                  <a:schemeClr val="dk1"/>
                </a:solidFill>
                <a:latin typeface="Corbel"/>
                <a:ea typeface="Corbel"/>
                <a:cs typeface="Corbel"/>
                <a:sym typeface="Corbel"/>
              </a:defRPr>
            </a:lvl7pPr>
            <a:lvl8pPr indent="-12368" lvl="7" marL="3200068" marR="0" rtl="0" algn="l">
              <a:spcBef>
                <a:spcPts val="400"/>
              </a:spcBef>
              <a:spcAft>
                <a:spcPts val="0"/>
              </a:spcAft>
              <a:buClr>
                <a:schemeClr val="accent2"/>
              </a:buClr>
              <a:buSzPts val="1400"/>
              <a:buFont typeface="Noto Sans Symbols"/>
              <a:buNone/>
              <a:defRPr b="0" i="0" sz="2000" u="none" cap="none" strike="noStrike">
                <a:solidFill>
                  <a:schemeClr val="dk1"/>
                </a:solidFill>
                <a:latin typeface="Corbel"/>
                <a:ea typeface="Corbel"/>
                <a:cs typeface="Corbel"/>
                <a:sym typeface="Corbel"/>
              </a:defRPr>
            </a:lvl8pPr>
            <a:lvl9pPr indent="-12320" lvl="8" marL="3657220" marR="0" rtl="0" algn="l">
              <a:spcBef>
                <a:spcPts val="400"/>
              </a:spcBef>
              <a:spcAft>
                <a:spcPts val="0"/>
              </a:spcAft>
              <a:buClr>
                <a:schemeClr val="accent3"/>
              </a:buClr>
              <a:buSzPts val="1400"/>
              <a:buFont typeface="Noto Sans Symbols"/>
              <a:buNone/>
              <a:defRPr b="0" i="0" sz="2000" u="none" cap="none" strike="noStrike">
                <a:solidFill>
                  <a:schemeClr val="dk1"/>
                </a:solidFill>
                <a:latin typeface="Corbel"/>
                <a:ea typeface="Corbel"/>
                <a:cs typeface="Corbel"/>
                <a:sym typeface="Corbel"/>
              </a:defRPr>
            </a:lvl9pPr>
          </a:lstStyle>
          <a:p/>
        </p:txBody>
      </p:sp>
      <p:sp>
        <p:nvSpPr>
          <p:cNvPr id="78" name="Google Shape;78;p10"/>
          <p:cNvSpPr txBox="1"/>
          <p:nvPr>
            <p:ph idx="1" type="body"/>
          </p:nvPr>
        </p:nvSpPr>
        <p:spPr>
          <a:xfrm>
            <a:off x="164592" y="1296162"/>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9" name="Google Shape;79;p10"/>
          <p:cNvSpPr txBox="1"/>
          <p:nvPr>
            <p:ph idx="10" type="dt"/>
          </p:nvPr>
        </p:nvSpPr>
        <p:spPr>
          <a:xfrm>
            <a:off x="164160" y="878132"/>
            <a:ext cx="252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0" name="Google Shape;80;p10"/>
          <p:cNvSpPr txBox="1"/>
          <p:nvPr>
            <p:ph idx="11" type="ftr"/>
          </p:nvPr>
        </p:nvSpPr>
        <p:spPr>
          <a:xfrm>
            <a:off x="3035521" y="878132"/>
            <a:ext cx="519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BABABA"/>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1" name="Google Shape;81;p10"/>
          <p:cNvSpPr txBox="1"/>
          <p:nvPr>
            <p:ph idx="12" type="sldNum"/>
          </p:nvPr>
        </p:nvSpPr>
        <p:spPr>
          <a:xfrm>
            <a:off x="8339041" y="878132"/>
            <a:ext cx="734400" cy="1500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1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84" name="Google Shape;84;p11"/>
          <p:cNvSpPr txBox="1"/>
          <p:nvPr>
            <p:ph idx="1" type="body"/>
          </p:nvPr>
        </p:nvSpPr>
        <p:spPr>
          <a:xfrm rot="5400000">
            <a:off x="2837370" y="-1049170"/>
            <a:ext cx="3469200" cy="8231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85" name="Google Shape;85;p1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6" name="Google Shape;86;p1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7" name="Google Shape;87;p1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8" name="Shape 88"/>
        <p:cNvGrpSpPr/>
        <p:nvPr/>
      </p:nvGrpSpPr>
      <p:grpSpPr>
        <a:xfrm>
          <a:off x="0" y="0"/>
          <a:ext cx="0" cy="0"/>
          <a:chOff x="0" y="0"/>
          <a:chExt cx="0" cy="0"/>
        </a:xfrm>
      </p:grpSpPr>
      <p:sp>
        <p:nvSpPr>
          <p:cNvPr id="89" name="Google Shape;89;p12"/>
          <p:cNvSpPr/>
          <p:nvPr/>
        </p:nvSpPr>
        <p:spPr>
          <a:xfrm>
            <a:off x="6599520" y="0"/>
            <a:ext cx="44700" cy="5143500"/>
          </a:xfrm>
          <a:prstGeom prst="rect">
            <a:avLst/>
          </a:prstGeom>
          <a:solidFill>
            <a:srgbClr val="FFFFFF"/>
          </a:solidFill>
          <a:ln>
            <a:noFill/>
          </a:ln>
          <a:effectLst>
            <a:outerShdw blurRad="31750" rotWithShape="0" algn="tl" dir="108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90" name="Google Shape;90;p12"/>
          <p:cNvSpPr/>
          <p:nvPr/>
        </p:nvSpPr>
        <p:spPr>
          <a:xfrm>
            <a:off x="6647041" y="0"/>
            <a:ext cx="2515800" cy="51435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91" name="Google Shape;91;p12"/>
          <p:cNvSpPr txBox="1"/>
          <p:nvPr>
            <p:ph type="title"/>
          </p:nvPr>
        </p:nvSpPr>
        <p:spPr>
          <a:xfrm rot="5400000">
            <a:off x="5539950" y="1447831"/>
            <a:ext cx="4388700" cy="19050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92" name="Google Shape;92;p12"/>
          <p:cNvSpPr txBox="1"/>
          <p:nvPr>
            <p:ph idx="1" type="body"/>
          </p:nvPr>
        </p:nvSpPr>
        <p:spPr>
          <a:xfrm rot="5400000">
            <a:off x="1272750" y="-586949"/>
            <a:ext cx="4388700" cy="60198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93" name="Google Shape;93;p1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4" name="Google Shape;94;p12"/>
          <p:cNvSpPr txBox="1"/>
          <p:nvPr>
            <p:ph idx="11" type="ftr"/>
          </p:nvPr>
        </p:nvSpPr>
        <p:spPr>
          <a:xfrm>
            <a:off x="2640960" y="4782742"/>
            <a:ext cx="3836100" cy="274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5" name="Google Shape;95;p1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 name="Shape 100"/>
        <p:cNvGrpSpPr/>
        <p:nvPr/>
      </p:nvGrpSpPr>
      <p:grpSpPr>
        <a:xfrm>
          <a:off x="0" y="0"/>
          <a:ext cx="0" cy="0"/>
          <a:chOff x="0" y="0"/>
          <a:chExt cx="0" cy="0"/>
        </a:xfrm>
      </p:grpSpPr>
      <p:sp>
        <p:nvSpPr>
          <p:cNvPr id="101" name="Google Shape;10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2" name="Google Shape;10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3" name="Google Shape;10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4" name="Shape 104"/>
        <p:cNvGrpSpPr/>
        <p:nvPr/>
      </p:nvGrpSpPr>
      <p:grpSpPr>
        <a:xfrm>
          <a:off x="0" y="0"/>
          <a:ext cx="0" cy="0"/>
          <a:chOff x="0" y="0"/>
          <a:chExt cx="0" cy="0"/>
        </a:xfrm>
      </p:grpSpPr>
      <p:sp>
        <p:nvSpPr>
          <p:cNvPr id="105" name="Google Shape;105;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6" name="Google Shape;106;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7" name="Shape 107"/>
        <p:cNvGrpSpPr/>
        <p:nvPr/>
      </p:nvGrpSpPr>
      <p:grpSpPr>
        <a:xfrm>
          <a:off x="0" y="0"/>
          <a:ext cx="0" cy="0"/>
          <a:chOff x="0" y="0"/>
          <a:chExt cx="0" cy="0"/>
        </a:xfrm>
      </p:grpSpPr>
      <p:sp>
        <p:nvSpPr>
          <p:cNvPr id="108" name="Google Shape;108;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9" name="Google Shape;109;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0" name="Google Shape;110;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4" name="Google Shape;114;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5" name="Google Shape;11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1" name="Google Shape;121;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22" name="Google Shape;12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3" name="Shape 123"/>
        <p:cNvGrpSpPr/>
        <p:nvPr/>
      </p:nvGrpSpPr>
      <p:grpSpPr>
        <a:xfrm>
          <a:off x="0" y="0"/>
          <a:ext cx="0" cy="0"/>
          <a:chOff x="0" y="0"/>
          <a:chExt cx="0" cy="0"/>
        </a:xfrm>
      </p:grpSpPr>
      <p:sp>
        <p:nvSpPr>
          <p:cNvPr id="124" name="Google Shape;124;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25" name="Google Shape;12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6" name="Shape 126"/>
        <p:cNvGrpSpPr/>
        <p:nvPr/>
      </p:nvGrpSpPr>
      <p:grpSpPr>
        <a:xfrm>
          <a:off x="0" y="0"/>
          <a:ext cx="0" cy="0"/>
          <a:chOff x="0" y="0"/>
          <a:chExt cx="0" cy="0"/>
        </a:xfrm>
      </p:grpSpPr>
      <p:sp>
        <p:nvSpPr>
          <p:cNvPr id="127" name="Google Shape;127;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9" name="Google Shape;129;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0" name="Google Shape;130;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1" name="Google Shape;13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34" name="Google Shape;13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5" name="Shape 135"/>
        <p:cNvGrpSpPr/>
        <p:nvPr/>
      </p:nvGrpSpPr>
      <p:grpSpPr>
        <a:xfrm>
          <a:off x="0" y="0"/>
          <a:ext cx="0" cy="0"/>
          <a:chOff x="0" y="0"/>
          <a:chExt cx="0" cy="0"/>
        </a:xfrm>
      </p:grpSpPr>
      <p:sp>
        <p:nvSpPr>
          <p:cNvPr id="136" name="Google Shape;136;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37" name="Google Shape;137;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8" name="Google Shape;13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9" name="Shape 139"/>
        <p:cNvGrpSpPr/>
        <p:nvPr/>
      </p:nvGrpSpPr>
      <p:grpSpPr>
        <a:xfrm>
          <a:off x="0" y="0"/>
          <a:ext cx="0" cy="0"/>
          <a:chOff x="0" y="0"/>
          <a:chExt cx="0" cy="0"/>
        </a:xfrm>
      </p:grpSpPr>
      <p:sp>
        <p:nvSpPr>
          <p:cNvPr id="140" name="Google Shape;14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076873"/>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11" name="Google Shape;11;p1"/>
          <p:cNvSpPr/>
          <p:nvPr/>
        </p:nvSpPr>
        <p:spPr>
          <a:xfrm>
            <a:off x="0" y="0"/>
            <a:ext cx="9144000" cy="10758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12" name="Google Shape;12;p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3" name="Google Shape;13;p1"/>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14" name="Google Shape;14;p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5" name="Google Shape;15;p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1pPr>
            <a:lvl2pPr indent="0" lvl="1"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2pPr>
            <a:lvl3pPr indent="0" lvl="2"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3pPr>
            <a:lvl4pPr indent="0" lvl="3"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4pPr>
            <a:lvl5pPr indent="0" lvl="4"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5pPr>
            <a:lvl6pPr indent="0" lvl="5"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6pPr>
            <a:lvl7pPr indent="0" lvl="6"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7pPr>
            <a:lvl8pPr indent="0" lvl="7"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8pPr>
            <a:lvl9pPr indent="0" lvl="8"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6" name="Shape 96"/>
        <p:cNvGrpSpPr/>
        <p:nvPr/>
      </p:nvGrpSpPr>
      <p:grpSpPr>
        <a:xfrm>
          <a:off x="0" y="0"/>
          <a:ext cx="0" cy="0"/>
          <a:chOff x="0" y="0"/>
          <a:chExt cx="0" cy="0"/>
        </a:xfrm>
      </p:grpSpPr>
      <p:sp>
        <p:nvSpPr>
          <p:cNvPr id="97" name="Google Shape;9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98" name="Google Shape;98;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99" name="Google Shape;9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7.xml"/><Relationship Id="rId4" Type="http://schemas.openxmlformats.org/officeDocument/2006/relationships/slide" Target="/ppt/slides/slide10.xml"/><Relationship Id="rId5" Type="http://schemas.openxmlformats.org/officeDocument/2006/relationships/slide" Target="/ppt/slides/slide21.xml"/><Relationship Id="rId6" Type="http://schemas.openxmlformats.org/officeDocument/2006/relationships/slide" Target="/ppt/slides/slide3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www.youtube.com/watch?v=kRWc8xj2e9E" TargetMode="Externa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www.youtube.com/watch?v=clEIbStD8Q0" TargetMode="Externa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www.youtube.com/watch?v=bcbCW9T7qlE" TargetMode="External"/><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jp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www.youtube.com/watch?v=0SQySg9ShGU" TargetMode="External"/><Relationship Id="rId4" Type="http://schemas.openxmlformats.org/officeDocument/2006/relationships/image" Target="../media/image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144" name="Shape 144"/>
        <p:cNvGrpSpPr/>
        <p:nvPr/>
      </p:nvGrpSpPr>
      <p:grpSpPr>
        <a:xfrm>
          <a:off x="0" y="0"/>
          <a:ext cx="0" cy="0"/>
          <a:chOff x="0" y="0"/>
          <a:chExt cx="0" cy="0"/>
        </a:xfrm>
      </p:grpSpPr>
      <p:sp>
        <p:nvSpPr>
          <p:cNvPr id="145" name="Google Shape;145;p25"/>
          <p:cNvSpPr txBox="1"/>
          <p:nvPr>
            <p:ph type="ctrTitle"/>
          </p:nvPr>
        </p:nvSpPr>
        <p:spPr>
          <a:xfrm>
            <a:off x="311700" y="270475"/>
            <a:ext cx="8520600" cy="1771200"/>
          </a:xfrm>
          <a:prstGeom prst="rect">
            <a:avLst/>
          </a:prstGeom>
          <a:solidFill>
            <a:srgbClr val="FFF2CC"/>
          </a:solidFill>
        </p:spPr>
        <p:txBody>
          <a:bodyPr anchorCtr="0" anchor="b" bIns="91425" lIns="91425" spcFirstLastPara="1" rIns="91425" wrap="square" tIns="91425">
            <a:noAutofit/>
          </a:bodyPr>
          <a:lstStyle/>
          <a:p>
            <a:pPr indent="0" lvl="0" marL="0" rtl="0" algn="ctr">
              <a:spcBef>
                <a:spcPts val="0"/>
              </a:spcBef>
              <a:spcAft>
                <a:spcPts val="0"/>
              </a:spcAft>
              <a:buNone/>
            </a:pPr>
            <a:r>
              <a:rPr lang="en-GB" sz="4800"/>
              <a:t>ONE PERSON IN GROUP-&gt; CLICK USE TEMPLATE</a:t>
            </a:r>
            <a:endParaRPr sz="4800"/>
          </a:p>
        </p:txBody>
      </p:sp>
      <p:sp>
        <p:nvSpPr>
          <p:cNvPr id="146" name="Google Shape;146;p25"/>
          <p:cNvSpPr txBox="1"/>
          <p:nvPr>
            <p:ph idx="1" type="subTitle"/>
          </p:nvPr>
        </p:nvSpPr>
        <p:spPr>
          <a:xfrm>
            <a:off x="78525" y="2238000"/>
            <a:ext cx="8886600" cy="26829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FF00FF"/>
                </a:solidFill>
              </a:rPr>
              <a:t>WHEN THE COPIED TEMPLATE OF THESE SLIDES OPENS IN A NEW TAB:</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ADD YOUR Group NAME TO THE TITLE </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SHARE WITH GROUP MEMBERS (USE SHARE BUTTON)</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COPY THE TITLE AND LINK TO YOUR RECORDS (Digital folder/table of contents)</a:t>
            </a:r>
            <a:endParaRPr sz="2000">
              <a:solidFill>
                <a:srgbClr val="FF00FF"/>
              </a:solidFill>
            </a:endParaRPr>
          </a:p>
          <a:p>
            <a:pPr indent="-342900" lvl="0" marL="457200" rtl="0" algn="l">
              <a:spcBef>
                <a:spcPts val="0"/>
              </a:spcBef>
              <a:spcAft>
                <a:spcPts val="0"/>
              </a:spcAft>
              <a:buClr>
                <a:srgbClr val="00ACC3"/>
              </a:buClr>
              <a:buSzPts val="1800"/>
              <a:buChar char="●"/>
            </a:pPr>
            <a:r>
              <a:rPr lang="en-GB" sz="1800">
                <a:solidFill>
                  <a:srgbClr val="00ACC3"/>
                </a:solidFill>
              </a:rPr>
              <a:t>Remember it is advisable to make a PERSONAL copy and link it when DONE</a:t>
            </a:r>
            <a:endParaRPr sz="1800">
              <a:solidFill>
                <a:srgbClr val="00ACC3"/>
              </a:solidFill>
            </a:endParaRPr>
          </a:p>
        </p:txBody>
      </p:sp>
      <p:cxnSp>
        <p:nvCxnSpPr>
          <p:cNvPr id="147" name="Google Shape;147;p25"/>
          <p:cNvCxnSpPr/>
          <p:nvPr/>
        </p:nvCxnSpPr>
        <p:spPr>
          <a:xfrm flipH="1" rot="10800000">
            <a:off x="8310750" y="475525"/>
            <a:ext cx="693600" cy="1361100"/>
          </a:xfrm>
          <a:prstGeom prst="straightConnector1">
            <a:avLst/>
          </a:prstGeom>
          <a:noFill/>
          <a:ln cap="flat" cmpd="sng" w="152400">
            <a:solidFill>
              <a:srgbClr val="00FFFF"/>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ctrTitle"/>
          </p:nvPr>
        </p:nvSpPr>
        <p:spPr>
          <a:xfrm>
            <a:off x="711650" y="1857787"/>
            <a:ext cx="8077200" cy="125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Solubility Curves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0" y="13933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ESSENTIAL QUESTIONS</a:t>
            </a:r>
            <a:endParaRPr/>
          </a:p>
        </p:txBody>
      </p:sp>
      <p:sp>
        <p:nvSpPr>
          <p:cNvPr id="160" name="Google Shape;160;p27"/>
          <p:cNvSpPr txBox="1"/>
          <p:nvPr>
            <p:ph idx="1" type="body"/>
          </p:nvPr>
        </p:nvSpPr>
        <p:spPr>
          <a:xfrm>
            <a:off x="456450" y="1173149"/>
            <a:ext cx="8231100" cy="402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rgbClr val="FF0000"/>
                </a:solidFill>
                <a:latin typeface="Cabin"/>
                <a:ea typeface="Cabin"/>
                <a:cs typeface="Cabin"/>
                <a:sym typeface="Cabin"/>
              </a:rPr>
              <a:t>Remember, you should be able to thoroughly answer these AFTER learning through following resources.</a:t>
            </a:r>
            <a:endParaRPr b="1" sz="2400">
              <a:solidFill>
                <a:srgbClr val="FF0000"/>
              </a:solidFill>
              <a:latin typeface="Cabin"/>
              <a:ea typeface="Cabin"/>
              <a:cs typeface="Cabin"/>
              <a:sym typeface="Cabin"/>
            </a:endParaRPr>
          </a:p>
          <a:p>
            <a:pPr indent="0" lvl="0" marL="0" rtl="0" algn="l">
              <a:spcBef>
                <a:spcPts val="0"/>
              </a:spcBef>
              <a:spcAft>
                <a:spcPts val="0"/>
              </a:spcAft>
              <a:buClr>
                <a:schemeClr val="dk1"/>
              </a:buClr>
              <a:buSzPts val="1100"/>
              <a:buFont typeface="Arial"/>
              <a:buNone/>
            </a:pPr>
            <a:r>
              <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What are the different ways we can </a:t>
            </a:r>
            <a:r>
              <a:rPr b="1" lang="en-GB" sz="2400">
                <a:solidFill>
                  <a:srgbClr val="434343"/>
                </a:solidFill>
                <a:latin typeface="Cabin"/>
                <a:ea typeface="Cabin"/>
                <a:cs typeface="Cabin"/>
                <a:sym typeface="Cabin"/>
              </a:rPr>
              <a:t>describe</a:t>
            </a:r>
            <a:r>
              <a:rPr b="1" lang="en-GB" sz="2400">
                <a:solidFill>
                  <a:srgbClr val="434343"/>
                </a:solidFill>
                <a:latin typeface="Cabin"/>
                <a:ea typeface="Cabin"/>
                <a:cs typeface="Cabin"/>
                <a:sym typeface="Cabin"/>
              </a:rPr>
              <a:t> solutions based on their saturation? </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What information does a Solubility graph provide?</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What is the difference between a gas and a solid in aqueous solution as temperature rises? </a:t>
            </a:r>
            <a:endParaRPr b="1" sz="2400">
              <a:solidFill>
                <a:srgbClr val="434343"/>
              </a:solidFill>
              <a:latin typeface="Cabin"/>
              <a:ea typeface="Cabin"/>
              <a:cs typeface="Cabin"/>
              <a:sym typeface="Cabin"/>
            </a:endParaRPr>
          </a:p>
          <a:p>
            <a:pPr indent="0" lvl="0" marL="457200" rtl="0" algn="l">
              <a:spcBef>
                <a:spcPts val="0"/>
              </a:spcBef>
              <a:spcAft>
                <a:spcPts val="0"/>
              </a:spcAft>
              <a:buNone/>
            </a:pPr>
            <a:r>
              <a:t/>
            </a:r>
            <a:endParaRPr b="1" sz="2400">
              <a:solidFill>
                <a:srgbClr val="434343"/>
              </a:solidFill>
              <a:latin typeface="Cabin"/>
              <a:ea typeface="Cabin"/>
              <a:cs typeface="Cabin"/>
              <a:sym typeface="Cab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Instructions</a:t>
            </a:r>
            <a:endParaRPr/>
          </a:p>
        </p:txBody>
      </p:sp>
      <p:sp>
        <p:nvSpPr>
          <p:cNvPr id="167" name="Google Shape;167;p28"/>
          <p:cNvSpPr txBox="1"/>
          <p:nvPr>
            <p:ph idx="1" type="body"/>
          </p:nvPr>
        </p:nvSpPr>
        <p:spPr>
          <a:xfrm>
            <a:off x="456450" y="1056174"/>
            <a:ext cx="8231100" cy="40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sz="1800">
              <a:solidFill>
                <a:srgbClr val="434343"/>
              </a:solidFill>
              <a:latin typeface="Cabin"/>
              <a:ea typeface="Cabin"/>
              <a:cs typeface="Cabin"/>
              <a:sym typeface="Cabin"/>
            </a:endParaRPr>
          </a:p>
          <a:p>
            <a:pPr indent="0" lvl="0" marL="0" rtl="0" algn="l">
              <a:spcBef>
                <a:spcPts val="0"/>
              </a:spcBef>
              <a:spcAft>
                <a:spcPts val="0"/>
              </a:spcAft>
              <a:buClr>
                <a:schemeClr val="dk1"/>
              </a:buClr>
              <a:buSzPts val="1100"/>
              <a:buFont typeface="Arial"/>
              <a:buNone/>
            </a:pPr>
            <a:r>
              <a:rPr b="1" lang="en-GB" sz="2400">
                <a:latin typeface="Questrial"/>
                <a:ea typeface="Questrial"/>
                <a:cs typeface="Questrial"/>
                <a:sym typeface="Questrial"/>
              </a:rPr>
              <a:t>Follow through the </a:t>
            </a:r>
            <a:r>
              <a:rPr b="1" lang="en-GB" sz="2400">
                <a:highlight>
                  <a:srgbClr val="FFFF00"/>
                </a:highlight>
                <a:latin typeface="Questrial"/>
                <a:ea typeface="Questrial"/>
                <a:cs typeface="Questrial"/>
                <a:sym typeface="Questrial"/>
              </a:rPr>
              <a:t>Engage to Apply </a:t>
            </a:r>
            <a:r>
              <a:rPr b="1" lang="en-GB" sz="2400">
                <a:latin typeface="Questrial"/>
                <a:ea typeface="Questrial"/>
                <a:cs typeface="Questrial"/>
                <a:sym typeface="Questrial"/>
              </a:rPr>
              <a:t>resources in order . </a:t>
            </a:r>
            <a:endParaRPr b="1" sz="2400">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Once complete, choose from Extend resources as interested. </a:t>
            </a:r>
            <a:endParaRPr b="1" sz="2400">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Record your learning in </a:t>
            </a:r>
            <a:r>
              <a:rPr b="1" lang="en-GB" sz="2400">
                <a:highlight>
                  <a:srgbClr val="FFFF00"/>
                </a:highlight>
                <a:latin typeface="Questrial"/>
                <a:ea typeface="Questrial"/>
                <a:cs typeface="Questrial"/>
                <a:sym typeface="Questrial"/>
              </a:rPr>
              <a:t>these slides- Remember to keep track of where to find these slides for studying!</a:t>
            </a:r>
            <a:endParaRPr b="1" sz="2400">
              <a:highlight>
                <a:srgbClr val="FFFF00"/>
              </a:highlight>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Complete the  </a:t>
            </a:r>
            <a:r>
              <a:rPr b="1" lang="en-GB" sz="2400">
                <a:highlight>
                  <a:srgbClr val="FFFF00"/>
                </a:highlight>
                <a:latin typeface="Questrial"/>
                <a:ea typeface="Questrial"/>
                <a:cs typeface="Questrial"/>
                <a:sym typeface="Questrial"/>
              </a:rPr>
              <a:t>Essential Questions Response in the Apply Section</a:t>
            </a:r>
            <a:r>
              <a:rPr b="1" lang="en-GB" sz="2400">
                <a:latin typeface="Questrial"/>
                <a:ea typeface="Questrial"/>
                <a:cs typeface="Questrial"/>
                <a:sym typeface="Questrial"/>
              </a:rPr>
              <a:t>. </a:t>
            </a:r>
            <a:endParaRPr b="1" sz="2400">
              <a:latin typeface="Questrial"/>
              <a:ea typeface="Questrial"/>
              <a:cs typeface="Questrial"/>
              <a:sym typeface="Questrial"/>
            </a:endParaRPr>
          </a:p>
          <a:p>
            <a:pPr indent="-381000" lvl="0" marL="457200" rtl="0" algn="l">
              <a:lnSpc>
                <a:spcPct val="115000"/>
              </a:lnSpc>
              <a:spcBef>
                <a:spcPts val="0"/>
              </a:spcBef>
              <a:spcAft>
                <a:spcPts val="0"/>
              </a:spcAft>
              <a:buSzPts val="2400"/>
              <a:buFont typeface="Questrial"/>
              <a:buChar char="●"/>
            </a:pPr>
            <a:r>
              <a:rPr b="1" lang="en-GB" sz="2400">
                <a:latin typeface="Questrial"/>
                <a:ea typeface="Questrial"/>
                <a:cs typeface="Questrial"/>
                <a:sym typeface="Questrial"/>
              </a:rPr>
              <a:t>Try the Extend section and optional Apply practice as desired to deepen your understanding</a:t>
            </a:r>
            <a:endParaRPr b="1" sz="2400">
              <a:latin typeface="Questrial"/>
              <a:ea typeface="Questrial"/>
              <a:cs typeface="Questrial"/>
              <a:sym typeface="Quest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Hyperdoc Elements</a:t>
            </a:r>
            <a:endParaRPr/>
          </a:p>
        </p:txBody>
      </p:sp>
      <p:sp>
        <p:nvSpPr>
          <p:cNvPr id="174" name="Google Shape;174;p29"/>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Click for quick access to:</a:t>
            </a:r>
            <a:endParaRPr/>
          </a:p>
          <a:p>
            <a:pPr indent="-391160" lvl="0" marL="457200" rtl="0" algn="l">
              <a:spcBef>
                <a:spcPts val="0"/>
              </a:spcBef>
              <a:spcAft>
                <a:spcPts val="0"/>
              </a:spcAft>
              <a:buSzPts val="2560"/>
              <a:buChar char="◼"/>
            </a:pPr>
            <a:r>
              <a:rPr lang="en-GB" u="sng">
                <a:solidFill>
                  <a:schemeClr val="hlink"/>
                </a:solidFill>
                <a:hlinkClick action="ppaction://hlinksldjump" r:id="rId3"/>
              </a:rPr>
              <a:t>Engage</a:t>
            </a:r>
            <a:endParaRPr/>
          </a:p>
          <a:p>
            <a:pPr indent="-391160" lvl="0" marL="457200" rtl="0" algn="l">
              <a:spcBef>
                <a:spcPts val="0"/>
              </a:spcBef>
              <a:spcAft>
                <a:spcPts val="0"/>
              </a:spcAft>
              <a:buSzPts val="2560"/>
              <a:buChar char="◼"/>
            </a:pPr>
            <a:r>
              <a:rPr lang="en-GB" u="sng">
                <a:solidFill>
                  <a:schemeClr val="hlink"/>
                </a:solidFill>
                <a:hlinkClick action="ppaction://hlinksldjump" r:id="rId4"/>
              </a:rPr>
              <a:t>Explore</a:t>
            </a:r>
            <a:endParaRPr/>
          </a:p>
          <a:p>
            <a:pPr indent="-391160" lvl="0" marL="457200" rtl="0" algn="l">
              <a:spcBef>
                <a:spcPts val="0"/>
              </a:spcBef>
              <a:spcAft>
                <a:spcPts val="0"/>
              </a:spcAft>
              <a:buSzPts val="2560"/>
              <a:buChar char="◼"/>
            </a:pPr>
            <a:r>
              <a:rPr lang="en-GB" u="sng">
                <a:solidFill>
                  <a:schemeClr val="hlink"/>
                </a:solidFill>
                <a:hlinkClick action="ppaction://hlinksldjump" r:id="rId5"/>
              </a:rPr>
              <a:t>Apply</a:t>
            </a:r>
            <a:endParaRPr/>
          </a:p>
          <a:p>
            <a:pPr indent="-391160" lvl="0" marL="457200" rtl="0" algn="l">
              <a:spcBef>
                <a:spcPts val="0"/>
              </a:spcBef>
              <a:spcAft>
                <a:spcPts val="0"/>
              </a:spcAft>
              <a:buSzPts val="2560"/>
              <a:buChar char="◼"/>
            </a:pPr>
            <a:r>
              <a:rPr lang="en-GB" u="sng">
                <a:solidFill>
                  <a:schemeClr val="hlink"/>
                </a:solidFill>
                <a:hlinkClick action="ppaction://hlinksldjump" r:id="rId6"/>
              </a:rPr>
              <a:t>Extend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400"/>
              <a:t>Terminology - As you encounter terms new to you, define in your own words here, include examples (make them up!)</a:t>
            </a:r>
            <a:endParaRPr sz="2400"/>
          </a:p>
        </p:txBody>
      </p:sp>
      <p:sp>
        <p:nvSpPr>
          <p:cNvPr id="181" name="Google Shape;181;p30"/>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186" name="Shape 186"/>
        <p:cNvGrpSpPr/>
        <p:nvPr/>
      </p:nvGrpSpPr>
      <p:grpSpPr>
        <a:xfrm>
          <a:off x="0" y="0"/>
          <a:ext cx="0" cy="0"/>
          <a:chOff x="0" y="0"/>
          <a:chExt cx="0" cy="0"/>
        </a:xfrm>
      </p:grpSpPr>
      <p:sp>
        <p:nvSpPr>
          <p:cNvPr id="187" name="Google Shape;187;p31"/>
          <p:cNvSpPr txBox="1"/>
          <p:nvPr>
            <p:ph type="ctrTitle"/>
          </p:nvPr>
        </p:nvSpPr>
        <p:spPr>
          <a:xfrm>
            <a:off x="741650" y="13100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1: </a:t>
            </a:r>
            <a:r>
              <a:rPr lang="en-GB" sz="7200"/>
              <a:t>ENGAGE </a:t>
            </a:r>
            <a:endParaRPr sz="7200"/>
          </a:p>
          <a:p>
            <a:pPr indent="0" lvl="0" marL="0" rtl="0" algn="l">
              <a:spcBef>
                <a:spcPts val="0"/>
              </a:spcBef>
              <a:spcAft>
                <a:spcPts val="0"/>
              </a:spcAft>
              <a:buNone/>
            </a:pPr>
            <a:r>
              <a:rPr lang="en-GB" sz="7200"/>
              <a:t>(5 minutes)</a:t>
            </a:r>
            <a:endParaRPr sz="7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100"/>
              <a:t>Engage</a:t>
            </a:r>
            <a:endParaRPr sz="4100"/>
          </a:p>
        </p:txBody>
      </p:sp>
      <p:sp>
        <p:nvSpPr>
          <p:cNvPr id="194" name="Google Shape;194;p32"/>
          <p:cNvSpPr txBox="1"/>
          <p:nvPr/>
        </p:nvSpPr>
        <p:spPr>
          <a:xfrm>
            <a:off x="311375" y="1322550"/>
            <a:ext cx="3866100" cy="3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1"/>
                </a:solidFill>
                <a:latin typeface="Corbel"/>
                <a:ea typeface="Corbel"/>
                <a:cs typeface="Corbel"/>
                <a:sym typeface="Corbel"/>
              </a:rPr>
              <a:t>Watch the video on the right about </a:t>
            </a:r>
            <a:r>
              <a:rPr b="1" lang="en-GB" sz="2600">
                <a:solidFill>
                  <a:srgbClr val="00FFFF"/>
                </a:solidFill>
                <a:latin typeface="Corbel"/>
                <a:ea typeface="Corbel"/>
                <a:cs typeface="Corbel"/>
                <a:sym typeface="Corbel"/>
              </a:rPr>
              <a:t>cold ice</a:t>
            </a:r>
            <a:r>
              <a:rPr b="1" lang="en-GB" sz="2400">
                <a:solidFill>
                  <a:srgbClr val="00FFFF"/>
                </a:solidFill>
                <a:latin typeface="Corbel"/>
                <a:ea typeface="Corbel"/>
                <a:cs typeface="Corbel"/>
                <a:sym typeface="Corbel"/>
              </a:rPr>
              <a:t> </a:t>
            </a:r>
            <a:r>
              <a:rPr lang="en-GB" sz="2400">
                <a:solidFill>
                  <a:schemeClr val="dk1"/>
                </a:solidFill>
                <a:latin typeface="Corbel"/>
                <a:ea typeface="Corbel"/>
                <a:cs typeface="Corbel"/>
                <a:sym typeface="Corbel"/>
              </a:rPr>
              <a:t>with your group and discuss the below: </a:t>
            </a:r>
            <a:endParaRPr sz="2400">
              <a:solidFill>
                <a:schemeClr val="dk1"/>
              </a:solidFill>
              <a:latin typeface="Corbel"/>
              <a:ea typeface="Corbel"/>
              <a:cs typeface="Corbel"/>
              <a:sym typeface="Corbel"/>
            </a:endParaRPr>
          </a:p>
          <a:p>
            <a:pPr indent="0" lvl="0" marL="0" rtl="0" algn="l">
              <a:spcBef>
                <a:spcPts val="0"/>
              </a:spcBef>
              <a:spcAft>
                <a:spcPts val="0"/>
              </a:spcAft>
              <a:buNone/>
            </a:pPr>
            <a:r>
              <a:t/>
            </a:r>
            <a:endParaRPr sz="2400">
              <a:solidFill>
                <a:schemeClr val="dk1"/>
              </a:solidFill>
              <a:latin typeface="Corbel"/>
              <a:ea typeface="Corbel"/>
              <a:cs typeface="Corbel"/>
              <a:sym typeface="Corbel"/>
            </a:endParaRPr>
          </a:p>
          <a:p>
            <a:pPr indent="0" lvl="0" marL="0" rtl="0" algn="l">
              <a:spcBef>
                <a:spcPts val="0"/>
              </a:spcBef>
              <a:spcAft>
                <a:spcPts val="0"/>
              </a:spcAft>
              <a:buNone/>
            </a:pPr>
            <a:r>
              <a:rPr lang="en-GB" sz="2400">
                <a:solidFill>
                  <a:schemeClr val="dk1"/>
                </a:solidFill>
                <a:latin typeface="Corbel"/>
                <a:ea typeface="Corbel"/>
                <a:cs typeface="Corbel"/>
                <a:sym typeface="Corbel"/>
              </a:rPr>
              <a:t>Make three (3) observations and one (1) inference based on your observations about what the video shows. </a:t>
            </a:r>
            <a:endParaRPr sz="2400">
              <a:solidFill>
                <a:schemeClr val="dk1"/>
              </a:solidFill>
              <a:latin typeface="Corbel"/>
              <a:ea typeface="Corbel"/>
              <a:cs typeface="Corbel"/>
              <a:sym typeface="Corbel"/>
            </a:endParaRPr>
          </a:p>
        </p:txBody>
      </p:sp>
      <p:pic>
        <p:nvPicPr>
          <p:cNvPr id="195" name="Google Shape;195;p32" title="Make instant ice with Sodium Acetate…. #science #instantice #experiment #chemistry #ice">
            <a:hlinkClick r:id="rId3"/>
          </p:cNvPr>
          <p:cNvPicPr preferRelativeResize="0"/>
          <p:nvPr/>
        </p:nvPicPr>
        <p:blipFill>
          <a:blip r:embed="rId4">
            <a:alphaModFix/>
          </a:blip>
          <a:stretch>
            <a:fillRect/>
          </a:stretch>
        </p:blipFill>
        <p:spPr>
          <a:xfrm>
            <a:off x="4177475" y="1586675"/>
            <a:ext cx="4842750" cy="2724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33"/>
          <p:cNvSpPr txBox="1"/>
          <p:nvPr/>
        </p:nvSpPr>
        <p:spPr>
          <a:xfrm>
            <a:off x="0" y="-7475"/>
            <a:ext cx="9144000" cy="5091000"/>
          </a:xfrm>
          <a:prstGeom prst="rect">
            <a:avLst/>
          </a:prstGeom>
          <a:solidFill>
            <a:srgbClr val="EFEFE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pic>
        <p:nvPicPr>
          <p:cNvPr descr="/tmp/neareducation//tmp_studentNotes_0.75617800 1685654540.jpg" id="202" name="Google Shape;202;p33"/>
          <p:cNvPicPr preferRelativeResize="0"/>
          <p:nvPr/>
        </p:nvPicPr>
        <p:blipFill>
          <a:blip r:embed="rId3">
            <a:alphaModFix/>
          </a:blip>
          <a:stretch>
            <a:fillRect/>
          </a:stretch>
        </p:blipFill>
        <p:spPr>
          <a:xfrm>
            <a:off x="1228975" y="127475"/>
            <a:ext cx="6508375" cy="4888525"/>
          </a:xfrm>
          <a:prstGeom prst="rect">
            <a:avLst/>
          </a:prstGeom>
          <a:noFill/>
          <a:ln>
            <a:noFill/>
          </a:ln>
        </p:spPr>
      </p:pic>
      <p:sp>
        <p:nvSpPr>
          <p:cNvPr id="203" name="Google Shape;203;p33"/>
          <p:cNvSpPr txBox="1"/>
          <p:nvPr/>
        </p:nvSpPr>
        <p:spPr>
          <a:xfrm>
            <a:off x="313300" y="3798875"/>
            <a:ext cx="7519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200">
                <a:solidFill>
                  <a:schemeClr val="dk1"/>
                </a:solidFill>
                <a:latin typeface="Corbel"/>
                <a:ea typeface="Corbel"/>
                <a:cs typeface="Corbel"/>
                <a:sym typeface="Corbel"/>
              </a:rPr>
              <a:t>Discuss:</a:t>
            </a:r>
            <a:endParaRPr sz="3200">
              <a:solidFill>
                <a:schemeClr val="dk1"/>
              </a:solidFill>
              <a:latin typeface="Corbel"/>
              <a:ea typeface="Corbel"/>
              <a:cs typeface="Corbel"/>
              <a:sym typeface="Corbe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2: EXPLORE</a:t>
            </a:r>
            <a:endParaRPr sz="7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134300" y="93500"/>
            <a:ext cx="95529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Solubility and temperature</a:t>
            </a:r>
            <a:endParaRPr/>
          </a:p>
        </p:txBody>
      </p:sp>
      <p:sp>
        <p:nvSpPr>
          <p:cNvPr id="216" name="Google Shape;216;p35"/>
          <p:cNvSpPr txBox="1"/>
          <p:nvPr/>
        </p:nvSpPr>
        <p:spPr>
          <a:xfrm>
            <a:off x="311375" y="1453100"/>
            <a:ext cx="8578800" cy="3252300"/>
          </a:xfrm>
          <a:prstGeom prst="rect">
            <a:avLst/>
          </a:prstGeom>
          <a:noFill/>
          <a:ln>
            <a:noFill/>
          </a:ln>
        </p:spPr>
        <p:txBody>
          <a:bodyPr anchorCtr="0" anchor="t" bIns="91425" lIns="91425" spcFirstLastPara="1" rIns="91425" wrap="square" tIns="91425">
            <a:noAutofit/>
          </a:bodyPr>
          <a:lstStyle/>
          <a:p>
            <a:pPr indent="-342900" lvl="0" marL="342900" rtl="0" algn="l">
              <a:lnSpc>
                <a:spcPct val="95000"/>
              </a:lnSpc>
              <a:spcBef>
                <a:spcPts val="0"/>
              </a:spcBef>
              <a:spcAft>
                <a:spcPts val="0"/>
              </a:spcAft>
              <a:buClr>
                <a:schemeClr val="dk1"/>
              </a:buClr>
              <a:buSzPts val="3200"/>
              <a:buChar char="•"/>
            </a:pPr>
            <a:r>
              <a:rPr lang="en-GB" sz="3200">
                <a:solidFill>
                  <a:schemeClr val="dk1"/>
                </a:solidFill>
                <a:latin typeface="Times New Roman"/>
                <a:ea typeface="Times New Roman"/>
                <a:cs typeface="Times New Roman"/>
                <a:sym typeface="Times New Roman"/>
              </a:rPr>
              <a:t> The </a:t>
            </a:r>
            <a:r>
              <a:rPr b="1" i="1" lang="en-GB" sz="3800">
                <a:solidFill>
                  <a:srgbClr val="9900FF"/>
                </a:solidFill>
                <a:latin typeface="Times New Roman"/>
                <a:ea typeface="Times New Roman"/>
                <a:cs typeface="Times New Roman"/>
                <a:sym typeface="Times New Roman"/>
              </a:rPr>
              <a:t>solubility</a:t>
            </a:r>
            <a:r>
              <a:rPr lang="en-GB" sz="3800">
                <a:solidFill>
                  <a:srgbClr val="9900FF"/>
                </a:solidFill>
                <a:latin typeface="Times New Roman"/>
                <a:ea typeface="Times New Roman"/>
                <a:cs typeface="Times New Roman"/>
                <a:sym typeface="Times New Roman"/>
              </a:rPr>
              <a:t> </a:t>
            </a:r>
            <a:r>
              <a:rPr lang="en-GB" sz="3200">
                <a:solidFill>
                  <a:schemeClr val="dk1"/>
                </a:solidFill>
                <a:latin typeface="Times New Roman"/>
                <a:ea typeface="Times New Roman"/>
                <a:cs typeface="Times New Roman"/>
                <a:sym typeface="Times New Roman"/>
              </a:rPr>
              <a:t>of a compound is the </a:t>
            </a:r>
            <a:r>
              <a:rPr i="1" lang="en-GB" sz="3200">
                <a:solidFill>
                  <a:schemeClr val="dk1"/>
                </a:solidFill>
                <a:latin typeface="Times New Roman"/>
                <a:ea typeface="Times New Roman"/>
                <a:cs typeface="Times New Roman"/>
                <a:sym typeface="Times New Roman"/>
              </a:rPr>
              <a:t>maximum </a:t>
            </a:r>
            <a:r>
              <a:rPr lang="en-GB" sz="3200">
                <a:solidFill>
                  <a:schemeClr val="dk1"/>
                </a:solidFill>
                <a:latin typeface="Times New Roman"/>
                <a:ea typeface="Times New Roman"/>
                <a:cs typeface="Times New Roman"/>
                <a:sym typeface="Times New Roman"/>
              </a:rPr>
              <a:t>amount of solute that can be </a:t>
            </a:r>
            <a:r>
              <a:rPr lang="en-GB" sz="3200">
                <a:solidFill>
                  <a:schemeClr val="dk1"/>
                </a:solidFill>
                <a:latin typeface="Times New Roman"/>
                <a:ea typeface="Times New Roman"/>
                <a:cs typeface="Times New Roman"/>
                <a:sym typeface="Times New Roman"/>
              </a:rPr>
              <a:t>dissolved</a:t>
            </a:r>
            <a:r>
              <a:rPr lang="en-GB" sz="3200">
                <a:solidFill>
                  <a:schemeClr val="dk1"/>
                </a:solidFill>
                <a:latin typeface="Times New Roman"/>
                <a:ea typeface="Times New Roman"/>
                <a:cs typeface="Times New Roman"/>
                <a:sym typeface="Times New Roman"/>
              </a:rPr>
              <a:t> in a solvent for a given set of conditions (ie temperature, pressure, etc)</a:t>
            </a:r>
            <a:endParaRPr sz="3200">
              <a:solidFill>
                <a:schemeClr val="dk1"/>
              </a:solidFill>
              <a:latin typeface="Calibri"/>
              <a:ea typeface="Calibri"/>
              <a:cs typeface="Calibri"/>
              <a:sym typeface="Calibri"/>
            </a:endParaRPr>
          </a:p>
          <a:p>
            <a:pPr indent="-311150" lvl="1" marL="742950" rtl="0" algn="l">
              <a:lnSpc>
                <a:spcPct val="95000"/>
              </a:lnSpc>
              <a:spcBef>
                <a:spcPts val="0"/>
              </a:spcBef>
              <a:spcAft>
                <a:spcPts val="0"/>
              </a:spcAft>
              <a:buClr>
                <a:schemeClr val="dk1"/>
              </a:buClr>
              <a:buSzPts val="3200"/>
              <a:buFont typeface="Calibri"/>
              <a:buChar char="–"/>
            </a:pPr>
            <a:r>
              <a:rPr lang="en-GB" sz="3200">
                <a:solidFill>
                  <a:schemeClr val="dk1"/>
                </a:solidFill>
                <a:latin typeface="Calibri"/>
                <a:ea typeface="Calibri"/>
                <a:cs typeface="Calibri"/>
                <a:sym typeface="Calibri"/>
              </a:rPr>
              <a:t>It is often expressed in terms of 100g of solvent (note the units!)</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134300" y="93500"/>
            <a:ext cx="95529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Describing Solubility</a:t>
            </a:r>
            <a:endParaRPr/>
          </a:p>
        </p:txBody>
      </p:sp>
      <p:sp>
        <p:nvSpPr>
          <p:cNvPr id="223" name="Google Shape;223;p36"/>
          <p:cNvSpPr txBox="1"/>
          <p:nvPr/>
        </p:nvSpPr>
        <p:spPr>
          <a:xfrm>
            <a:off x="160200" y="1310450"/>
            <a:ext cx="3220800" cy="17055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0"/>
              </a:spcAft>
              <a:buNone/>
            </a:pPr>
            <a:r>
              <a:rPr i="1" lang="en-GB" sz="2600">
                <a:solidFill>
                  <a:schemeClr val="dk1"/>
                </a:solidFill>
                <a:latin typeface="Times New Roman"/>
                <a:ea typeface="Times New Roman"/>
                <a:cs typeface="Times New Roman"/>
                <a:sym typeface="Times New Roman"/>
              </a:rPr>
              <a:t>In general</a:t>
            </a:r>
            <a:r>
              <a:rPr lang="en-GB" sz="2600">
                <a:solidFill>
                  <a:schemeClr val="dk1"/>
                </a:solidFill>
                <a:latin typeface="Times New Roman"/>
                <a:ea typeface="Times New Roman"/>
                <a:cs typeface="Times New Roman"/>
                <a:sym typeface="Times New Roman"/>
              </a:rPr>
              <a:t>, a compound becomes more soluble as the temperature </a:t>
            </a:r>
            <a:r>
              <a:rPr i="1" lang="en-GB" sz="2600">
                <a:solidFill>
                  <a:srgbClr val="9900FF"/>
                </a:solidFill>
                <a:latin typeface="Times New Roman"/>
                <a:ea typeface="Times New Roman"/>
                <a:cs typeface="Times New Roman"/>
                <a:sym typeface="Times New Roman"/>
              </a:rPr>
              <a:t>increases</a:t>
            </a:r>
            <a:r>
              <a:rPr lang="en-GB" sz="2600">
                <a:solidFill>
                  <a:schemeClr val="dk1"/>
                </a:solidFill>
                <a:latin typeface="Times New Roman"/>
                <a:ea typeface="Times New Roman"/>
                <a:cs typeface="Times New Roman"/>
                <a:sym typeface="Times New Roman"/>
              </a:rPr>
              <a:t>.</a:t>
            </a:r>
            <a:endParaRPr sz="800">
              <a:solidFill>
                <a:schemeClr val="dk1"/>
              </a:solidFill>
            </a:endParaRPr>
          </a:p>
        </p:txBody>
      </p:sp>
      <p:pic>
        <p:nvPicPr>
          <p:cNvPr descr="fg14_05" id="224" name="Google Shape;224;p36"/>
          <p:cNvPicPr preferRelativeResize="0"/>
          <p:nvPr/>
        </p:nvPicPr>
        <p:blipFill rotWithShape="1">
          <a:blip r:embed="rId3">
            <a:alphaModFix/>
          </a:blip>
          <a:srcRect b="4698" l="0" r="0" t="0"/>
          <a:stretch/>
        </p:blipFill>
        <p:spPr>
          <a:xfrm>
            <a:off x="3627675" y="1126363"/>
            <a:ext cx="5318100" cy="3952800"/>
          </a:xfrm>
          <a:prstGeom prst="rect">
            <a:avLst/>
          </a:prstGeom>
          <a:noFill/>
          <a:ln>
            <a:noFill/>
          </a:ln>
        </p:spPr>
      </p:pic>
      <p:sp>
        <p:nvSpPr>
          <p:cNvPr id="225" name="Google Shape;225;p36"/>
          <p:cNvSpPr txBox="1"/>
          <p:nvPr/>
        </p:nvSpPr>
        <p:spPr>
          <a:xfrm>
            <a:off x="175050" y="3096750"/>
            <a:ext cx="3191100" cy="1481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100">
                <a:solidFill>
                  <a:schemeClr val="dk1"/>
                </a:solidFill>
                <a:latin typeface="Times New Roman"/>
                <a:ea typeface="Times New Roman"/>
                <a:cs typeface="Times New Roman"/>
                <a:sym typeface="Times New Roman"/>
              </a:rPr>
              <a:t>Come up with a few examples of solutions you heat to increase solubility (think drinks).</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134300" y="93500"/>
            <a:ext cx="95529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Types of Solutions</a:t>
            </a:r>
            <a:endParaRPr/>
          </a:p>
        </p:txBody>
      </p:sp>
      <p:sp>
        <p:nvSpPr>
          <p:cNvPr id="232" name="Google Shape;232;p37"/>
          <p:cNvSpPr txBox="1"/>
          <p:nvPr/>
        </p:nvSpPr>
        <p:spPr>
          <a:xfrm>
            <a:off x="290950" y="1215050"/>
            <a:ext cx="5583600" cy="3652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484"/>
              </a:spcBef>
              <a:spcAft>
                <a:spcPts val="0"/>
              </a:spcAft>
              <a:buNone/>
            </a:pPr>
            <a:r>
              <a:rPr b="1" lang="en-GB" sz="2200">
                <a:solidFill>
                  <a:schemeClr val="dk1"/>
                </a:solidFill>
                <a:latin typeface="Calibri"/>
                <a:ea typeface="Calibri"/>
                <a:cs typeface="Calibri"/>
                <a:sym typeface="Calibri"/>
              </a:rPr>
              <a:t>Unsaturated Solution: a </a:t>
            </a:r>
            <a:r>
              <a:rPr lang="en-GB" sz="2200">
                <a:solidFill>
                  <a:schemeClr val="dk1"/>
                </a:solidFill>
                <a:latin typeface="Calibri"/>
                <a:ea typeface="Calibri"/>
                <a:cs typeface="Calibri"/>
                <a:sym typeface="Calibri"/>
              </a:rPr>
              <a:t>solution contains less than the maximum amount of solute (i.e) more solute will dissolve</a:t>
            </a:r>
            <a:endParaRPr sz="2200">
              <a:solidFill>
                <a:schemeClr val="dk1"/>
              </a:solidFill>
              <a:latin typeface="Calibri"/>
              <a:ea typeface="Calibri"/>
              <a:cs typeface="Calibri"/>
              <a:sym typeface="Calibri"/>
            </a:endParaRPr>
          </a:p>
          <a:p>
            <a:pPr indent="0" lvl="0" marL="0" rtl="0" algn="l">
              <a:lnSpc>
                <a:spcPct val="80000"/>
              </a:lnSpc>
              <a:spcBef>
                <a:spcPts val="484"/>
              </a:spcBef>
              <a:spcAft>
                <a:spcPts val="0"/>
              </a:spcAft>
              <a:buClr>
                <a:schemeClr val="dk1"/>
              </a:buClr>
              <a:buSzPts val="1100"/>
              <a:buFont typeface="Arial"/>
              <a:buNone/>
            </a:pPr>
            <a:r>
              <a:t/>
            </a:r>
            <a:endParaRPr sz="2200">
              <a:solidFill>
                <a:schemeClr val="dk1"/>
              </a:solidFill>
              <a:latin typeface="Calibri"/>
              <a:ea typeface="Calibri"/>
              <a:cs typeface="Calibri"/>
              <a:sym typeface="Calibri"/>
            </a:endParaRPr>
          </a:p>
          <a:p>
            <a:pPr indent="0" lvl="0" marL="0" rtl="0" algn="l">
              <a:lnSpc>
                <a:spcPct val="80000"/>
              </a:lnSpc>
              <a:spcBef>
                <a:spcPts val="361"/>
              </a:spcBef>
              <a:spcAft>
                <a:spcPts val="0"/>
              </a:spcAft>
              <a:buNone/>
            </a:pPr>
            <a:r>
              <a:rPr b="1" lang="en-GB" sz="2200">
                <a:solidFill>
                  <a:schemeClr val="dk1"/>
                </a:solidFill>
                <a:latin typeface="Calibri"/>
                <a:ea typeface="Calibri"/>
                <a:cs typeface="Calibri"/>
                <a:sym typeface="Calibri"/>
              </a:rPr>
              <a:t>Saturated Solution</a:t>
            </a:r>
            <a:r>
              <a:rPr lang="en-GB" sz="2200">
                <a:solidFill>
                  <a:schemeClr val="dk1"/>
                </a:solidFill>
                <a:latin typeface="Calibri"/>
                <a:ea typeface="Calibri"/>
                <a:cs typeface="Calibri"/>
                <a:sym typeface="Calibri"/>
              </a:rPr>
              <a:t>: contains maximum amount of solute that can be dissolved in a given amount of solvent at a certain temperature.</a:t>
            </a:r>
            <a:endParaRPr sz="2200">
              <a:solidFill>
                <a:schemeClr val="dk1"/>
              </a:solidFill>
              <a:latin typeface="Calibri"/>
              <a:ea typeface="Calibri"/>
              <a:cs typeface="Calibri"/>
              <a:sym typeface="Calibri"/>
            </a:endParaRPr>
          </a:p>
          <a:p>
            <a:pPr indent="0" lvl="0" marL="0" rtl="0" algn="l">
              <a:lnSpc>
                <a:spcPct val="80000"/>
              </a:lnSpc>
              <a:spcBef>
                <a:spcPts val="361"/>
              </a:spcBef>
              <a:spcAft>
                <a:spcPts val="0"/>
              </a:spcAft>
              <a:buNone/>
            </a:pPr>
            <a:r>
              <a:t/>
            </a:r>
            <a:endParaRPr sz="2200">
              <a:solidFill>
                <a:schemeClr val="dk1"/>
              </a:solidFill>
              <a:latin typeface="Calibri"/>
              <a:ea typeface="Calibri"/>
              <a:cs typeface="Calibri"/>
              <a:sym typeface="Calibri"/>
            </a:endParaRPr>
          </a:p>
          <a:p>
            <a:pPr indent="0" lvl="0" marL="0" rtl="0" algn="l">
              <a:lnSpc>
                <a:spcPct val="80000"/>
              </a:lnSpc>
              <a:spcBef>
                <a:spcPts val="484"/>
              </a:spcBef>
              <a:spcAft>
                <a:spcPts val="0"/>
              </a:spcAft>
              <a:buNone/>
            </a:pPr>
            <a:r>
              <a:rPr b="1" lang="en-GB" sz="2200">
                <a:solidFill>
                  <a:schemeClr val="dk1"/>
                </a:solidFill>
                <a:latin typeface="Calibri"/>
                <a:ea typeface="Calibri"/>
                <a:cs typeface="Calibri"/>
                <a:sym typeface="Calibri"/>
              </a:rPr>
              <a:t>S</a:t>
            </a:r>
            <a:r>
              <a:rPr b="1" lang="en-GB" sz="2200">
                <a:solidFill>
                  <a:schemeClr val="dk1"/>
                </a:solidFill>
                <a:latin typeface="Calibri"/>
                <a:ea typeface="Calibri"/>
                <a:cs typeface="Calibri"/>
                <a:sym typeface="Calibri"/>
              </a:rPr>
              <a:t>upersaturated Solution: a</a:t>
            </a:r>
            <a:r>
              <a:rPr lang="en-GB" sz="2200">
                <a:solidFill>
                  <a:schemeClr val="dk1"/>
                </a:solidFill>
                <a:latin typeface="Calibri"/>
                <a:ea typeface="Calibri"/>
                <a:cs typeface="Calibri"/>
                <a:sym typeface="Calibri"/>
              </a:rPr>
              <a:t> solution that contains more dissolved solute than it would usually support. They are very </a:t>
            </a:r>
            <a:r>
              <a:rPr lang="en-GB" sz="2200">
                <a:solidFill>
                  <a:schemeClr val="dk1"/>
                </a:solidFill>
                <a:latin typeface="Calibri"/>
                <a:ea typeface="Calibri"/>
                <a:cs typeface="Calibri"/>
                <a:sym typeface="Calibri"/>
              </a:rPr>
              <a:t>unstable</a:t>
            </a:r>
            <a:r>
              <a:rPr lang="en-GB" sz="2200">
                <a:solidFill>
                  <a:schemeClr val="dk1"/>
                </a:solidFill>
                <a:latin typeface="Calibri"/>
                <a:ea typeface="Calibri"/>
                <a:cs typeface="Calibri"/>
                <a:sym typeface="Calibri"/>
              </a:rPr>
              <a:t> and adding more solute will cause crystallization</a:t>
            </a:r>
            <a:endParaRPr sz="2200">
              <a:solidFill>
                <a:schemeClr val="dk1"/>
              </a:solidFill>
              <a:latin typeface="Calibri"/>
              <a:ea typeface="Calibri"/>
              <a:cs typeface="Calibri"/>
              <a:sym typeface="Calibri"/>
            </a:endParaRPr>
          </a:p>
        </p:txBody>
      </p:sp>
      <p:pic>
        <p:nvPicPr>
          <p:cNvPr descr="Learn the diference between saturated,unsaturated, and supersaturated solutions.&#10;Science Standard&#10;When you have an unsaturated solution less solute then the solution is capable of dissolving is mixed in. &#10;With a saturated solution there is so much solute present that if you were to add any more it will not dissolve and excess salt will fall to the bottom of the container. &#10;If you mix in 40 grams of salt at 90 degrees into 100 grams of water. &#10;&#10;A supersaturated solution contains more than the maximum amount of dissolved solute then the solvent is able to dissolve at a given temperature. &#10;&#10;S8P1.a Develop and use a model to compare and contrast pure substances (elements and compounds) and mixtures.&#10;&#10;Transcript&#10;http://www.moomoomathblog.com/2022/11/saturated-unsaturated-and.html" id="233" name="Google Shape;233;p37" title="Saturated - Unsaturated- and Supersaturated Solutions- What is the difference?">
            <a:hlinkClick r:id="rId3"/>
          </p:cNvPr>
          <p:cNvPicPr preferRelativeResize="0"/>
          <p:nvPr/>
        </p:nvPicPr>
        <p:blipFill>
          <a:blip r:embed="rId4">
            <a:alphaModFix/>
          </a:blip>
          <a:stretch>
            <a:fillRect/>
          </a:stretch>
        </p:blipFill>
        <p:spPr>
          <a:xfrm>
            <a:off x="5770150" y="1968775"/>
            <a:ext cx="3048000" cy="1714500"/>
          </a:xfrm>
          <a:prstGeom prst="rect">
            <a:avLst/>
          </a:prstGeom>
          <a:noFill/>
          <a:ln>
            <a:noFill/>
          </a:ln>
        </p:spPr>
      </p:pic>
      <p:sp>
        <p:nvSpPr>
          <p:cNvPr id="234" name="Google Shape;234;p37"/>
          <p:cNvSpPr txBox="1"/>
          <p:nvPr/>
        </p:nvSpPr>
        <p:spPr>
          <a:xfrm>
            <a:off x="242375" y="1225275"/>
            <a:ext cx="5527800" cy="1104000"/>
          </a:xfrm>
          <a:prstGeom prst="rect">
            <a:avLst/>
          </a:prstGeom>
          <a:solidFill>
            <a:srgbClr val="00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solidFill>
                  <a:schemeClr val="dk1"/>
                </a:solidFill>
                <a:latin typeface="Calibri"/>
                <a:ea typeface="Calibri"/>
                <a:cs typeface="Calibri"/>
                <a:sym typeface="Calibri"/>
              </a:rPr>
              <a:t>Unsaturated Solution: </a:t>
            </a:r>
            <a:r>
              <a:rPr lang="en-GB" sz="2200" u="sng">
                <a:solidFill>
                  <a:schemeClr val="dk1"/>
                </a:solidFill>
                <a:latin typeface="Calibri"/>
                <a:ea typeface="Calibri"/>
                <a:cs typeface="Calibri"/>
                <a:sym typeface="Calibri"/>
              </a:rPr>
              <a:t>As a group</a:t>
            </a:r>
            <a:r>
              <a:rPr lang="en-GB" sz="2200">
                <a:solidFill>
                  <a:schemeClr val="dk1"/>
                </a:solidFill>
                <a:latin typeface="Calibri"/>
                <a:ea typeface="Calibri"/>
                <a:cs typeface="Calibri"/>
                <a:sym typeface="Calibri"/>
              </a:rPr>
              <a:t> come up with a definition then move this box to compare</a:t>
            </a:r>
            <a:endParaRPr sz="3100">
              <a:solidFill>
                <a:schemeClr val="dk1"/>
              </a:solidFill>
              <a:latin typeface="Corbel"/>
              <a:ea typeface="Corbel"/>
              <a:cs typeface="Corbel"/>
              <a:sym typeface="Corbel"/>
            </a:endParaRPr>
          </a:p>
        </p:txBody>
      </p:sp>
      <p:sp>
        <p:nvSpPr>
          <p:cNvPr id="235" name="Google Shape;235;p37"/>
          <p:cNvSpPr txBox="1"/>
          <p:nvPr/>
        </p:nvSpPr>
        <p:spPr>
          <a:xfrm>
            <a:off x="242375" y="3562100"/>
            <a:ext cx="5527800" cy="1191000"/>
          </a:xfrm>
          <a:prstGeom prst="rect">
            <a:avLst/>
          </a:prstGeom>
          <a:solidFill>
            <a:srgbClr val="00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solidFill>
                  <a:schemeClr val="dk1"/>
                </a:solidFill>
                <a:latin typeface="Calibri"/>
                <a:ea typeface="Calibri"/>
                <a:cs typeface="Calibri"/>
                <a:sym typeface="Calibri"/>
              </a:rPr>
              <a:t>Supersaturated Solution</a:t>
            </a:r>
            <a:r>
              <a:rPr b="1" lang="en-GB" sz="2200">
                <a:solidFill>
                  <a:schemeClr val="dk1"/>
                </a:solidFill>
                <a:latin typeface="Calibri"/>
                <a:ea typeface="Calibri"/>
                <a:cs typeface="Calibri"/>
                <a:sym typeface="Calibri"/>
              </a:rPr>
              <a:t>: </a:t>
            </a:r>
            <a:r>
              <a:rPr lang="en-GB" sz="2200" u="sng">
                <a:solidFill>
                  <a:schemeClr val="dk1"/>
                </a:solidFill>
                <a:latin typeface="Calibri"/>
                <a:ea typeface="Calibri"/>
                <a:cs typeface="Calibri"/>
                <a:sym typeface="Calibri"/>
              </a:rPr>
              <a:t>As a group c</a:t>
            </a:r>
            <a:r>
              <a:rPr lang="en-GB" sz="2200">
                <a:solidFill>
                  <a:schemeClr val="dk1"/>
                </a:solidFill>
                <a:latin typeface="Calibri"/>
                <a:ea typeface="Calibri"/>
                <a:cs typeface="Calibri"/>
                <a:sym typeface="Calibri"/>
              </a:rPr>
              <a:t>ome up with a definition then move this box to compare</a:t>
            </a:r>
            <a:endParaRPr sz="3100">
              <a:solidFill>
                <a:schemeClr val="dk1"/>
              </a:solidFill>
              <a:latin typeface="Corbel"/>
              <a:ea typeface="Corbel"/>
              <a:cs typeface="Corbel"/>
              <a:sym typeface="Corbel"/>
            </a:endParaRPr>
          </a:p>
        </p:txBody>
      </p:sp>
      <p:sp>
        <p:nvSpPr>
          <p:cNvPr id="236" name="Google Shape;236;p37"/>
          <p:cNvSpPr txBox="1"/>
          <p:nvPr/>
        </p:nvSpPr>
        <p:spPr>
          <a:xfrm>
            <a:off x="6207175" y="3810525"/>
            <a:ext cx="2464200" cy="8148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1"/>
                </a:solidFill>
                <a:latin typeface="Corbel"/>
                <a:ea typeface="Corbel"/>
                <a:cs typeface="Corbel"/>
                <a:sym typeface="Corbel"/>
              </a:rPr>
              <a:t>Optional</a:t>
            </a:r>
            <a:r>
              <a:rPr lang="en-GB" sz="1600">
                <a:solidFill>
                  <a:schemeClr val="dk1"/>
                </a:solidFill>
                <a:latin typeface="Corbel"/>
                <a:ea typeface="Corbel"/>
                <a:cs typeface="Corbel"/>
                <a:sym typeface="Corbel"/>
              </a:rPr>
              <a:t>: watch the video to enhance understanding</a:t>
            </a:r>
            <a:endParaRPr sz="1600">
              <a:solidFill>
                <a:schemeClr val="dk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134300" y="93500"/>
            <a:ext cx="95529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Describing Solubility</a:t>
            </a:r>
            <a:endParaRPr/>
          </a:p>
        </p:txBody>
      </p:sp>
      <p:sp>
        <p:nvSpPr>
          <p:cNvPr id="243" name="Google Shape;243;p38"/>
          <p:cNvSpPr txBox="1"/>
          <p:nvPr/>
        </p:nvSpPr>
        <p:spPr>
          <a:xfrm>
            <a:off x="290950" y="1215050"/>
            <a:ext cx="3207600" cy="3237600"/>
          </a:xfrm>
          <a:prstGeom prst="rect">
            <a:avLst/>
          </a:prstGeom>
          <a:noFill/>
          <a:ln>
            <a:noFill/>
          </a:ln>
        </p:spPr>
        <p:txBody>
          <a:bodyPr anchorCtr="0" anchor="t" bIns="91425" lIns="91425" spcFirstLastPara="1" rIns="91425" wrap="square" tIns="91425">
            <a:spAutoFit/>
          </a:bodyPr>
          <a:lstStyle/>
          <a:p>
            <a:pPr indent="-311150" lvl="0" marL="342900" rtl="0" algn="l">
              <a:spcBef>
                <a:spcPts val="0"/>
              </a:spcBef>
              <a:spcAft>
                <a:spcPts val="0"/>
              </a:spcAft>
              <a:buClr>
                <a:schemeClr val="dk1"/>
              </a:buClr>
              <a:buSzPts val="2700"/>
              <a:buFont typeface="Arial"/>
              <a:buChar char="•"/>
            </a:pPr>
            <a:r>
              <a:rPr lang="en-GB" sz="2700">
                <a:solidFill>
                  <a:schemeClr val="dk1"/>
                </a:solidFill>
                <a:latin typeface="Calibri"/>
                <a:ea typeface="Calibri"/>
                <a:cs typeface="Calibri"/>
                <a:sym typeface="Calibri"/>
              </a:rPr>
              <a:t>Point on the line is </a:t>
            </a:r>
            <a:r>
              <a:rPr lang="en-GB" sz="2700">
                <a:solidFill>
                  <a:srgbClr val="FF0000"/>
                </a:solidFill>
                <a:latin typeface="Calibri"/>
                <a:ea typeface="Calibri"/>
                <a:cs typeface="Calibri"/>
                <a:sym typeface="Calibri"/>
              </a:rPr>
              <a:t>saturated</a:t>
            </a:r>
            <a:endParaRPr sz="2700">
              <a:solidFill>
                <a:schemeClr val="dk1"/>
              </a:solidFill>
              <a:latin typeface="Calibri"/>
              <a:ea typeface="Calibri"/>
              <a:cs typeface="Calibri"/>
              <a:sym typeface="Calibri"/>
            </a:endParaRPr>
          </a:p>
          <a:p>
            <a:pPr indent="-311150" lvl="0" marL="342900" rtl="0" algn="l">
              <a:spcBef>
                <a:spcPts val="560"/>
              </a:spcBef>
              <a:spcAft>
                <a:spcPts val="0"/>
              </a:spcAft>
              <a:buClr>
                <a:schemeClr val="dk1"/>
              </a:buClr>
              <a:buSzPts val="2700"/>
              <a:buFont typeface="Arial"/>
              <a:buChar char="•"/>
            </a:pPr>
            <a:r>
              <a:rPr lang="en-GB" sz="2700">
                <a:solidFill>
                  <a:schemeClr val="dk1"/>
                </a:solidFill>
                <a:latin typeface="Calibri"/>
                <a:ea typeface="Calibri"/>
                <a:cs typeface="Calibri"/>
                <a:sym typeface="Calibri"/>
              </a:rPr>
              <a:t>Point above the line is </a:t>
            </a:r>
            <a:r>
              <a:rPr lang="en-GB" sz="2700">
                <a:solidFill>
                  <a:srgbClr val="8064A2"/>
                </a:solidFill>
                <a:latin typeface="Calibri"/>
                <a:ea typeface="Calibri"/>
                <a:cs typeface="Calibri"/>
                <a:sym typeface="Calibri"/>
              </a:rPr>
              <a:t>supersaturated</a:t>
            </a:r>
            <a:endParaRPr sz="2700">
              <a:solidFill>
                <a:schemeClr val="dk1"/>
              </a:solidFill>
              <a:latin typeface="Calibri"/>
              <a:ea typeface="Calibri"/>
              <a:cs typeface="Calibri"/>
              <a:sym typeface="Calibri"/>
            </a:endParaRPr>
          </a:p>
          <a:p>
            <a:pPr indent="-311150" lvl="0" marL="342900" rtl="0" algn="l">
              <a:spcBef>
                <a:spcPts val="560"/>
              </a:spcBef>
              <a:spcAft>
                <a:spcPts val="0"/>
              </a:spcAft>
              <a:buClr>
                <a:schemeClr val="dk1"/>
              </a:buClr>
              <a:buSzPts val="2700"/>
              <a:buFont typeface="Arial"/>
              <a:buChar char="•"/>
            </a:pPr>
            <a:r>
              <a:rPr lang="en-GB" sz="2700">
                <a:solidFill>
                  <a:schemeClr val="dk1"/>
                </a:solidFill>
                <a:latin typeface="Calibri"/>
                <a:ea typeface="Calibri"/>
                <a:cs typeface="Calibri"/>
                <a:sym typeface="Calibri"/>
              </a:rPr>
              <a:t>Point below the line is </a:t>
            </a:r>
            <a:r>
              <a:rPr lang="en-GB" sz="2700">
                <a:solidFill>
                  <a:srgbClr val="4BACC6"/>
                </a:solidFill>
                <a:latin typeface="Calibri"/>
                <a:ea typeface="Calibri"/>
                <a:cs typeface="Calibri"/>
                <a:sym typeface="Calibri"/>
              </a:rPr>
              <a:t>unsaturated</a:t>
            </a:r>
            <a:endParaRPr i="1" sz="3100">
              <a:solidFill>
                <a:schemeClr val="dk1"/>
              </a:solidFill>
              <a:latin typeface="Times New Roman"/>
              <a:ea typeface="Times New Roman"/>
              <a:cs typeface="Times New Roman"/>
              <a:sym typeface="Times New Roman"/>
            </a:endParaRPr>
          </a:p>
        </p:txBody>
      </p:sp>
      <p:pic>
        <p:nvPicPr>
          <p:cNvPr id="244" name="Google Shape;244;p38"/>
          <p:cNvPicPr preferRelativeResize="0"/>
          <p:nvPr/>
        </p:nvPicPr>
        <p:blipFill rotWithShape="1">
          <a:blip r:embed="rId3">
            <a:alphaModFix/>
          </a:blip>
          <a:srcRect b="0" l="0" r="0" t="0"/>
          <a:stretch/>
        </p:blipFill>
        <p:spPr>
          <a:xfrm>
            <a:off x="3616399" y="1314328"/>
            <a:ext cx="5240400" cy="3260700"/>
          </a:xfrm>
          <a:prstGeom prst="rect">
            <a:avLst/>
          </a:prstGeom>
          <a:noFill/>
          <a:ln>
            <a:noFill/>
          </a:ln>
        </p:spPr>
      </p:pic>
      <p:sp>
        <p:nvSpPr>
          <p:cNvPr id="245" name="Google Shape;245;p38"/>
          <p:cNvSpPr txBox="1"/>
          <p:nvPr/>
        </p:nvSpPr>
        <p:spPr>
          <a:xfrm>
            <a:off x="4860750" y="1683075"/>
            <a:ext cx="2033100" cy="6330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sp>
        <p:nvSpPr>
          <p:cNvPr id="246" name="Google Shape;246;p38"/>
          <p:cNvSpPr txBox="1"/>
          <p:nvPr/>
        </p:nvSpPr>
        <p:spPr>
          <a:xfrm>
            <a:off x="6642375" y="3114600"/>
            <a:ext cx="2033100" cy="6330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orbel"/>
              <a:ea typeface="Corbel"/>
              <a:cs typeface="Corbel"/>
              <a:sym typeface="Corbel"/>
            </a:endParaRPr>
          </a:p>
        </p:txBody>
      </p:sp>
      <p:sp>
        <p:nvSpPr>
          <p:cNvPr id="247" name="Google Shape;247;p38"/>
          <p:cNvSpPr txBox="1"/>
          <p:nvPr/>
        </p:nvSpPr>
        <p:spPr>
          <a:xfrm>
            <a:off x="0" y="2262075"/>
            <a:ext cx="3498600" cy="24774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Corbel"/>
                <a:ea typeface="Corbel"/>
                <a:cs typeface="Corbel"/>
                <a:sym typeface="Corbel"/>
              </a:rPr>
              <a:t>Label the above and below the line blue boxes as unsaturated or supersaturated. Discuss your reasoning as a group, then check your understanding by moving all blue boxes)</a:t>
            </a:r>
            <a:endParaRPr sz="2200">
              <a:solidFill>
                <a:schemeClr val="dk1"/>
              </a:solidFill>
              <a:latin typeface="Corbel"/>
              <a:ea typeface="Corbel"/>
              <a:cs typeface="Corbel"/>
              <a:sym typeface="Corbe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type="title"/>
          </p:nvPr>
        </p:nvSpPr>
        <p:spPr>
          <a:xfrm>
            <a:off x="149925" y="116575"/>
            <a:ext cx="89940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4400"/>
              <a:t>Explore: Solubility and temperature</a:t>
            </a:r>
            <a:endParaRPr sz="4400"/>
          </a:p>
        </p:txBody>
      </p:sp>
      <p:sp>
        <p:nvSpPr>
          <p:cNvPr id="254" name="Google Shape;254;p39"/>
          <p:cNvSpPr txBox="1"/>
          <p:nvPr/>
        </p:nvSpPr>
        <p:spPr>
          <a:xfrm>
            <a:off x="149925" y="1179750"/>
            <a:ext cx="3400800" cy="38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Corbel"/>
                <a:ea typeface="Corbel"/>
                <a:cs typeface="Corbel"/>
                <a:sym typeface="Corbel"/>
              </a:rPr>
              <a:t>For this graph, answer on the next slide:</a:t>
            </a:r>
            <a:endParaRPr sz="2200">
              <a:solidFill>
                <a:schemeClr val="dk1"/>
              </a:solidFill>
              <a:latin typeface="Corbel"/>
              <a:ea typeface="Corbel"/>
              <a:cs typeface="Corbel"/>
              <a:sym typeface="Corbel"/>
            </a:endParaRPr>
          </a:p>
          <a:p>
            <a:pPr indent="-342900" lvl="0" marL="457200" rtl="0" algn="l">
              <a:spcBef>
                <a:spcPts val="0"/>
              </a:spcBef>
              <a:spcAft>
                <a:spcPts val="0"/>
              </a:spcAft>
              <a:buClr>
                <a:schemeClr val="dk1"/>
              </a:buClr>
              <a:buSzPts val="1800"/>
              <a:buFont typeface="Corbel"/>
              <a:buAutoNum type="arabicParenR"/>
            </a:pPr>
            <a:r>
              <a:rPr lang="en-GB" sz="1800">
                <a:solidFill>
                  <a:schemeClr val="dk1"/>
                </a:solidFill>
                <a:latin typeface="Corbel"/>
                <a:ea typeface="Corbel"/>
                <a:cs typeface="Corbel"/>
                <a:sym typeface="Corbel"/>
              </a:rPr>
              <a:t>What is the solvent and its quantity?</a:t>
            </a:r>
            <a:endParaRPr sz="1800">
              <a:solidFill>
                <a:schemeClr val="dk1"/>
              </a:solidFill>
              <a:latin typeface="Corbel"/>
              <a:ea typeface="Corbel"/>
              <a:cs typeface="Corbel"/>
              <a:sym typeface="Corbel"/>
            </a:endParaRPr>
          </a:p>
          <a:p>
            <a:pPr indent="-342900" lvl="0" marL="457200" rtl="0" algn="l">
              <a:spcBef>
                <a:spcPts val="0"/>
              </a:spcBef>
              <a:spcAft>
                <a:spcPts val="0"/>
              </a:spcAft>
              <a:buClr>
                <a:schemeClr val="dk1"/>
              </a:buClr>
              <a:buSzPts val="1800"/>
              <a:buFont typeface="Corbel"/>
              <a:buAutoNum type="arabicParenR"/>
            </a:pPr>
            <a:r>
              <a:rPr lang="en-GB" sz="1800">
                <a:solidFill>
                  <a:schemeClr val="dk1"/>
                </a:solidFill>
                <a:latin typeface="Corbel"/>
                <a:ea typeface="Corbel"/>
                <a:cs typeface="Corbel"/>
                <a:sym typeface="Corbel"/>
              </a:rPr>
              <a:t>What is the solubility of LiCl at 50</a:t>
            </a:r>
            <a:r>
              <a:rPr baseline="30000" lang="en-GB" sz="1800">
                <a:solidFill>
                  <a:schemeClr val="dk1"/>
                </a:solidFill>
                <a:latin typeface="Corbel"/>
                <a:ea typeface="Corbel"/>
                <a:cs typeface="Corbel"/>
                <a:sym typeface="Corbel"/>
              </a:rPr>
              <a:t>o</a:t>
            </a:r>
            <a:r>
              <a:rPr lang="en-GB" sz="1800">
                <a:solidFill>
                  <a:schemeClr val="dk1"/>
                </a:solidFill>
                <a:latin typeface="Corbel"/>
                <a:ea typeface="Corbel"/>
                <a:cs typeface="Corbel"/>
                <a:sym typeface="Corbel"/>
              </a:rPr>
              <a:t>C?</a:t>
            </a:r>
            <a:endParaRPr sz="1800">
              <a:solidFill>
                <a:schemeClr val="dk1"/>
              </a:solidFill>
              <a:latin typeface="Corbel"/>
              <a:ea typeface="Corbel"/>
              <a:cs typeface="Corbel"/>
              <a:sym typeface="Corbel"/>
            </a:endParaRPr>
          </a:p>
          <a:p>
            <a:pPr indent="-342900" lvl="0" marL="457200" rtl="0" algn="l">
              <a:spcBef>
                <a:spcPts val="0"/>
              </a:spcBef>
              <a:spcAft>
                <a:spcPts val="0"/>
              </a:spcAft>
              <a:buClr>
                <a:schemeClr val="dk1"/>
              </a:buClr>
              <a:buSzPts val="1800"/>
              <a:buFont typeface="Corbel"/>
              <a:buAutoNum type="arabicParenR"/>
            </a:pPr>
            <a:r>
              <a:rPr lang="en-GB" sz="1800">
                <a:solidFill>
                  <a:schemeClr val="dk1"/>
                </a:solidFill>
                <a:latin typeface="Corbel"/>
                <a:ea typeface="Corbel"/>
                <a:cs typeface="Corbel"/>
                <a:sym typeface="Corbel"/>
              </a:rPr>
              <a:t>At what temperature is a solution with KCl considered </a:t>
            </a:r>
            <a:r>
              <a:rPr lang="en-GB" sz="1800">
                <a:solidFill>
                  <a:schemeClr val="dk1"/>
                </a:solidFill>
                <a:latin typeface="Corbel"/>
                <a:ea typeface="Corbel"/>
                <a:cs typeface="Corbel"/>
                <a:sym typeface="Corbel"/>
              </a:rPr>
              <a:t>saturated</a:t>
            </a:r>
            <a:r>
              <a:rPr lang="en-GB" sz="1800">
                <a:solidFill>
                  <a:schemeClr val="dk1"/>
                </a:solidFill>
                <a:latin typeface="Corbel"/>
                <a:ea typeface="Corbel"/>
                <a:cs typeface="Corbel"/>
                <a:sym typeface="Corbel"/>
              </a:rPr>
              <a:t> at 50/100g H2O?</a:t>
            </a:r>
            <a:endParaRPr sz="1800">
              <a:solidFill>
                <a:schemeClr val="dk1"/>
              </a:solidFill>
              <a:latin typeface="Corbel"/>
              <a:ea typeface="Corbel"/>
              <a:cs typeface="Corbel"/>
              <a:sym typeface="Corbel"/>
            </a:endParaRPr>
          </a:p>
          <a:p>
            <a:pPr indent="-342900" lvl="0" marL="457200" rtl="0" algn="l">
              <a:spcBef>
                <a:spcPts val="0"/>
              </a:spcBef>
              <a:spcAft>
                <a:spcPts val="0"/>
              </a:spcAft>
              <a:buClr>
                <a:schemeClr val="dk1"/>
              </a:buClr>
              <a:buSzPts val="1800"/>
              <a:buFont typeface="Corbel"/>
              <a:buAutoNum type="arabicParenR"/>
            </a:pPr>
            <a:r>
              <a:rPr lang="en-GB" sz="1800">
                <a:solidFill>
                  <a:schemeClr val="dk1"/>
                </a:solidFill>
                <a:latin typeface="Corbel"/>
                <a:ea typeface="Corbel"/>
                <a:cs typeface="Corbel"/>
                <a:sym typeface="Corbel"/>
              </a:rPr>
              <a:t>At what minimum concentration will NaCl be considered supersaturated regardless of temperature? </a:t>
            </a:r>
            <a:endParaRPr sz="1800">
              <a:solidFill>
                <a:schemeClr val="dk1"/>
              </a:solidFill>
              <a:latin typeface="Corbel"/>
              <a:ea typeface="Corbel"/>
              <a:cs typeface="Corbel"/>
              <a:sym typeface="Corbel"/>
            </a:endParaRPr>
          </a:p>
        </p:txBody>
      </p:sp>
      <p:pic>
        <p:nvPicPr>
          <p:cNvPr descr="fg14_05" id="255" name="Google Shape;255;p39"/>
          <p:cNvPicPr preferRelativeResize="0"/>
          <p:nvPr/>
        </p:nvPicPr>
        <p:blipFill rotWithShape="1">
          <a:blip r:embed="rId3">
            <a:alphaModFix/>
          </a:blip>
          <a:srcRect b="4698" l="0" r="0" t="0"/>
          <a:stretch/>
        </p:blipFill>
        <p:spPr>
          <a:xfrm>
            <a:off x="3687375" y="1255938"/>
            <a:ext cx="5318100" cy="3952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300"/>
              <a:t>Room for Graph Answers</a:t>
            </a:r>
            <a:endParaRPr sz="3300"/>
          </a:p>
          <a:p>
            <a:pPr indent="0" lvl="0" marL="0" rtl="0" algn="l">
              <a:spcBef>
                <a:spcPts val="0"/>
              </a:spcBef>
              <a:spcAft>
                <a:spcPts val="0"/>
              </a:spcAft>
              <a:buNone/>
            </a:pPr>
            <a:r>
              <a:rPr lang="en-GB" sz="3300"/>
              <a:t>* include your explanations</a:t>
            </a:r>
            <a:endParaRPr sz="3300"/>
          </a:p>
        </p:txBody>
      </p:sp>
      <p:sp>
        <p:nvSpPr>
          <p:cNvPr id="262" name="Google Shape;262;p40"/>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type="title"/>
          </p:nvPr>
        </p:nvSpPr>
        <p:spPr>
          <a:xfrm>
            <a:off x="0" y="0"/>
            <a:ext cx="89073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4400"/>
              <a:t>Explore: Solubility and temperature</a:t>
            </a:r>
            <a:endParaRPr/>
          </a:p>
        </p:txBody>
      </p:sp>
      <p:sp>
        <p:nvSpPr>
          <p:cNvPr id="269" name="Google Shape;269;p41"/>
          <p:cNvSpPr txBox="1"/>
          <p:nvPr/>
        </p:nvSpPr>
        <p:spPr>
          <a:xfrm>
            <a:off x="311375" y="1300700"/>
            <a:ext cx="5328300" cy="3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solidFill>
                  <a:schemeClr val="dk1"/>
                </a:solidFill>
                <a:latin typeface="Corbel"/>
                <a:ea typeface="Corbel"/>
                <a:cs typeface="Corbel"/>
                <a:sym typeface="Corbel"/>
              </a:rPr>
              <a:t>The following compounds are all gases. </a:t>
            </a:r>
            <a:endParaRPr sz="2500">
              <a:solidFill>
                <a:schemeClr val="dk1"/>
              </a:solidFill>
              <a:latin typeface="Corbel"/>
              <a:ea typeface="Corbel"/>
              <a:cs typeface="Corbel"/>
              <a:sym typeface="Corbel"/>
            </a:endParaRPr>
          </a:p>
          <a:p>
            <a:pPr indent="-387350" lvl="0" marL="457200" rtl="0" algn="l">
              <a:spcBef>
                <a:spcPts val="0"/>
              </a:spcBef>
              <a:spcAft>
                <a:spcPts val="0"/>
              </a:spcAft>
              <a:buClr>
                <a:schemeClr val="dk1"/>
              </a:buClr>
              <a:buSzPts val="2500"/>
              <a:buFont typeface="Corbel"/>
              <a:buChar char="●"/>
            </a:pPr>
            <a:r>
              <a:rPr lang="en-GB" sz="2500">
                <a:solidFill>
                  <a:schemeClr val="dk1"/>
                </a:solidFill>
                <a:latin typeface="Corbel"/>
                <a:ea typeface="Corbel"/>
                <a:cs typeface="Corbel"/>
                <a:sym typeface="Corbel"/>
              </a:rPr>
              <a:t>What do you notice that is different about the trends of gases as compared to trends of ionic solids?</a:t>
            </a:r>
            <a:endParaRPr sz="2500">
              <a:solidFill>
                <a:schemeClr val="dk1"/>
              </a:solidFill>
              <a:latin typeface="Corbel"/>
              <a:ea typeface="Corbel"/>
              <a:cs typeface="Corbel"/>
              <a:sym typeface="Corbel"/>
            </a:endParaRPr>
          </a:p>
          <a:p>
            <a:pPr indent="-387350" lvl="0" marL="457200" rtl="0" algn="l">
              <a:spcBef>
                <a:spcPts val="0"/>
              </a:spcBef>
              <a:spcAft>
                <a:spcPts val="0"/>
              </a:spcAft>
              <a:buClr>
                <a:schemeClr val="dk1"/>
              </a:buClr>
              <a:buSzPts val="2500"/>
              <a:buFont typeface="Corbel"/>
              <a:buChar char="●"/>
            </a:pPr>
            <a:r>
              <a:rPr lang="en-GB" sz="2500">
                <a:solidFill>
                  <a:schemeClr val="dk1"/>
                </a:solidFill>
                <a:latin typeface="Corbel"/>
                <a:ea typeface="Corbel"/>
                <a:cs typeface="Corbel"/>
                <a:sym typeface="Corbel"/>
              </a:rPr>
              <a:t>Discuss with your group why this might be (feel free to write in your thoughts)</a:t>
            </a:r>
            <a:endParaRPr sz="2500">
              <a:solidFill>
                <a:schemeClr val="dk1"/>
              </a:solidFill>
              <a:latin typeface="Corbel"/>
              <a:ea typeface="Corbel"/>
              <a:cs typeface="Corbel"/>
              <a:sym typeface="Corbel"/>
            </a:endParaRPr>
          </a:p>
        </p:txBody>
      </p:sp>
      <p:pic>
        <p:nvPicPr>
          <p:cNvPr id="270" name="Google Shape;270;p41"/>
          <p:cNvPicPr preferRelativeResize="0"/>
          <p:nvPr/>
        </p:nvPicPr>
        <p:blipFill>
          <a:blip r:embed="rId3">
            <a:alphaModFix/>
          </a:blip>
          <a:stretch>
            <a:fillRect/>
          </a:stretch>
        </p:blipFill>
        <p:spPr>
          <a:xfrm>
            <a:off x="5853949" y="1207425"/>
            <a:ext cx="3003025" cy="40510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2"/>
          <p:cNvSpPr txBox="1"/>
          <p:nvPr>
            <p:ph type="title"/>
          </p:nvPr>
        </p:nvSpPr>
        <p:spPr>
          <a:xfrm>
            <a:off x="60150" y="116575"/>
            <a:ext cx="92364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4400"/>
              <a:t>Explore: Solubility and temperature </a:t>
            </a:r>
            <a:endParaRPr/>
          </a:p>
        </p:txBody>
      </p:sp>
      <p:pic>
        <p:nvPicPr>
          <p:cNvPr id="277" name="Google Shape;277;p42" title="Grandma Sandy tries Pepsi and Mentos!">
            <a:hlinkClick r:id="rId3"/>
          </p:cNvPr>
          <p:cNvPicPr preferRelativeResize="0"/>
          <p:nvPr/>
        </p:nvPicPr>
        <p:blipFill>
          <a:blip r:embed="rId4">
            <a:alphaModFix/>
          </a:blip>
          <a:stretch>
            <a:fillRect/>
          </a:stretch>
        </p:blipFill>
        <p:spPr>
          <a:xfrm>
            <a:off x="3857972" y="1239488"/>
            <a:ext cx="6441850" cy="3623550"/>
          </a:xfrm>
          <a:prstGeom prst="rect">
            <a:avLst/>
          </a:prstGeom>
          <a:noFill/>
          <a:ln>
            <a:noFill/>
          </a:ln>
        </p:spPr>
      </p:pic>
      <p:sp>
        <p:nvSpPr>
          <p:cNvPr id="278" name="Google Shape;278;p42"/>
          <p:cNvSpPr txBox="1"/>
          <p:nvPr>
            <p:ph idx="1" type="body"/>
          </p:nvPr>
        </p:nvSpPr>
        <p:spPr>
          <a:xfrm>
            <a:off x="288300" y="1239500"/>
            <a:ext cx="5581800" cy="37311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lang="en-GB"/>
              <a:t>Can you predict what will happen when Grandma drops the mentos into her pop? Can you explain it!   (1 minute)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3"/>
          <p:cNvSpPr txBox="1"/>
          <p:nvPr>
            <p:ph type="title"/>
          </p:nvPr>
        </p:nvSpPr>
        <p:spPr>
          <a:xfrm>
            <a:off x="0" y="0"/>
            <a:ext cx="89073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4400"/>
              <a:t>Explore: Solubility and temperature</a:t>
            </a:r>
            <a:endParaRPr/>
          </a:p>
        </p:txBody>
      </p:sp>
      <p:pic>
        <p:nvPicPr>
          <p:cNvPr id="285" name="Google Shape;285;p43"/>
          <p:cNvPicPr preferRelativeResize="0"/>
          <p:nvPr/>
        </p:nvPicPr>
        <p:blipFill>
          <a:blip r:embed="rId3">
            <a:alphaModFix/>
          </a:blip>
          <a:stretch>
            <a:fillRect/>
          </a:stretch>
        </p:blipFill>
        <p:spPr>
          <a:xfrm>
            <a:off x="5853949" y="1207425"/>
            <a:ext cx="3003025" cy="4051024"/>
          </a:xfrm>
          <a:prstGeom prst="rect">
            <a:avLst/>
          </a:prstGeom>
          <a:noFill/>
          <a:ln>
            <a:noFill/>
          </a:ln>
        </p:spPr>
      </p:pic>
      <p:pic>
        <p:nvPicPr>
          <p:cNvPr descr="A dark brown liquid is shown in a clear, colorless container. A thick layer of beige bubbles appear at the surface of the liquid. In the liquid, thirteen small clusters of single black spheres with two red spheres attached to the left and right are shown. Red spheres represent oxygen atoms and black represent carbon atoms. Seven white arrows point upward in the container from these clusters to the bubble layer at the top of the liquid." id="286" name="Google Shape;286;p43"/>
          <p:cNvPicPr preferRelativeResize="0"/>
          <p:nvPr/>
        </p:nvPicPr>
        <p:blipFill>
          <a:blip r:embed="rId4">
            <a:alphaModFix/>
          </a:blip>
          <a:stretch>
            <a:fillRect/>
          </a:stretch>
        </p:blipFill>
        <p:spPr>
          <a:xfrm>
            <a:off x="326375" y="1207413"/>
            <a:ext cx="5208751" cy="3235200"/>
          </a:xfrm>
          <a:prstGeom prst="rect">
            <a:avLst/>
          </a:prstGeom>
          <a:noFill/>
          <a:ln>
            <a:noFill/>
          </a:ln>
        </p:spPr>
      </p:pic>
      <p:sp>
        <p:nvSpPr>
          <p:cNvPr id="287" name="Google Shape;287;p43"/>
          <p:cNvSpPr txBox="1"/>
          <p:nvPr/>
        </p:nvSpPr>
        <p:spPr>
          <a:xfrm>
            <a:off x="326375" y="4453725"/>
            <a:ext cx="5443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t>Opening the bottle of carbonated beverage reduces the pressure of the gaseous carbon dioxide above the beverage. The solubility of CO</a:t>
            </a:r>
            <a:r>
              <a:rPr baseline="-25000" lang="en-GB" sz="1000"/>
              <a:t>2</a:t>
            </a:r>
            <a:r>
              <a:rPr lang="en-GB" sz="1000"/>
              <a:t> is thus lowered, and some dissolved carbon dioxide may be seen leaving the solution as small gas bubbles.</a:t>
            </a:r>
            <a:endParaRPr sz="1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4"/>
          <p:cNvSpPr txBox="1"/>
          <p:nvPr>
            <p:ph type="title"/>
          </p:nvPr>
        </p:nvSpPr>
        <p:spPr>
          <a:xfrm>
            <a:off x="457200" y="12813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Supersaturated Solutions</a:t>
            </a:r>
            <a:endParaRPr/>
          </a:p>
        </p:txBody>
      </p:sp>
      <p:sp>
        <p:nvSpPr>
          <p:cNvPr id="294" name="Google Shape;294;p44"/>
          <p:cNvSpPr txBox="1"/>
          <p:nvPr/>
        </p:nvSpPr>
        <p:spPr>
          <a:xfrm>
            <a:off x="202150" y="1280275"/>
            <a:ext cx="8484600" cy="13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rPr>
              <a:t>These solutions </a:t>
            </a:r>
            <a:r>
              <a:rPr b="1" lang="en-GB" sz="1800">
                <a:solidFill>
                  <a:schemeClr val="dk1"/>
                </a:solidFill>
              </a:rPr>
              <a:t>contain more dissolved solute than a saturated solution</a:t>
            </a:r>
            <a:r>
              <a:rPr lang="en-GB" sz="1800">
                <a:solidFill>
                  <a:schemeClr val="dk1"/>
                </a:solidFill>
              </a:rPr>
              <a:t> </a:t>
            </a:r>
            <a:r>
              <a:rPr b="1" lang="en-GB" sz="1800">
                <a:solidFill>
                  <a:schemeClr val="dk1"/>
                </a:solidFill>
              </a:rPr>
              <a:t>at the same temperature</a:t>
            </a:r>
            <a:endParaRPr b="1" sz="1800">
              <a:solidFill>
                <a:schemeClr val="dk1"/>
              </a:solidFill>
            </a:endParaRPr>
          </a:p>
          <a:p>
            <a:pPr indent="0" lvl="0" marL="12700" rtl="0" algn="l">
              <a:lnSpc>
                <a:spcPct val="115000"/>
              </a:lnSpc>
              <a:spcBef>
                <a:spcPts val="1600"/>
              </a:spcBef>
              <a:spcAft>
                <a:spcPts val="0"/>
              </a:spcAft>
              <a:buNone/>
            </a:pPr>
            <a:r>
              <a:t/>
            </a:r>
            <a:endParaRPr sz="1800">
              <a:solidFill>
                <a:schemeClr val="dk1"/>
              </a:solidFill>
            </a:endParaRPr>
          </a:p>
        </p:txBody>
      </p:sp>
      <p:pic>
        <p:nvPicPr>
          <p:cNvPr id="295" name="Google Shape;295;p44"/>
          <p:cNvPicPr preferRelativeResize="0"/>
          <p:nvPr/>
        </p:nvPicPr>
        <p:blipFill>
          <a:blip r:embed="rId3">
            <a:alphaModFix/>
          </a:blip>
          <a:stretch>
            <a:fillRect/>
          </a:stretch>
        </p:blipFill>
        <p:spPr>
          <a:xfrm>
            <a:off x="4549496" y="1849596"/>
            <a:ext cx="4287050" cy="2545225"/>
          </a:xfrm>
          <a:prstGeom prst="rect">
            <a:avLst/>
          </a:prstGeom>
          <a:noFill/>
          <a:ln>
            <a:noFill/>
          </a:ln>
        </p:spPr>
      </p:pic>
      <p:sp>
        <p:nvSpPr>
          <p:cNvPr id="296" name="Google Shape;296;p44"/>
          <p:cNvSpPr txBox="1"/>
          <p:nvPr/>
        </p:nvSpPr>
        <p:spPr>
          <a:xfrm>
            <a:off x="97325" y="2054075"/>
            <a:ext cx="43797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600"/>
              </a:spcBef>
              <a:spcAft>
                <a:spcPts val="0"/>
              </a:spcAft>
              <a:buClr>
                <a:schemeClr val="dk1"/>
              </a:buClr>
              <a:buSzPts val="1600"/>
              <a:buChar char="●"/>
            </a:pPr>
            <a:r>
              <a:rPr lang="en-GB" sz="1600">
                <a:solidFill>
                  <a:schemeClr val="dk1"/>
                </a:solidFill>
              </a:rPr>
              <a:t>These can be created by heating them up, and allowing them to cool, or using pressure if the solute is a gas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If done carefully, the dissolved solute will stay dissolved as the solution cools</a:t>
            </a:r>
            <a:endParaRPr sz="1600">
              <a:solidFill>
                <a:schemeClr val="dk1"/>
              </a:solidFill>
            </a:endParaRPr>
          </a:p>
          <a:p>
            <a:pPr indent="-330200" lvl="0" marL="457200" marR="50800" rtl="0" algn="l">
              <a:lnSpc>
                <a:spcPct val="115000"/>
              </a:lnSpc>
              <a:spcBef>
                <a:spcPts val="0"/>
              </a:spcBef>
              <a:spcAft>
                <a:spcPts val="0"/>
              </a:spcAft>
              <a:buClr>
                <a:schemeClr val="dk1"/>
              </a:buClr>
              <a:buSzPts val="1600"/>
              <a:buChar char="●"/>
            </a:pPr>
            <a:r>
              <a:rPr lang="en-GB" sz="1600">
                <a:solidFill>
                  <a:schemeClr val="dk1"/>
                </a:solidFill>
              </a:rPr>
              <a:t>These solutions are </a:t>
            </a:r>
            <a:r>
              <a:rPr b="1" lang="en-GB" sz="1600">
                <a:solidFill>
                  <a:schemeClr val="dk1"/>
                </a:solidFill>
              </a:rPr>
              <a:t>unstable</a:t>
            </a:r>
            <a:r>
              <a:rPr lang="en-GB" sz="1600">
                <a:solidFill>
                  <a:schemeClr val="dk1"/>
                </a:solidFill>
              </a:rPr>
              <a:t> and if disturbed, the excess solute will be removed from solution</a:t>
            </a:r>
            <a:endParaRPr sz="1600">
              <a:solidFill>
                <a:schemeClr val="dk1"/>
              </a:solidFill>
            </a:endParaRPr>
          </a:p>
          <a:p>
            <a:pPr indent="-330200" lvl="1" marL="914400" marR="50800" rtl="0" algn="l">
              <a:lnSpc>
                <a:spcPct val="115000"/>
              </a:lnSpc>
              <a:spcBef>
                <a:spcPts val="0"/>
              </a:spcBef>
              <a:spcAft>
                <a:spcPts val="0"/>
              </a:spcAft>
              <a:buClr>
                <a:schemeClr val="dk1"/>
              </a:buClr>
              <a:buSzPts val="1600"/>
              <a:buChar char="○"/>
            </a:pPr>
            <a:r>
              <a:rPr lang="en-GB" sz="1600">
                <a:solidFill>
                  <a:schemeClr val="dk1"/>
                </a:solidFill>
              </a:rPr>
              <a:t>Example: adding seed crystal or using physical force </a:t>
            </a:r>
            <a:endParaRPr sz="16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5"/>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3: Apply</a:t>
            </a:r>
            <a:endParaRPr sz="7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Supersaturated Solutions</a:t>
            </a:r>
            <a:endParaRPr/>
          </a:p>
        </p:txBody>
      </p:sp>
      <p:sp>
        <p:nvSpPr>
          <p:cNvPr id="309" name="Google Shape;309;p46"/>
          <p:cNvSpPr txBox="1"/>
          <p:nvPr/>
        </p:nvSpPr>
        <p:spPr>
          <a:xfrm>
            <a:off x="230650" y="1568425"/>
            <a:ext cx="8229600" cy="3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200">
                <a:solidFill>
                  <a:schemeClr val="dk1"/>
                </a:solidFill>
                <a:latin typeface="Corbel"/>
                <a:ea typeface="Corbel"/>
                <a:cs typeface="Corbel"/>
                <a:sym typeface="Corbel"/>
              </a:rPr>
              <a:t>Recall (or revisit)  the video of cold ice from the engage section.</a:t>
            </a:r>
            <a:endParaRPr sz="3200">
              <a:solidFill>
                <a:schemeClr val="dk1"/>
              </a:solidFill>
              <a:latin typeface="Corbel"/>
              <a:ea typeface="Corbel"/>
              <a:cs typeface="Corbel"/>
              <a:sym typeface="Corbel"/>
            </a:endParaRPr>
          </a:p>
          <a:p>
            <a:pPr indent="0" lvl="0" marL="0" rtl="0" algn="l">
              <a:spcBef>
                <a:spcPts val="0"/>
              </a:spcBef>
              <a:spcAft>
                <a:spcPts val="0"/>
              </a:spcAft>
              <a:buNone/>
            </a:pPr>
            <a:r>
              <a:t/>
            </a:r>
            <a:endParaRPr sz="3200">
              <a:solidFill>
                <a:schemeClr val="dk1"/>
              </a:solidFill>
              <a:latin typeface="Corbel"/>
              <a:ea typeface="Corbel"/>
              <a:cs typeface="Corbel"/>
              <a:sym typeface="Corbel"/>
            </a:endParaRPr>
          </a:p>
          <a:p>
            <a:pPr indent="0" lvl="0" marL="0" rtl="0" algn="l">
              <a:spcBef>
                <a:spcPts val="0"/>
              </a:spcBef>
              <a:spcAft>
                <a:spcPts val="0"/>
              </a:spcAft>
              <a:buNone/>
            </a:pPr>
            <a:r>
              <a:rPr lang="en-GB" sz="3200">
                <a:solidFill>
                  <a:schemeClr val="dk1"/>
                </a:solidFill>
                <a:latin typeface="Corbel"/>
                <a:ea typeface="Corbel"/>
                <a:cs typeface="Corbel"/>
                <a:sym typeface="Corbel"/>
              </a:rPr>
              <a:t>Can you now identify what type of solution was used and what </a:t>
            </a:r>
            <a:r>
              <a:rPr lang="en-GB" sz="3200">
                <a:solidFill>
                  <a:schemeClr val="dk1"/>
                </a:solidFill>
                <a:latin typeface="Corbel"/>
                <a:ea typeface="Corbel"/>
                <a:cs typeface="Corbel"/>
                <a:sym typeface="Corbel"/>
              </a:rPr>
              <a:t>occurred</a:t>
            </a:r>
            <a:r>
              <a:rPr lang="en-GB" sz="3200">
                <a:solidFill>
                  <a:schemeClr val="dk1"/>
                </a:solidFill>
                <a:latin typeface="Corbel"/>
                <a:ea typeface="Corbel"/>
                <a:cs typeface="Corbel"/>
                <a:sym typeface="Corbel"/>
              </a:rPr>
              <a:t> as it was poured?  Explain!  </a:t>
            </a:r>
            <a:endParaRPr sz="3200">
              <a:solidFill>
                <a:schemeClr val="dk1"/>
              </a:solidFill>
              <a:latin typeface="Corbel"/>
              <a:ea typeface="Corbel"/>
              <a:cs typeface="Corbel"/>
              <a:sym typeface="Corbe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7"/>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Solubility Curve Questions</a:t>
            </a:r>
            <a:endParaRPr/>
          </a:p>
        </p:txBody>
      </p:sp>
      <p:sp>
        <p:nvSpPr>
          <p:cNvPr id="316" name="Google Shape;316;p47"/>
          <p:cNvSpPr/>
          <p:nvPr/>
        </p:nvSpPr>
        <p:spPr>
          <a:xfrm>
            <a:off x="1828578" y="996475"/>
            <a:ext cx="3339600" cy="747900"/>
          </a:xfrm>
          <a:prstGeom prst="rect">
            <a:avLst/>
          </a:prstGeom>
          <a:noFill/>
          <a:ln>
            <a:noFill/>
          </a:ln>
        </p:spPr>
        <p:txBody>
          <a:bodyPr anchorCtr="1" anchor="ctr" bIns="45700" lIns="91425" spcFirstLastPara="1" rIns="91425" wrap="square" tIns="45700">
            <a:noAutofit/>
          </a:bodyPr>
          <a:lstStyle/>
          <a:p>
            <a:pPr indent="0" lvl="0" marL="0" marR="0" rtl="0" algn="ctr">
              <a:spcBef>
                <a:spcPts val="0"/>
              </a:spcBef>
              <a:spcAft>
                <a:spcPts val="0"/>
              </a:spcAft>
              <a:buClr>
                <a:srgbClr val="1F497D"/>
              </a:buClr>
              <a:buFont typeface="Noto Sans Symbols"/>
              <a:buNone/>
            </a:pPr>
            <a:r>
              <a:t/>
            </a:r>
            <a:endParaRPr/>
          </a:p>
        </p:txBody>
      </p:sp>
      <p:sp>
        <p:nvSpPr>
          <p:cNvPr id="317" name="Google Shape;317;p47"/>
          <p:cNvSpPr/>
          <p:nvPr/>
        </p:nvSpPr>
        <p:spPr>
          <a:xfrm>
            <a:off x="270350" y="1294400"/>
            <a:ext cx="4780200" cy="4009200"/>
          </a:xfrm>
          <a:prstGeom prst="rect">
            <a:avLst/>
          </a:prstGeom>
          <a:noFill/>
          <a:ln>
            <a:noFill/>
          </a:ln>
        </p:spPr>
        <p:txBody>
          <a:bodyPr anchorCtr="0" anchor="t" bIns="45700" lIns="91425" spcFirstLastPara="1" rIns="91425" wrap="square" tIns="45700">
            <a:noAutofit/>
          </a:bodyPr>
          <a:lstStyle/>
          <a:p>
            <a:pPr indent="-370840" lvl="0" marL="360000" marR="0" rtl="0" algn="l">
              <a:spcBef>
                <a:spcPts val="0"/>
              </a:spcBef>
              <a:spcAft>
                <a:spcPts val="0"/>
              </a:spcAft>
              <a:buClr>
                <a:srgbClr val="0000FF"/>
              </a:buClr>
              <a:buSzPts val="1940"/>
              <a:buFont typeface="Noto Sans Symbols"/>
              <a:buAutoNum type="arabicPeriod"/>
            </a:pPr>
            <a:r>
              <a:rPr lang="en-GB" sz="2500">
                <a:solidFill>
                  <a:srgbClr val="000000"/>
                </a:solidFill>
                <a:latin typeface="Arial"/>
                <a:ea typeface="Arial"/>
                <a:cs typeface="Arial"/>
                <a:sym typeface="Arial"/>
              </a:rPr>
              <a:t>What is the solubility of KCl at 70°C?   </a:t>
            </a:r>
            <a:endParaRPr sz="1100"/>
          </a:p>
          <a:p>
            <a:pPr indent="-370840" lvl="0" marL="360000" marR="0" rtl="0" algn="l">
              <a:spcBef>
                <a:spcPts val="560"/>
              </a:spcBef>
              <a:spcAft>
                <a:spcPts val="0"/>
              </a:spcAft>
              <a:buClr>
                <a:srgbClr val="0000FF"/>
              </a:buClr>
              <a:buSzPts val="1940"/>
              <a:buFont typeface="Noto Sans Symbols"/>
              <a:buAutoNum type="arabicPeriod"/>
            </a:pPr>
            <a:r>
              <a:rPr lang="en-GB" sz="2500">
                <a:solidFill>
                  <a:srgbClr val="000000"/>
                </a:solidFill>
                <a:latin typeface="Arial"/>
                <a:ea typeface="Arial"/>
                <a:cs typeface="Arial"/>
                <a:sym typeface="Arial"/>
              </a:rPr>
              <a:t>How many grams of KClO</a:t>
            </a:r>
            <a:r>
              <a:rPr baseline="-25000" lang="en-GB" sz="2500">
                <a:solidFill>
                  <a:srgbClr val="000000"/>
                </a:solidFill>
                <a:latin typeface="Arial"/>
                <a:ea typeface="Arial"/>
                <a:cs typeface="Arial"/>
                <a:sym typeface="Arial"/>
              </a:rPr>
              <a:t>3 </a:t>
            </a:r>
            <a:r>
              <a:rPr lang="en-GB" sz="2500">
                <a:solidFill>
                  <a:srgbClr val="000000"/>
                </a:solidFill>
                <a:latin typeface="Arial"/>
                <a:ea typeface="Arial"/>
                <a:cs typeface="Arial"/>
                <a:sym typeface="Arial"/>
              </a:rPr>
              <a:t>will dissolve in 100 grams of water at 40°C ?</a:t>
            </a:r>
            <a:endParaRPr sz="1100"/>
          </a:p>
          <a:p>
            <a:pPr indent="-370840" lvl="0" marL="360000" marR="0" rtl="0" algn="l">
              <a:spcBef>
                <a:spcPts val="560"/>
              </a:spcBef>
              <a:spcAft>
                <a:spcPts val="0"/>
              </a:spcAft>
              <a:buClr>
                <a:srgbClr val="0000FF"/>
              </a:buClr>
              <a:buSzPts val="1940"/>
              <a:buFont typeface="Noto Sans Symbols"/>
              <a:buAutoNum type="arabicPeriod"/>
            </a:pPr>
            <a:r>
              <a:rPr lang="en-GB" sz="2500">
                <a:solidFill>
                  <a:srgbClr val="000000"/>
                </a:solidFill>
                <a:latin typeface="Arial"/>
                <a:ea typeface="Arial"/>
                <a:cs typeface="Arial"/>
                <a:sym typeface="Arial"/>
              </a:rPr>
              <a:t>How many grams of KClO</a:t>
            </a:r>
            <a:r>
              <a:rPr baseline="-25000" lang="en-GB" sz="2500">
                <a:solidFill>
                  <a:srgbClr val="000000"/>
                </a:solidFill>
                <a:latin typeface="Arial"/>
                <a:ea typeface="Arial"/>
                <a:cs typeface="Arial"/>
                <a:sym typeface="Arial"/>
              </a:rPr>
              <a:t>3 </a:t>
            </a:r>
            <a:r>
              <a:rPr lang="en-GB" sz="2500">
                <a:solidFill>
                  <a:srgbClr val="000000"/>
                </a:solidFill>
                <a:latin typeface="Arial"/>
                <a:ea typeface="Arial"/>
                <a:cs typeface="Arial"/>
                <a:sym typeface="Arial"/>
              </a:rPr>
              <a:t>will dissolve in 50 grams of water at 40</a:t>
            </a:r>
            <a:r>
              <a:rPr lang="en-GB" sz="2500">
                <a:solidFill>
                  <a:schemeClr val="dk1"/>
                </a:solidFill>
              </a:rPr>
              <a:t>°C</a:t>
            </a:r>
            <a:r>
              <a:rPr lang="en-GB" sz="2500">
                <a:solidFill>
                  <a:srgbClr val="000000"/>
                </a:solidFill>
                <a:latin typeface="Arial"/>
                <a:ea typeface="Arial"/>
                <a:cs typeface="Arial"/>
                <a:sym typeface="Arial"/>
              </a:rPr>
              <a:t>?</a:t>
            </a:r>
            <a:endParaRPr sz="2500">
              <a:solidFill>
                <a:srgbClr val="000000"/>
              </a:solidFill>
              <a:latin typeface="Arial"/>
              <a:ea typeface="Arial"/>
              <a:cs typeface="Arial"/>
              <a:sym typeface="Arial"/>
            </a:endParaRPr>
          </a:p>
          <a:p>
            <a:pPr indent="0" lvl="0" marL="0" marR="0" rtl="0" algn="l">
              <a:spcBef>
                <a:spcPts val="560"/>
              </a:spcBef>
              <a:spcAft>
                <a:spcPts val="0"/>
              </a:spcAft>
              <a:buNone/>
            </a:pPr>
            <a:r>
              <a:rPr lang="en-GB" sz="2100">
                <a:solidFill>
                  <a:srgbClr val="FF3300"/>
                </a:solidFill>
              </a:rPr>
              <a:t>Share your answers with your teacher! Check answer slides a the end.  </a:t>
            </a:r>
            <a:r>
              <a:rPr lang="en-GB" sz="2100">
                <a:solidFill>
                  <a:srgbClr val="FF3300"/>
                </a:solidFill>
                <a:latin typeface="Arial"/>
                <a:ea typeface="Arial"/>
                <a:cs typeface="Arial"/>
                <a:sym typeface="Arial"/>
              </a:rPr>
              <a:t> </a:t>
            </a:r>
            <a:endParaRPr b="1" sz="2100">
              <a:solidFill>
                <a:srgbClr val="FF3300"/>
              </a:solidFill>
              <a:latin typeface="Arial"/>
              <a:ea typeface="Arial"/>
              <a:cs typeface="Arial"/>
              <a:sym typeface="Arial"/>
            </a:endParaRPr>
          </a:p>
        </p:txBody>
      </p:sp>
      <p:pic>
        <p:nvPicPr>
          <p:cNvPr descr="solubility%20curve" id="318" name="Google Shape;318;p47"/>
          <p:cNvPicPr preferRelativeResize="0"/>
          <p:nvPr/>
        </p:nvPicPr>
        <p:blipFill rotWithShape="1">
          <a:blip r:embed="rId3">
            <a:alphaModFix/>
          </a:blip>
          <a:srcRect b="0" l="0" r="0" t="0"/>
          <a:stretch/>
        </p:blipFill>
        <p:spPr>
          <a:xfrm>
            <a:off x="5168281" y="1114194"/>
            <a:ext cx="3937500" cy="3843900"/>
          </a:xfrm>
          <a:prstGeom prst="rect">
            <a:avLst/>
          </a:prstGeom>
          <a:noFill/>
          <a:ln>
            <a:noFill/>
          </a:ln>
        </p:spPr>
      </p:pic>
      <p:pic>
        <p:nvPicPr>
          <p:cNvPr id="319" name="Google Shape;319;p47"/>
          <p:cNvPicPr preferRelativeResize="0"/>
          <p:nvPr/>
        </p:nvPicPr>
        <p:blipFill>
          <a:blip r:embed="rId4">
            <a:alphaModFix/>
          </a:blip>
          <a:stretch>
            <a:fillRect/>
          </a:stretch>
        </p:blipFill>
        <p:spPr>
          <a:xfrm>
            <a:off x="8001025" y="56875"/>
            <a:ext cx="939600" cy="939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8"/>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100"/>
              <a:t>Factors Affecting Rate of Dissolving</a:t>
            </a:r>
            <a:endParaRPr sz="4100"/>
          </a:p>
        </p:txBody>
      </p:sp>
      <p:sp>
        <p:nvSpPr>
          <p:cNvPr id="326" name="Google Shape;326;p48"/>
          <p:cNvSpPr/>
          <p:nvPr/>
        </p:nvSpPr>
        <p:spPr>
          <a:xfrm>
            <a:off x="1828578" y="996475"/>
            <a:ext cx="3339600" cy="747900"/>
          </a:xfrm>
          <a:prstGeom prst="rect">
            <a:avLst/>
          </a:prstGeom>
          <a:noFill/>
          <a:ln>
            <a:noFill/>
          </a:ln>
        </p:spPr>
        <p:txBody>
          <a:bodyPr anchorCtr="1" anchor="ctr" bIns="45700" lIns="91425" spcFirstLastPara="1" rIns="91425" wrap="square" tIns="45700">
            <a:noAutofit/>
          </a:bodyPr>
          <a:lstStyle/>
          <a:p>
            <a:pPr indent="0" lvl="0" marL="0" marR="0" rtl="0" algn="ctr">
              <a:spcBef>
                <a:spcPts val="0"/>
              </a:spcBef>
              <a:spcAft>
                <a:spcPts val="0"/>
              </a:spcAft>
              <a:buClr>
                <a:srgbClr val="1F497D"/>
              </a:buClr>
              <a:buFont typeface="Noto Sans Symbols"/>
              <a:buNone/>
            </a:pPr>
            <a:r>
              <a:t/>
            </a:r>
            <a:endParaRPr/>
          </a:p>
        </p:txBody>
      </p:sp>
      <p:sp>
        <p:nvSpPr>
          <p:cNvPr id="327" name="Google Shape;327;p48"/>
          <p:cNvSpPr txBox="1"/>
          <p:nvPr/>
        </p:nvSpPr>
        <p:spPr>
          <a:xfrm>
            <a:off x="553800" y="1259300"/>
            <a:ext cx="8133000" cy="404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900">
                <a:solidFill>
                  <a:schemeClr val="dk1"/>
                </a:solidFill>
                <a:latin typeface="Corbel"/>
                <a:ea typeface="Corbel"/>
                <a:cs typeface="Corbel"/>
                <a:sym typeface="Corbel"/>
              </a:rPr>
              <a:t>The factors that affect rate of </a:t>
            </a:r>
            <a:r>
              <a:rPr lang="en-GB" sz="2900">
                <a:solidFill>
                  <a:schemeClr val="dk1"/>
                </a:solidFill>
                <a:latin typeface="Corbel"/>
                <a:ea typeface="Corbel"/>
                <a:cs typeface="Corbel"/>
                <a:sym typeface="Corbel"/>
              </a:rPr>
              <a:t>dissolving are:</a:t>
            </a:r>
            <a:endParaRPr sz="2900">
              <a:solidFill>
                <a:schemeClr val="dk1"/>
              </a:solidFill>
              <a:latin typeface="Corbel"/>
              <a:ea typeface="Corbel"/>
              <a:cs typeface="Corbel"/>
              <a:sym typeface="Corbel"/>
            </a:endParaRPr>
          </a:p>
          <a:p>
            <a:pPr indent="-412750" lvl="0" marL="457200" rtl="0" algn="l">
              <a:spcBef>
                <a:spcPts val="0"/>
              </a:spcBef>
              <a:spcAft>
                <a:spcPts val="0"/>
              </a:spcAft>
              <a:buClr>
                <a:schemeClr val="dk1"/>
              </a:buClr>
              <a:buSzPts val="2900"/>
              <a:buFont typeface="Corbel"/>
              <a:buChar char="●"/>
            </a:pPr>
            <a:r>
              <a:rPr lang="en-GB" sz="2900">
                <a:solidFill>
                  <a:schemeClr val="dk1"/>
                </a:solidFill>
                <a:latin typeface="Corbel"/>
                <a:ea typeface="Corbel"/>
                <a:cs typeface="Corbel"/>
                <a:sym typeface="Corbel"/>
              </a:rPr>
              <a:t>Stirring</a:t>
            </a:r>
            <a:endParaRPr sz="2900">
              <a:solidFill>
                <a:schemeClr val="dk1"/>
              </a:solidFill>
              <a:latin typeface="Corbel"/>
              <a:ea typeface="Corbel"/>
              <a:cs typeface="Corbel"/>
              <a:sym typeface="Corbel"/>
            </a:endParaRPr>
          </a:p>
          <a:p>
            <a:pPr indent="-412750" lvl="0" marL="457200" rtl="0" algn="l">
              <a:spcBef>
                <a:spcPts val="0"/>
              </a:spcBef>
              <a:spcAft>
                <a:spcPts val="0"/>
              </a:spcAft>
              <a:buClr>
                <a:schemeClr val="dk1"/>
              </a:buClr>
              <a:buSzPts val="2900"/>
              <a:buFont typeface="Corbel"/>
              <a:buChar char="●"/>
            </a:pPr>
            <a:r>
              <a:rPr lang="en-GB" sz="2900">
                <a:solidFill>
                  <a:schemeClr val="dk1"/>
                </a:solidFill>
                <a:latin typeface="Corbel"/>
                <a:ea typeface="Corbel"/>
                <a:cs typeface="Corbel"/>
                <a:sym typeface="Corbel"/>
              </a:rPr>
              <a:t>Temperature</a:t>
            </a:r>
            <a:endParaRPr sz="2900">
              <a:solidFill>
                <a:schemeClr val="dk1"/>
              </a:solidFill>
              <a:latin typeface="Corbel"/>
              <a:ea typeface="Corbel"/>
              <a:cs typeface="Corbel"/>
              <a:sym typeface="Corbel"/>
            </a:endParaRPr>
          </a:p>
          <a:p>
            <a:pPr indent="-412750" lvl="0" marL="457200" rtl="0" algn="l">
              <a:spcBef>
                <a:spcPts val="0"/>
              </a:spcBef>
              <a:spcAft>
                <a:spcPts val="0"/>
              </a:spcAft>
              <a:buClr>
                <a:schemeClr val="dk1"/>
              </a:buClr>
              <a:buSzPts val="2900"/>
              <a:buFont typeface="Corbel"/>
              <a:buChar char="●"/>
            </a:pPr>
            <a:r>
              <a:rPr lang="en-GB" sz="2900">
                <a:solidFill>
                  <a:schemeClr val="dk1"/>
                </a:solidFill>
                <a:latin typeface="Corbel"/>
                <a:ea typeface="Corbel"/>
                <a:cs typeface="Corbel"/>
                <a:sym typeface="Corbel"/>
              </a:rPr>
              <a:t>Surface area </a:t>
            </a:r>
            <a:endParaRPr sz="2900">
              <a:solidFill>
                <a:schemeClr val="dk1"/>
              </a:solidFill>
              <a:latin typeface="Corbel"/>
              <a:ea typeface="Corbel"/>
              <a:cs typeface="Corbel"/>
              <a:sym typeface="Corbel"/>
            </a:endParaRPr>
          </a:p>
          <a:p>
            <a:pPr indent="0" lvl="0" marL="0" rtl="0" algn="l">
              <a:spcBef>
                <a:spcPts val="0"/>
              </a:spcBef>
              <a:spcAft>
                <a:spcPts val="0"/>
              </a:spcAft>
              <a:buNone/>
            </a:pPr>
            <a:r>
              <a:t/>
            </a:r>
            <a:endParaRPr sz="1900">
              <a:solidFill>
                <a:schemeClr val="dk1"/>
              </a:solidFill>
              <a:latin typeface="Corbel"/>
              <a:ea typeface="Corbel"/>
              <a:cs typeface="Corbel"/>
              <a:sym typeface="Corbel"/>
            </a:endParaRPr>
          </a:p>
          <a:p>
            <a:pPr indent="0" lvl="0" marL="0" rtl="0" algn="l">
              <a:spcBef>
                <a:spcPts val="0"/>
              </a:spcBef>
              <a:spcAft>
                <a:spcPts val="0"/>
              </a:spcAft>
              <a:buNone/>
            </a:pPr>
            <a:r>
              <a:rPr lang="en-GB" sz="2900">
                <a:solidFill>
                  <a:schemeClr val="dk1"/>
                </a:solidFill>
                <a:latin typeface="Corbel"/>
                <a:ea typeface="Corbel"/>
                <a:cs typeface="Corbel"/>
                <a:sym typeface="Corbel"/>
              </a:rPr>
              <a:t>Choose one (1) of these factors and at the boards, draw diagram(s) that includes IMF to explain how they affect the rate of dissolving. Take a picture for the next slide </a:t>
            </a:r>
            <a:endParaRPr sz="2900">
              <a:solidFill>
                <a:schemeClr val="dk1"/>
              </a:solidFill>
              <a:latin typeface="Corbel"/>
              <a:ea typeface="Corbel"/>
              <a:cs typeface="Corbel"/>
              <a:sym typeface="Corbe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100"/>
              <a:t>Factor(s) of dissolving Board Photo</a:t>
            </a:r>
            <a:endParaRPr sz="4100"/>
          </a:p>
        </p:txBody>
      </p:sp>
      <p:sp>
        <p:nvSpPr>
          <p:cNvPr id="334" name="Google Shape;334;p49"/>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Collaborate! </a:t>
            </a:r>
            <a:endParaRPr/>
          </a:p>
        </p:txBody>
      </p:sp>
      <p:sp>
        <p:nvSpPr>
          <p:cNvPr id="341" name="Google Shape;341;p50"/>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Share your factor drawing with another group. Record an explanation here of at least one other factor’s impact on dissolving after learning from another group.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1"/>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100"/>
              <a:t>Factors Affecting Rate of Dissolving</a:t>
            </a:r>
            <a:endParaRPr sz="4100"/>
          </a:p>
        </p:txBody>
      </p:sp>
      <p:sp>
        <p:nvSpPr>
          <p:cNvPr id="348" name="Google Shape;348;p51"/>
          <p:cNvSpPr/>
          <p:nvPr/>
        </p:nvSpPr>
        <p:spPr>
          <a:xfrm>
            <a:off x="1828578" y="996475"/>
            <a:ext cx="3339600" cy="747900"/>
          </a:xfrm>
          <a:prstGeom prst="rect">
            <a:avLst/>
          </a:prstGeom>
          <a:noFill/>
          <a:ln>
            <a:noFill/>
          </a:ln>
        </p:spPr>
        <p:txBody>
          <a:bodyPr anchorCtr="1" anchor="ctr" bIns="45700" lIns="91425" spcFirstLastPara="1" rIns="91425" wrap="square" tIns="45700">
            <a:noAutofit/>
          </a:bodyPr>
          <a:lstStyle/>
          <a:p>
            <a:pPr indent="0" lvl="0" marL="0" marR="0" rtl="0" algn="ctr">
              <a:spcBef>
                <a:spcPts val="0"/>
              </a:spcBef>
              <a:spcAft>
                <a:spcPts val="0"/>
              </a:spcAft>
              <a:buClr>
                <a:srgbClr val="1F497D"/>
              </a:buClr>
              <a:buFont typeface="Noto Sans Symbols"/>
              <a:buNone/>
            </a:pPr>
            <a:r>
              <a:t/>
            </a:r>
            <a:endParaRPr/>
          </a:p>
        </p:txBody>
      </p:sp>
      <p:pic>
        <p:nvPicPr>
          <p:cNvPr descr="We'll look at the factors that affect the rate of dissolving. These are size of the pieces that we're dissolving, stirring or agitation, and temperature. The smaller the size of the pieces, the faster the dissolving process. That is because surface area increases as the pieces get smaller. More surface area allows the solute inside the pieces to contact solvent on the outside. Stirring or agitation allows fresh solvent to contact the solute. And increasing the temperature increases the kinetic energy of the solvent particles, so they move faster, and collide with the solute more often and with more force. It's also important to note that temperature affects both the solubility and the rate of dissolving." id="349" name="Google Shape;349;p51" title="Rate of Dissolving and Factors that Affect It">
            <a:hlinkClick r:id="rId3"/>
          </p:cNvPr>
          <p:cNvPicPr preferRelativeResize="0"/>
          <p:nvPr/>
        </p:nvPicPr>
        <p:blipFill>
          <a:blip r:embed="rId4">
            <a:alphaModFix/>
          </a:blip>
          <a:stretch>
            <a:fillRect/>
          </a:stretch>
        </p:blipFill>
        <p:spPr>
          <a:xfrm>
            <a:off x="5021775" y="1635700"/>
            <a:ext cx="3816175" cy="2146600"/>
          </a:xfrm>
          <a:prstGeom prst="rect">
            <a:avLst/>
          </a:prstGeom>
          <a:noFill/>
          <a:ln>
            <a:noFill/>
          </a:ln>
        </p:spPr>
      </p:pic>
      <p:sp>
        <p:nvSpPr>
          <p:cNvPr id="350" name="Google Shape;350;p51"/>
          <p:cNvSpPr txBox="1"/>
          <p:nvPr/>
        </p:nvSpPr>
        <p:spPr>
          <a:xfrm>
            <a:off x="313325" y="1259300"/>
            <a:ext cx="45561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600">
                <a:solidFill>
                  <a:schemeClr val="dk1"/>
                </a:solidFill>
                <a:latin typeface="Corbel"/>
                <a:ea typeface="Corbel"/>
                <a:cs typeface="Corbel"/>
                <a:sym typeface="Corbel"/>
              </a:rPr>
              <a:t>Watch the video on the right. </a:t>
            </a:r>
            <a:endParaRPr sz="2600">
              <a:solidFill>
                <a:schemeClr val="dk1"/>
              </a:solidFill>
              <a:latin typeface="Corbel"/>
              <a:ea typeface="Corbel"/>
              <a:cs typeface="Corbel"/>
              <a:sym typeface="Corbel"/>
            </a:endParaRPr>
          </a:p>
          <a:p>
            <a:pPr indent="0" lvl="0" marL="0" rtl="0" algn="l">
              <a:spcBef>
                <a:spcPts val="0"/>
              </a:spcBef>
              <a:spcAft>
                <a:spcPts val="0"/>
              </a:spcAft>
              <a:buNone/>
            </a:pPr>
            <a:r>
              <a:t/>
            </a:r>
            <a:endParaRPr sz="2600">
              <a:solidFill>
                <a:schemeClr val="dk1"/>
              </a:solidFill>
              <a:latin typeface="Corbel"/>
              <a:ea typeface="Corbel"/>
              <a:cs typeface="Corbel"/>
              <a:sym typeface="Corbel"/>
            </a:endParaRPr>
          </a:p>
          <a:p>
            <a:pPr indent="0" lvl="0" marL="0" rtl="0" algn="l">
              <a:spcBef>
                <a:spcPts val="0"/>
              </a:spcBef>
              <a:spcAft>
                <a:spcPts val="0"/>
              </a:spcAft>
              <a:buNone/>
            </a:pPr>
            <a:r>
              <a:rPr lang="en-GB" sz="2600">
                <a:solidFill>
                  <a:schemeClr val="dk1"/>
                </a:solidFill>
                <a:latin typeface="Corbel"/>
                <a:ea typeface="Corbel"/>
                <a:cs typeface="Corbel"/>
                <a:sym typeface="Corbel"/>
              </a:rPr>
              <a:t>For your chosen factor, make additional annotations or adjustments in a different colour based on any new </a:t>
            </a:r>
            <a:r>
              <a:rPr lang="en-GB" sz="2600">
                <a:solidFill>
                  <a:schemeClr val="dk1"/>
                </a:solidFill>
                <a:latin typeface="Corbel"/>
                <a:ea typeface="Corbel"/>
                <a:cs typeface="Corbel"/>
                <a:sym typeface="Corbel"/>
              </a:rPr>
              <a:t>information</a:t>
            </a:r>
            <a:r>
              <a:rPr lang="en-GB" sz="2600">
                <a:solidFill>
                  <a:schemeClr val="dk1"/>
                </a:solidFill>
                <a:latin typeface="Corbel"/>
                <a:ea typeface="Corbel"/>
                <a:cs typeface="Corbel"/>
                <a:sym typeface="Corbel"/>
              </a:rPr>
              <a:t> you needed to add to complete your response.</a:t>
            </a:r>
            <a:endParaRPr sz="2600">
              <a:solidFill>
                <a:schemeClr val="dk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2"/>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Continue Practice!</a:t>
            </a:r>
            <a:endParaRPr/>
          </a:p>
        </p:txBody>
      </p:sp>
      <p:sp>
        <p:nvSpPr>
          <p:cNvPr id="357" name="Google Shape;357;p52"/>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Complete any practice work off the unit plan to solidify your understanding.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3"/>
          <p:cNvSpPr txBox="1"/>
          <p:nvPr>
            <p:ph type="ctrTitle"/>
          </p:nvPr>
        </p:nvSpPr>
        <p:spPr>
          <a:xfrm>
            <a:off x="685800" y="2516887"/>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900"/>
              <a:t>Next few slides provide answers to activities</a:t>
            </a:r>
            <a:endParaRPr sz="3900"/>
          </a:p>
        </p:txBody>
      </p:sp>
      <p:sp>
        <p:nvSpPr>
          <p:cNvPr id="364" name="Google Shape;364;p53"/>
          <p:cNvSpPr txBox="1"/>
          <p:nvPr>
            <p:ph idx="1" type="subTitle"/>
          </p:nvPr>
        </p:nvSpPr>
        <p:spPr>
          <a:xfrm>
            <a:off x="685800" y="1371600"/>
            <a:ext cx="8077200" cy="112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4"/>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Solubility Curve Questions</a:t>
            </a:r>
            <a:endParaRPr/>
          </a:p>
        </p:txBody>
      </p:sp>
      <p:sp>
        <p:nvSpPr>
          <p:cNvPr id="371" name="Google Shape;371;p54"/>
          <p:cNvSpPr/>
          <p:nvPr/>
        </p:nvSpPr>
        <p:spPr>
          <a:xfrm>
            <a:off x="1828578" y="996475"/>
            <a:ext cx="3339600" cy="747900"/>
          </a:xfrm>
          <a:prstGeom prst="rect">
            <a:avLst/>
          </a:prstGeom>
          <a:noFill/>
          <a:ln>
            <a:noFill/>
          </a:ln>
        </p:spPr>
        <p:txBody>
          <a:bodyPr anchorCtr="1" anchor="ctr" bIns="45700" lIns="91425" spcFirstLastPara="1" rIns="91425" wrap="square" tIns="45700">
            <a:noAutofit/>
          </a:bodyPr>
          <a:lstStyle/>
          <a:p>
            <a:pPr indent="0" lvl="0" marL="0" marR="0" rtl="0" algn="ctr">
              <a:spcBef>
                <a:spcPts val="0"/>
              </a:spcBef>
              <a:spcAft>
                <a:spcPts val="0"/>
              </a:spcAft>
              <a:buClr>
                <a:srgbClr val="1F497D"/>
              </a:buClr>
              <a:buFont typeface="Noto Sans Symbols"/>
              <a:buNone/>
            </a:pPr>
            <a:r>
              <a:t/>
            </a:r>
            <a:endParaRPr/>
          </a:p>
        </p:txBody>
      </p:sp>
      <p:sp>
        <p:nvSpPr>
          <p:cNvPr id="372" name="Google Shape;372;p54"/>
          <p:cNvSpPr/>
          <p:nvPr/>
        </p:nvSpPr>
        <p:spPr>
          <a:xfrm>
            <a:off x="270350" y="1294400"/>
            <a:ext cx="4780200" cy="2970000"/>
          </a:xfrm>
          <a:prstGeom prst="rect">
            <a:avLst/>
          </a:prstGeom>
          <a:noFill/>
          <a:ln>
            <a:noFill/>
          </a:ln>
        </p:spPr>
        <p:txBody>
          <a:bodyPr anchorCtr="0" anchor="t" bIns="45700" lIns="91425" spcFirstLastPara="1" rIns="91425" wrap="square" tIns="45700">
            <a:noAutofit/>
          </a:bodyPr>
          <a:lstStyle/>
          <a:p>
            <a:pPr indent="-377190" lvl="0" marL="360000" marR="0" rtl="0" algn="l">
              <a:spcBef>
                <a:spcPts val="0"/>
              </a:spcBef>
              <a:spcAft>
                <a:spcPts val="0"/>
              </a:spcAft>
              <a:buClr>
                <a:srgbClr val="0000FF"/>
              </a:buClr>
              <a:buSzPts val="2040"/>
              <a:buFont typeface="Noto Sans Symbols"/>
              <a:buAutoNum type="arabicPeriod"/>
            </a:pPr>
            <a:r>
              <a:rPr lang="en-GB" sz="2600">
                <a:solidFill>
                  <a:srgbClr val="000000"/>
                </a:solidFill>
                <a:latin typeface="Arial"/>
                <a:ea typeface="Arial"/>
                <a:cs typeface="Arial"/>
                <a:sym typeface="Arial"/>
              </a:rPr>
              <a:t>What is the solubility of KCl at 70°C?  </a:t>
            </a:r>
            <a:r>
              <a:rPr b="1" lang="en-GB" sz="2400">
                <a:solidFill>
                  <a:srgbClr val="FF0000"/>
                </a:solidFill>
              </a:rPr>
              <a:t>47 g</a:t>
            </a:r>
            <a:endParaRPr sz="2600"/>
          </a:p>
          <a:p>
            <a:pPr indent="-377190" lvl="0" marL="360000" marR="0" rtl="0" algn="l">
              <a:spcBef>
                <a:spcPts val="560"/>
              </a:spcBef>
              <a:spcAft>
                <a:spcPts val="0"/>
              </a:spcAft>
              <a:buClr>
                <a:srgbClr val="0000FF"/>
              </a:buClr>
              <a:buSzPts val="2040"/>
              <a:buFont typeface="Noto Sans Symbols"/>
              <a:buAutoNum type="arabicPeriod"/>
            </a:pPr>
            <a:r>
              <a:rPr lang="en-GB" sz="2600">
                <a:solidFill>
                  <a:srgbClr val="000000"/>
                </a:solidFill>
                <a:latin typeface="Arial"/>
                <a:ea typeface="Arial"/>
                <a:cs typeface="Arial"/>
                <a:sym typeface="Arial"/>
              </a:rPr>
              <a:t>How many grams of KClO</a:t>
            </a:r>
            <a:r>
              <a:rPr baseline="-25000" lang="en-GB" sz="2600">
                <a:solidFill>
                  <a:srgbClr val="000000"/>
                </a:solidFill>
                <a:latin typeface="Arial"/>
                <a:ea typeface="Arial"/>
                <a:cs typeface="Arial"/>
                <a:sym typeface="Arial"/>
              </a:rPr>
              <a:t>3 </a:t>
            </a:r>
            <a:r>
              <a:rPr lang="en-GB" sz="2600">
                <a:solidFill>
                  <a:srgbClr val="000000"/>
                </a:solidFill>
                <a:latin typeface="Arial"/>
                <a:ea typeface="Arial"/>
                <a:cs typeface="Arial"/>
                <a:sym typeface="Arial"/>
              </a:rPr>
              <a:t>will dissolve in 100 grams of water at 40°C ?</a:t>
            </a:r>
            <a:r>
              <a:rPr lang="en-GB" sz="2600">
                <a:solidFill>
                  <a:srgbClr val="000000"/>
                </a:solidFill>
                <a:latin typeface="Arial"/>
                <a:ea typeface="Arial"/>
                <a:cs typeface="Arial"/>
                <a:sym typeface="Arial"/>
              </a:rPr>
              <a:t> </a:t>
            </a:r>
            <a:r>
              <a:rPr b="1" lang="en-GB" sz="2400">
                <a:solidFill>
                  <a:srgbClr val="FF0000"/>
                </a:solidFill>
              </a:rPr>
              <a:t>15 g</a:t>
            </a:r>
            <a:endParaRPr sz="2600"/>
          </a:p>
          <a:p>
            <a:pPr indent="-377190" lvl="0" marL="360000" marR="0" rtl="0" algn="l">
              <a:spcBef>
                <a:spcPts val="560"/>
              </a:spcBef>
              <a:spcAft>
                <a:spcPts val="0"/>
              </a:spcAft>
              <a:buClr>
                <a:srgbClr val="0000FF"/>
              </a:buClr>
              <a:buSzPts val="2040"/>
              <a:buFont typeface="Noto Sans Symbols"/>
              <a:buAutoNum type="arabicPeriod"/>
            </a:pPr>
            <a:r>
              <a:rPr lang="en-GB" sz="2600">
                <a:solidFill>
                  <a:srgbClr val="000000"/>
                </a:solidFill>
                <a:latin typeface="Arial"/>
                <a:ea typeface="Arial"/>
                <a:cs typeface="Arial"/>
                <a:sym typeface="Arial"/>
              </a:rPr>
              <a:t>How many grams of KClO</a:t>
            </a:r>
            <a:r>
              <a:rPr baseline="-25000" lang="en-GB" sz="2600">
                <a:solidFill>
                  <a:srgbClr val="000000"/>
                </a:solidFill>
                <a:latin typeface="Arial"/>
                <a:ea typeface="Arial"/>
                <a:cs typeface="Arial"/>
                <a:sym typeface="Arial"/>
              </a:rPr>
              <a:t>3 </a:t>
            </a:r>
            <a:r>
              <a:rPr lang="en-GB" sz="2600">
                <a:solidFill>
                  <a:srgbClr val="000000"/>
                </a:solidFill>
                <a:latin typeface="Arial"/>
                <a:ea typeface="Arial"/>
                <a:cs typeface="Arial"/>
                <a:sym typeface="Arial"/>
              </a:rPr>
              <a:t>will dissolve in 50 grams of water? </a:t>
            </a:r>
            <a:r>
              <a:rPr b="1" lang="en-GB" sz="2600">
                <a:solidFill>
                  <a:srgbClr val="FF0000"/>
                </a:solidFill>
                <a:latin typeface="Arial"/>
                <a:ea typeface="Arial"/>
                <a:cs typeface="Arial"/>
                <a:sym typeface="Arial"/>
              </a:rPr>
              <a:t>7.5g</a:t>
            </a:r>
            <a:endParaRPr b="1" sz="2600">
              <a:solidFill>
                <a:srgbClr val="FF0000"/>
              </a:solidFill>
              <a:latin typeface="Arial"/>
              <a:ea typeface="Arial"/>
              <a:cs typeface="Arial"/>
              <a:sym typeface="Arial"/>
            </a:endParaRPr>
          </a:p>
        </p:txBody>
      </p:sp>
      <p:pic>
        <p:nvPicPr>
          <p:cNvPr descr="solubility%20curve" id="373" name="Google Shape;373;p54"/>
          <p:cNvPicPr preferRelativeResize="0"/>
          <p:nvPr/>
        </p:nvPicPr>
        <p:blipFill rotWithShape="1">
          <a:blip r:embed="rId3">
            <a:alphaModFix/>
          </a:blip>
          <a:srcRect b="0" l="0" r="0" t="0"/>
          <a:stretch/>
        </p:blipFill>
        <p:spPr>
          <a:xfrm>
            <a:off x="5168281" y="1114194"/>
            <a:ext cx="3937500" cy="3843900"/>
          </a:xfrm>
          <a:prstGeom prst="rect">
            <a:avLst/>
          </a:prstGeom>
          <a:noFill/>
          <a:ln>
            <a:noFill/>
          </a:ln>
        </p:spPr>
      </p:pic>
      <p:sp>
        <p:nvSpPr>
          <p:cNvPr id="374" name="Google Shape;374;p54"/>
          <p:cNvSpPr/>
          <p:nvPr/>
        </p:nvSpPr>
        <p:spPr>
          <a:xfrm>
            <a:off x="7656687" y="4364489"/>
            <a:ext cx="393000" cy="250200"/>
          </a:xfrm>
          <a:prstGeom prst="ellipse">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Noto Sans Symbols"/>
              <a:buNone/>
            </a:pPr>
            <a:r>
              <a:t/>
            </a:r>
            <a:endParaRPr sz="1800">
              <a:solidFill>
                <a:srgbClr val="000000"/>
              </a:solidFill>
              <a:latin typeface="Arial"/>
              <a:ea typeface="Arial"/>
              <a:cs typeface="Arial"/>
              <a:sym typeface="Arial"/>
            </a:endParaRPr>
          </a:p>
        </p:txBody>
      </p:sp>
      <p:cxnSp>
        <p:nvCxnSpPr>
          <p:cNvPr id="375" name="Google Shape;375;p54"/>
          <p:cNvCxnSpPr/>
          <p:nvPr/>
        </p:nvCxnSpPr>
        <p:spPr>
          <a:xfrm rot="10800000">
            <a:off x="7787655" y="3464189"/>
            <a:ext cx="0" cy="900300"/>
          </a:xfrm>
          <a:prstGeom prst="straightConnector1">
            <a:avLst/>
          </a:prstGeom>
          <a:noFill/>
          <a:ln cap="flat" cmpd="sng" w="57150">
            <a:solidFill>
              <a:srgbClr val="FF0000"/>
            </a:solidFill>
            <a:prstDash val="solid"/>
            <a:round/>
            <a:headEnd len="sm" w="sm" type="none"/>
            <a:tailEnd len="sm" w="sm" type="none"/>
          </a:ln>
        </p:spPr>
      </p:cxnSp>
      <p:cxnSp>
        <p:nvCxnSpPr>
          <p:cNvPr id="376" name="Google Shape;376;p54"/>
          <p:cNvCxnSpPr/>
          <p:nvPr/>
        </p:nvCxnSpPr>
        <p:spPr>
          <a:xfrm rot="10800000">
            <a:off x="6838109" y="2514907"/>
            <a:ext cx="0" cy="1899000"/>
          </a:xfrm>
          <a:prstGeom prst="straightConnector1">
            <a:avLst/>
          </a:prstGeom>
          <a:noFill/>
          <a:ln cap="flat" cmpd="sng" w="57150">
            <a:solidFill>
              <a:srgbClr val="FF0000"/>
            </a:solidFill>
            <a:prstDash val="solid"/>
            <a:round/>
            <a:headEnd len="sm" w="sm" type="none"/>
            <a:tailEnd len="sm" w="sm" type="none"/>
          </a:ln>
        </p:spPr>
      </p:cxnSp>
      <p:sp>
        <p:nvSpPr>
          <p:cNvPr id="377" name="Google Shape;377;p54"/>
          <p:cNvSpPr txBox="1"/>
          <p:nvPr/>
        </p:nvSpPr>
        <p:spPr>
          <a:xfrm>
            <a:off x="4447953" y="2114285"/>
            <a:ext cx="7203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0000"/>
              </a:buClr>
              <a:buFont typeface="Noto Sans Symbols"/>
              <a:buNone/>
            </a:pPr>
            <a:r>
              <a:t/>
            </a:r>
            <a:endParaRPr/>
          </a:p>
        </p:txBody>
      </p:sp>
      <p:sp>
        <p:nvSpPr>
          <p:cNvPr id="378" name="Google Shape;378;p54"/>
          <p:cNvSpPr/>
          <p:nvPr/>
        </p:nvSpPr>
        <p:spPr>
          <a:xfrm>
            <a:off x="6739906" y="4364489"/>
            <a:ext cx="393000" cy="250200"/>
          </a:xfrm>
          <a:prstGeom prst="ellipse">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Noto Sans Symbols"/>
              <a:buNone/>
            </a:pPr>
            <a:r>
              <a:t/>
            </a:r>
            <a:endParaRPr sz="1800">
              <a:solidFill>
                <a:srgbClr val="000000"/>
              </a:solidFill>
              <a:latin typeface="Arial"/>
              <a:ea typeface="Arial"/>
              <a:cs typeface="Arial"/>
              <a:sym typeface="Arial"/>
            </a:endParaRPr>
          </a:p>
        </p:txBody>
      </p:sp>
      <p:cxnSp>
        <p:nvCxnSpPr>
          <p:cNvPr id="379" name="Google Shape;379;p54"/>
          <p:cNvCxnSpPr/>
          <p:nvPr/>
        </p:nvCxnSpPr>
        <p:spPr>
          <a:xfrm rot="10800000">
            <a:off x="7001843" y="4114289"/>
            <a:ext cx="0" cy="250200"/>
          </a:xfrm>
          <a:prstGeom prst="straightConnector1">
            <a:avLst/>
          </a:prstGeom>
          <a:noFill/>
          <a:ln cap="flat" cmpd="sng" w="57150">
            <a:solidFill>
              <a:srgbClr val="FF0000"/>
            </a:solidFill>
            <a:prstDash val="solid"/>
            <a:round/>
            <a:headEnd len="sm" w="sm" type="none"/>
            <a:tailEnd len="sm" w="sm" type="none"/>
          </a:ln>
        </p:spPr>
      </p:cxnSp>
      <p:cxnSp>
        <p:nvCxnSpPr>
          <p:cNvPr id="380" name="Google Shape;380;p54"/>
          <p:cNvCxnSpPr/>
          <p:nvPr/>
        </p:nvCxnSpPr>
        <p:spPr>
          <a:xfrm rot="10800000">
            <a:off x="6445109" y="3557966"/>
            <a:ext cx="0" cy="1113000"/>
          </a:xfrm>
          <a:prstGeom prst="straightConnector1">
            <a:avLst/>
          </a:prstGeom>
          <a:noFill/>
          <a:ln cap="flat" cmpd="sng" w="57150">
            <a:solidFill>
              <a:srgbClr val="FF0000"/>
            </a:solidFill>
            <a:prstDash val="solid"/>
            <a:round/>
            <a:headEnd len="sm" w="sm" type="none"/>
            <a:tailEnd len="sm" w="sm" type="none"/>
          </a:ln>
        </p:spPr>
      </p:cxnSp>
      <p:sp>
        <p:nvSpPr>
          <p:cNvPr id="381" name="Google Shape;381;p54"/>
          <p:cNvSpPr txBox="1"/>
          <p:nvPr/>
        </p:nvSpPr>
        <p:spPr>
          <a:xfrm>
            <a:off x="4513437" y="3264389"/>
            <a:ext cx="7203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0000"/>
              </a:buClr>
              <a:buFont typeface="Noto Sans Symbols"/>
              <a:buNone/>
            </a:pPr>
            <a:r>
              <a:t/>
            </a:r>
            <a:endParaRPr/>
          </a:p>
        </p:txBody>
      </p:sp>
      <p:sp>
        <p:nvSpPr>
          <p:cNvPr id="382" name="Google Shape;382;p54"/>
          <p:cNvSpPr txBox="1"/>
          <p:nvPr/>
        </p:nvSpPr>
        <p:spPr>
          <a:xfrm>
            <a:off x="2793050" y="4414525"/>
            <a:ext cx="2375100" cy="659400"/>
          </a:xfrm>
          <a:prstGeom prst="rect">
            <a:avLst/>
          </a:prstGeom>
          <a:solidFill>
            <a:srgbClr val="C5D8F1"/>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3300"/>
              </a:buClr>
              <a:buFont typeface="Noto Sans Symbols"/>
              <a:buNone/>
            </a:pPr>
            <a:r>
              <a:rPr b="1" lang="en-GB" sz="1600" u="sng">
                <a:solidFill>
                  <a:srgbClr val="FF3300"/>
                </a:solidFill>
                <a:latin typeface="Arial"/>
                <a:ea typeface="Arial"/>
                <a:cs typeface="Arial"/>
                <a:sym typeface="Arial"/>
              </a:rPr>
              <a:t>15 g  KClO</a:t>
            </a:r>
            <a:r>
              <a:rPr b="1" baseline="-25000" lang="en-GB" sz="1600" u="sng">
                <a:solidFill>
                  <a:srgbClr val="FF3300"/>
                </a:solidFill>
                <a:latin typeface="Arial"/>
                <a:ea typeface="Arial"/>
                <a:cs typeface="Arial"/>
                <a:sym typeface="Arial"/>
              </a:rPr>
              <a:t>3</a:t>
            </a:r>
            <a:r>
              <a:rPr b="1" lang="en-GB" sz="1600">
                <a:solidFill>
                  <a:srgbClr val="FF3300"/>
                </a:solidFill>
                <a:latin typeface="Arial"/>
                <a:ea typeface="Arial"/>
                <a:cs typeface="Arial"/>
                <a:sym typeface="Arial"/>
              </a:rPr>
              <a:t> =        </a:t>
            </a:r>
            <a:r>
              <a:rPr b="1" lang="en-GB" sz="1600" u="sng">
                <a:solidFill>
                  <a:srgbClr val="FF3300"/>
                </a:solidFill>
                <a:latin typeface="Arial"/>
                <a:ea typeface="Arial"/>
                <a:cs typeface="Arial"/>
                <a:sym typeface="Arial"/>
              </a:rPr>
              <a:t>x</a:t>
            </a:r>
            <a:r>
              <a:rPr b="1" lang="en-GB" sz="1600">
                <a:solidFill>
                  <a:srgbClr val="FF3300"/>
                </a:solidFill>
                <a:latin typeface="Arial"/>
                <a:ea typeface="Arial"/>
                <a:cs typeface="Arial"/>
                <a:sym typeface="Arial"/>
              </a:rPr>
              <a:t>    </a:t>
            </a:r>
            <a:endParaRPr sz="600"/>
          </a:p>
          <a:p>
            <a:pPr indent="0" lvl="0" marL="0" marR="0" rtl="0" algn="l">
              <a:spcBef>
                <a:spcPts val="1200"/>
              </a:spcBef>
              <a:spcAft>
                <a:spcPts val="0"/>
              </a:spcAft>
              <a:buClr>
                <a:srgbClr val="FF3300"/>
              </a:buClr>
              <a:buFont typeface="Noto Sans Symbols"/>
              <a:buNone/>
            </a:pPr>
            <a:r>
              <a:rPr b="1" lang="en-GB" sz="1600">
                <a:solidFill>
                  <a:srgbClr val="FF3300"/>
                </a:solidFill>
                <a:latin typeface="Arial"/>
                <a:ea typeface="Arial"/>
                <a:cs typeface="Arial"/>
                <a:sym typeface="Arial"/>
              </a:rPr>
              <a:t>100 g H</a:t>
            </a:r>
            <a:r>
              <a:rPr b="1" baseline="-25000" lang="en-GB" sz="1600">
                <a:solidFill>
                  <a:srgbClr val="FF3300"/>
                </a:solidFill>
                <a:latin typeface="Arial"/>
                <a:ea typeface="Arial"/>
                <a:cs typeface="Arial"/>
                <a:sym typeface="Arial"/>
              </a:rPr>
              <a:t>2</a:t>
            </a:r>
            <a:r>
              <a:rPr b="1" lang="en-GB" sz="1600">
                <a:solidFill>
                  <a:srgbClr val="FF3300"/>
                </a:solidFill>
                <a:latin typeface="Arial"/>
                <a:ea typeface="Arial"/>
                <a:cs typeface="Arial"/>
                <a:sym typeface="Arial"/>
              </a:rPr>
              <a:t>O       50 g H</a:t>
            </a:r>
            <a:r>
              <a:rPr b="1" lang="en-GB" sz="1000">
                <a:solidFill>
                  <a:srgbClr val="FF3300"/>
                </a:solidFill>
                <a:latin typeface="Arial"/>
                <a:ea typeface="Arial"/>
                <a:cs typeface="Arial"/>
                <a:sym typeface="Arial"/>
              </a:rPr>
              <a:t>2</a:t>
            </a:r>
            <a:r>
              <a:rPr b="1" lang="en-GB" sz="1600">
                <a:solidFill>
                  <a:srgbClr val="FF3300"/>
                </a:solidFill>
                <a:latin typeface="Arial"/>
                <a:ea typeface="Arial"/>
                <a:cs typeface="Arial"/>
                <a:sym typeface="Arial"/>
              </a:rPr>
              <a:t>O</a:t>
            </a:r>
            <a:endParaRPr sz="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5"/>
          <p:cNvSpPr txBox="1"/>
          <p:nvPr>
            <p:ph type="ctrTitle"/>
          </p:nvPr>
        </p:nvSpPr>
        <p:spPr>
          <a:xfrm>
            <a:off x="756825" y="85366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6500"/>
              <a:t>Part 4: Beyond the course extensions</a:t>
            </a:r>
            <a:endParaRPr sz="6500"/>
          </a:p>
          <a:p>
            <a:pPr indent="0" lvl="0" marL="0" rtl="0" algn="l">
              <a:spcBef>
                <a:spcPts val="0"/>
              </a:spcBef>
              <a:spcAft>
                <a:spcPts val="0"/>
              </a:spcAft>
              <a:buNone/>
            </a:pPr>
            <a:r>
              <a:rPr lang="en-GB" sz="6500"/>
              <a:t>{optional - none avail currently}</a:t>
            </a:r>
            <a:endParaRPr sz="6500"/>
          </a:p>
        </p:txBody>
      </p:sp>
    </p:spTree>
  </p:cSld>
  <p:clrMapOvr>
    <a:masterClrMapping/>
  </p:clrMapOvr>
</p:sld>
</file>

<file path=ppt/theme/theme1.xml><?xml version="1.0" encoding="utf-8"?>
<a:theme xmlns:a="http://schemas.openxmlformats.org/drawingml/2006/main" xmlns:r="http://schemas.openxmlformats.org/officeDocument/2006/relationships" name="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