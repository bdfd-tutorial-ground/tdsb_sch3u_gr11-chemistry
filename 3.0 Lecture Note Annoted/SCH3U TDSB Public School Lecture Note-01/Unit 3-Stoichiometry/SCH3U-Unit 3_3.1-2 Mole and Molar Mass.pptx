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9144000"/>
  <p:notesSz cx="6858000" cy="9144000"/>
  <p:embeddedFontLst>
    <p:embeddedFont>
      <p:font typeface="Arial Black"/>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DEF31AC-1921-485D-9CD4-F4B537B99A3A}">
  <a:tblStyle styleId="{3DEF31AC-1921-485D-9CD4-F4B537B99A3A}" styleName="Table_0">
    <a:wholeTbl>
      <a:tcTxStyle b="off" i="off">
        <a:font>
          <a:latin typeface="Arial"/>
          <a:ea typeface="Arial"/>
          <a:cs typeface="Arial"/>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20000"/>
            </a:schemeClr>
          </a:solidFill>
        </a:fill>
      </a:tcStyle>
    </a:band1H>
    <a:band2H>
      <a:tcTxStyle/>
    </a:band2H>
    <a:band1V>
      <a:tcTxStyle/>
      <a:tcStyle>
        <a:fill>
          <a:solidFill>
            <a:schemeClr val="accent1">
              <a:alpha val="20000"/>
            </a:schemeClr>
          </a:solidFill>
        </a:fill>
      </a:tcStyle>
    </a:band1V>
    <a:band2V>
      <a:tcTx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rialBlack-regular.fnt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9434a740ed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9434a740e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9434a740ed_2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9434a740ed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9434a740ed_2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9434a740ed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9434a740e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9434a740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9434a740ed_2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9434a740ed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9434a740ed_2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9434a740ed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9434a740ed_2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9434a740ed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9434a740ed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9434a740e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943a324ca4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943a324ca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943a324ca4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943a324ca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9434a740ed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9434a740e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9646710d4c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9646710d4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9434a740ed_0_2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g29434a740ed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457200" y="228600"/>
            <a:ext cx="7772400" cy="4571999"/>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Arial Black"/>
              <a:buNone/>
              <a:defRPr b="0" i="0" sz="8800" u="none" cap="none" strike="noStrike">
                <a:solidFill>
                  <a:schemeClr val="dk1"/>
                </a:solidFill>
                <a:latin typeface="Arial Black"/>
                <a:ea typeface="Arial Black"/>
                <a:cs typeface="Arial Black"/>
                <a:sym typeface="Arial Black"/>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5" name="Google Shape;15;p2"/>
          <p:cNvSpPr txBox="1"/>
          <p:nvPr>
            <p:ph idx="1" type="subTitle"/>
          </p:nvPr>
        </p:nvSpPr>
        <p:spPr>
          <a:xfrm>
            <a:off x="457200" y="4800600"/>
            <a:ext cx="6858000" cy="914400"/>
          </a:xfrm>
          <a:prstGeom prst="rect">
            <a:avLst/>
          </a:prstGeom>
          <a:noFill/>
          <a:ln>
            <a:noFill/>
          </a:ln>
        </p:spPr>
        <p:txBody>
          <a:bodyPr anchorCtr="0" anchor="t" bIns="91425" lIns="91425" spcFirstLastPara="1" rIns="91425" wrap="square" tIns="91425">
            <a:noAutofit/>
          </a:bodyPr>
          <a:lstStyle>
            <a:lvl1pPr indent="0" lvl="0" marL="0" marR="0" rtl="0" algn="l">
              <a:spcBef>
                <a:spcPts val="400"/>
              </a:spcBef>
              <a:spcAft>
                <a:spcPts val="0"/>
              </a:spcAft>
              <a:buClr>
                <a:schemeClr val="dk2"/>
              </a:buClr>
              <a:buSzPts val="1400"/>
              <a:buFont typeface="Arial"/>
              <a:buNone/>
              <a:defRPr b="0" i="0" sz="2000" u="none" cap="none" strike="noStrike">
                <a:solidFill>
                  <a:schemeClr val="dk2"/>
                </a:solidFill>
                <a:latin typeface="Arial Black"/>
                <a:ea typeface="Arial Black"/>
                <a:cs typeface="Arial Black"/>
                <a:sym typeface="Arial Black"/>
              </a:defRPr>
            </a:lvl1pPr>
            <a:lvl2pPr indent="0" lvl="1" marL="457200" marR="0" rtl="0" algn="ctr">
              <a:spcBef>
                <a:spcPts val="600"/>
              </a:spcBef>
              <a:spcAft>
                <a:spcPts val="0"/>
              </a:spcAft>
              <a:buClr>
                <a:schemeClr val="dk2"/>
              </a:buClr>
              <a:buSzPts val="2000"/>
              <a:buFont typeface="Arial"/>
              <a:buNone/>
              <a:defRPr b="0" i="0" sz="2000" u="none" cap="none" strike="noStrike">
                <a:solidFill>
                  <a:srgbClr val="888888"/>
                </a:solidFill>
                <a:latin typeface="Arial"/>
                <a:ea typeface="Arial"/>
                <a:cs typeface="Arial"/>
                <a:sym typeface="Arial"/>
              </a:defRPr>
            </a:lvl2pPr>
            <a:lvl3pPr indent="0" lvl="2" marL="914400" marR="0" rtl="0" algn="ctr">
              <a:spcBef>
                <a:spcPts val="360"/>
              </a:spcBef>
              <a:spcAft>
                <a:spcPts val="0"/>
              </a:spcAft>
              <a:buClr>
                <a:schemeClr val="dk2"/>
              </a:buClr>
              <a:buSzPts val="1800"/>
              <a:buFont typeface="Arial"/>
              <a:buNone/>
              <a:defRPr b="0" i="0" sz="1800" u="none" cap="none" strike="noStrike">
                <a:solidFill>
                  <a:srgbClr val="888888"/>
                </a:solidFill>
                <a:latin typeface="Arial"/>
                <a:ea typeface="Arial"/>
                <a:cs typeface="Arial"/>
                <a:sym typeface="Arial"/>
              </a:defRPr>
            </a:lvl3pPr>
            <a:lvl4pPr indent="0" lvl="3" marL="1371600" marR="0" rtl="0" algn="ctr">
              <a:spcBef>
                <a:spcPts val="360"/>
              </a:spcBef>
              <a:spcAft>
                <a:spcPts val="0"/>
              </a:spcAft>
              <a:buClr>
                <a:schemeClr val="dk2"/>
              </a:buClr>
              <a:buSzPts val="1800"/>
              <a:buFont typeface="Arial"/>
              <a:buNone/>
              <a:defRPr b="0" i="0" sz="1800" u="none" cap="none" strike="noStrike">
                <a:solidFill>
                  <a:srgbClr val="888888"/>
                </a:solidFill>
                <a:latin typeface="Arial"/>
                <a:ea typeface="Arial"/>
                <a:cs typeface="Arial"/>
                <a:sym typeface="Arial"/>
              </a:defRPr>
            </a:lvl4pPr>
            <a:lvl5pPr indent="0" lvl="4" marL="1828800" marR="0" rtl="0" algn="ctr">
              <a:spcBef>
                <a:spcPts val="360"/>
              </a:spcBef>
              <a:spcAft>
                <a:spcPts val="0"/>
              </a:spcAft>
              <a:buClr>
                <a:schemeClr val="dk2"/>
              </a:buClr>
              <a:buSzPts val="1800"/>
              <a:buFont typeface="Arial"/>
              <a:buNone/>
              <a:defRPr b="0" i="0" sz="1800" u="none" cap="none" strike="noStrike">
                <a:solidFill>
                  <a:srgbClr val="888888"/>
                </a:solidFill>
                <a:latin typeface="Arial"/>
                <a:ea typeface="Arial"/>
                <a:cs typeface="Arial"/>
                <a:sym typeface="Arial"/>
              </a:defRPr>
            </a:lvl5pPr>
            <a:lvl6pPr indent="0" lvl="5" marL="2286000" marR="0" rtl="0" algn="ctr">
              <a:spcBef>
                <a:spcPts val="320"/>
              </a:spcBef>
              <a:spcAft>
                <a:spcPts val="0"/>
              </a:spcAft>
              <a:buClr>
                <a:schemeClr val="dk2"/>
              </a:buClr>
              <a:buSzPts val="1600"/>
              <a:buFont typeface="Arial"/>
              <a:buNone/>
              <a:defRPr b="0" i="0" sz="1600" u="none" cap="none" strike="noStrike">
                <a:solidFill>
                  <a:srgbClr val="888888"/>
                </a:solidFill>
                <a:latin typeface="Arial"/>
                <a:ea typeface="Arial"/>
                <a:cs typeface="Arial"/>
                <a:sym typeface="Arial"/>
              </a:defRPr>
            </a:lvl6pPr>
            <a:lvl7pPr indent="0" lvl="6" marL="2743200" marR="0" rtl="0" algn="ctr">
              <a:spcBef>
                <a:spcPts val="320"/>
              </a:spcBef>
              <a:spcAft>
                <a:spcPts val="0"/>
              </a:spcAft>
              <a:buClr>
                <a:schemeClr val="dk2"/>
              </a:buClr>
              <a:buSzPts val="1600"/>
              <a:buFont typeface="Arial"/>
              <a:buNone/>
              <a:defRPr b="0" i="0" sz="1600" u="none" cap="none" strike="noStrike">
                <a:solidFill>
                  <a:srgbClr val="888888"/>
                </a:solidFill>
                <a:latin typeface="Arial"/>
                <a:ea typeface="Arial"/>
                <a:cs typeface="Arial"/>
                <a:sym typeface="Arial"/>
              </a:defRPr>
            </a:lvl7pPr>
            <a:lvl8pPr indent="0" lvl="7" marL="3200400" marR="0" rtl="0" algn="ctr">
              <a:spcBef>
                <a:spcPts val="320"/>
              </a:spcBef>
              <a:spcAft>
                <a:spcPts val="0"/>
              </a:spcAft>
              <a:buClr>
                <a:schemeClr val="dk2"/>
              </a:buClr>
              <a:buSzPts val="1600"/>
              <a:buFont typeface="Arial"/>
              <a:buNone/>
              <a:defRPr b="0" i="0" sz="1600" u="none" cap="none" strike="noStrike">
                <a:solidFill>
                  <a:srgbClr val="888888"/>
                </a:solidFill>
                <a:latin typeface="Arial"/>
                <a:ea typeface="Arial"/>
                <a:cs typeface="Arial"/>
                <a:sym typeface="Arial"/>
              </a:defRPr>
            </a:lvl8pPr>
            <a:lvl9pPr indent="0" lvl="8" marL="3657600" marR="0" rtl="0" algn="ctr">
              <a:spcBef>
                <a:spcPts val="320"/>
              </a:spcBef>
              <a:spcAft>
                <a:spcPts val="0"/>
              </a:spcAft>
              <a:buClr>
                <a:schemeClr val="dk2"/>
              </a:buClr>
              <a:buSzPts val="1600"/>
              <a:buFont typeface="Arial"/>
              <a:buNone/>
              <a:defRPr b="0" i="0" sz="1600" u="none" cap="none" strike="noStrike">
                <a:solidFill>
                  <a:srgbClr val="888888"/>
                </a:solidFill>
                <a:latin typeface="Arial"/>
                <a:ea typeface="Arial"/>
                <a:cs typeface="Arial"/>
                <a:sym typeface="Arial"/>
              </a:defRPr>
            </a:lvl9pPr>
          </a:lstStyle>
          <a:p/>
        </p:txBody>
      </p:sp>
      <p:sp>
        <p:nvSpPr>
          <p:cNvPr id="16" name="Google Shape;16;p2"/>
          <p:cNvSpPr txBox="1"/>
          <p:nvPr>
            <p:ph idx="10" type="dt"/>
          </p:nvPr>
        </p:nvSpPr>
        <p:spPr>
          <a:xfrm>
            <a:off x="457200" y="6172201"/>
            <a:ext cx="3429000" cy="304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000" u="none" cap="none" strike="noStrike">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7" name="Google Shape;17;p2"/>
          <p:cNvSpPr txBox="1"/>
          <p:nvPr>
            <p:ph idx="11" type="ftr"/>
          </p:nvPr>
        </p:nvSpPr>
        <p:spPr>
          <a:xfrm>
            <a:off x="457200" y="6492875"/>
            <a:ext cx="3429000" cy="283845"/>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0" i="0" sz="1000" u="none" cap="none" strike="noStrike">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8" name="Google Shape;18;p2"/>
          <p:cNvSpPr/>
          <p:nvPr/>
        </p:nvSpPr>
        <p:spPr>
          <a:xfrm>
            <a:off x="9001124" y="4846320"/>
            <a:ext cx="142876" cy="201168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 name="Google Shape;19;p2"/>
          <p:cNvSpPr/>
          <p:nvPr/>
        </p:nvSpPr>
        <p:spPr>
          <a:xfrm>
            <a:off x="9001124" y="0"/>
            <a:ext cx="142876" cy="484632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 name="Google Shape;20;p2"/>
          <p:cNvSpPr txBox="1"/>
          <p:nvPr>
            <p:ph idx="12" type="sldNum"/>
          </p:nvPr>
        </p:nvSpPr>
        <p:spPr>
          <a:xfrm rot="-5400000">
            <a:off x="8227377" y="5885497"/>
            <a:ext cx="1315721"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i="0" sz="2400" u="none" cap="none" strike="noStrike">
                <a:solidFill>
                  <a:schemeClr val="dk1"/>
                </a:solidFill>
                <a:latin typeface="Arial"/>
                <a:ea typeface="Arial"/>
                <a:cs typeface="Arial"/>
                <a:sym typeface="Arial"/>
              </a:defRPr>
            </a:lvl1pPr>
            <a:lvl2pPr indent="0" lvl="1" marL="0" marR="0" rtl="0" algn="l">
              <a:spcBef>
                <a:spcPts val="0"/>
              </a:spcBef>
              <a:buNone/>
              <a:defRPr b="1" i="0" sz="2400" u="none" cap="none" strike="noStrike">
                <a:solidFill>
                  <a:schemeClr val="dk1"/>
                </a:solidFill>
                <a:latin typeface="Arial"/>
                <a:ea typeface="Arial"/>
                <a:cs typeface="Arial"/>
                <a:sym typeface="Arial"/>
              </a:defRPr>
            </a:lvl2pPr>
            <a:lvl3pPr indent="0" lvl="2" marL="0" marR="0" rtl="0" algn="l">
              <a:spcBef>
                <a:spcPts val="0"/>
              </a:spcBef>
              <a:buNone/>
              <a:defRPr b="1" i="0" sz="2400" u="none" cap="none" strike="noStrike">
                <a:solidFill>
                  <a:schemeClr val="dk1"/>
                </a:solidFill>
                <a:latin typeface="Arial"/>
                <a:ea typeface="Arial"/>
                <a:cs typeface="Arial"/>
                <a:sym typeface="Arial"/>
              </a:defRPr>
            </a:lvl3pPr>
            <a:lvl4pPr indent="0" lvl="3" marL="0" marR="0" rtl="0" algn="l">
              <a:spcBef>
                <a:spcPts val="0"/>
              </a:spcBef>
              <a:buNone/>
              <a:defRPr b="1" i="0" sz="2400" u="none" cap="none" strike="noStrike">
                <a:solidFill>
                  <a:schemeClr val="dk1"/>
                </a:solidFill>
                <a:latin typeface="Arial"/>
                <a:ea typeface="Arial"/>
                <a:cs typeface="Arial"/>
                <a:sym typeface="Arial"/>
              </a:defRPr>
            </a:lvl4pPr>
            <a:lvl5pPr indent="0" lvl="4" marL="0" marR="0" rtl="0" algn="l">
              <a:spcBef>
                <a:spcPts val="0"/>
              </a:spcBef>
              <a:buNone/>
              <a:defRPr b="1" i="0" sz="2400" u="none" cap="none" strike="noStrike">
                <a:solidFill>
                  <a:schemeClr val="dk1"/>
                </a:solidFill>
                <a:latin typeface="Arial"/>
                <a:ea typeface="Arial"/>
                <a:cs typeface="Arial"/>
                <a:sym typeface="Arial"/>
              </a:defRPr>
            </a:lvl5pPr>
            <a:lvl6pPr indent="0" lvl="5" marL="0" marR="0" rtl="0" algn="l">
              <a:spcBef>
                <a:spcPts val="0"/>
              </a:spcBef>
              <a:buNone/>
              <a:defRPr b="1" i="0" sz="2400" u="none" cap="none" strike="noStrike">
                <a:solidFill>
                  <a:schemeClr val="dk1"/>
                </a:solidFill>
                <a:latin typeface="Arial"/>
                <a:ea typeface="Arial"/>
                <a:cs typeface="Arial"/>
                <a:sym typeface="Arial"/>
              </a:defRPr>
            </a:lvl6pPr>
            <a:lvl7pPr indent="0" lvl="6" marL="0" marR="0" rtl="0" algn="l">
              <a:spcBef>
                <a:spcPts val="0"/>
              </a:spcBef>
              <a:buNone/>
              <a:defRPr b="1" i="0" sz="2400" u="none" cap="none" strike="noStrike">
                <a:solidFill>
                  <a:schemeClr val="dk1"/>
                </a:solidFill>
                <a:latin typeface="Arial"/>
                <a:ea typeface="Arial"/>
                <a:cs typeface="Arial"/>
                <a:sym typeface="Arial"/>
              </a:defRPr>
            </a:lvl7pPr>
            <a:lvl8pPr indent="0" lvl="7" marL="0" marR="0" rtl="0" algn="l">
              <a:spcBef>
                <a:spcPts val="0"/>
              </a:spcBef>
              <a:buNone/>
              <a:defRPr b="1" i="0" sz="2400" u="none" cap="none" strike="noStrike">
                <a:solidFill>
                  <a:schemeClr val="dk1"/>
                </a:solidFill>
                <a:latin typeface="Arial"/>
                <a:ea typeface="Arial"/>
                <a:cs typeface="Arial"/>
                <a:sym typeface="Arial"/>
              </a:defRPr>
            </a:lvl8pPr>
            <a:lvl9pPr indent="0" lvl="8" marL="0" marR="0" rtl="0" algn="l">
              <a:spcBef>
                <a:spcPts val="0"/>
              </a:spcBef>
              <a:buNone/>
              <a:defRPr b="1" i="0" sz="2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457200" y="152718"/>
            <a:ext cx="5791200" cy="13716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dk2"/>
              </a:buClr>
              <a:buSzPts val="1400"/>
              <a:buFont typeface="Arial Black"/>
              <a:buNone/>
              <a:defRPr b="0" i="0" sz="3600" u="none" cap="none" strike="noStrike">
                <a:solidFill>
                  <a:schemeClr val="dk2"/>
                </a:solidFill>
                <a:latin typeface="Arial Black"/>
                <a:ea typeface="Arial Black"/>
                <a:cs typeface="Arial Black"/>
                <a:sym typeface="Arial Black"/>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3" name="Google Shape;23;p3"/>
          <p:cNvSpPr txBox="1"/>
          <p:nvPr>
            <p:ph idx="1" type="body"/>
          </p:nvPr>
        </p:nvSpPr>
        <p:spPr>
          <a:xfrm>
            <a:off x="457200" y="1752600"/>
            <a:ext cx="7620000" cy="4373563"/>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400"/>
              </a:spcBef>
              <a:spcAft>
                <a:spcPts val="0"/>
              </a:spcAft>
              <a:buClr>
                <a:schemeClr val="dk1"/>
              </a:buClr>
              <a:buSzPts val="1400"/>
              <a:buFont typeface="Arial"/>
              <a:buNone/>
              <a:defRPr b="1" i="0" sz="2000" u="none" cap="none" strike="noStrike">
                <a:solidFill>
                  <a:schemeClr val="dk1"/>
                </a:solidFill>
                <a:latin typeface="Arial"/>
                <a:ea typeface="Arial"/>
                <a:cs typeface="Arial"/>
                <a:sym typeface="Arial"/>
              </a:defRPr>
            </a:lvl1pPr>
            <a:lvl2pPr indent="-355600" lvl="1" marL="914400" marR="0" rtl="0" algn="l">
              <a:spcBef>
                <a:spcPts val="6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24" name="Google Shape;24;p3"/>
          <p:cNvSpPr txBox="1"/>
          <p:nvPr>
            <p:ph idx="10" type="dt"/>
          </p:nvPr>
        </p:nvSpPr>
        <p:spPr>
          <a:xfrm>
            <a:off x="457200" y="6172201"/>
            <a:ext cx="3429000" cy="304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000" u="none" cap="none" strike="noStrike">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5" name="Google Shape;25;p3"/>
          <p:cNvSpPr txBox="1"/>
          <p:nvPr>
            <p:ph idx="11" type="ftr"/>
          </p:nvPr>
        </p:nvSpPr>
        <p:spPr>
          <a:xfrm>
            <a:off x="457200" y="6492875"/>
            <a:ext cx="3429000" cy="283845"/>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0" i="0" sz="1000" u="none" cap="none" strike="noStrike">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6" name="Google Shape;26;p3"/>
          <p:cNvSpPr txBox="1"/>
          <p:nvPr>
            <p:ph idx="12" type="sldNum"/>
          </p:nvPr>
        </p:nvSpPr>
        <p:spPr>
          <a:xfrm rot="-5400000">
            <a:off x="8227377" y="5885497"/>
            <a:ext cx="1315721"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i="0" sz="2400" u="none" cap="none" strike="noStrike">
                <a:solidFill>
                  <a:schemeClr val="dk2"/>
                </a:solidFill>
                <a:latin typeface="Arial"/>
                <a:ea typeface="Arial"/>
                <a:cs typeface="Arial"/>
                <a:sym typeface="Arial"/>
              </a:defRPr>
            </a:lvl1pPr>
            <a:lvl2pPr indent="0" lvl="1" marL="0" marR="0" rtl="0" algn="l">
              <a:spcBef>
                <a:spcPts val="0"/>
              </a:spcBef>
              <a:buNone/>
              <a:defRPr b="1" i="0" sz="2400" u="none" cap="none" strike="noStrike">
                <a:solidFill>
                  <a:schemeClr val="dk2"/>
                </a:solidFill>
                <a:latin typeface="Arial"/>
                <a:ea typeface="Arial"/>
                <a:cs typeface="Arial"/>
                <a:sym typeface="Arial"/>
              </a:defRPr>
            </a:lvl2pPr>
            <a:lvl3pPr indent="0" lvl="2" marL="0" marR="0" rtl="0" algn="l">
              <a:spcBef>
                <a:spcPts val="0"/>
              </a:spcBef>
              <a:buNone/>
              <a:defRPr b="1" i="0" sz="2400" u="none" cap="none" strike="noStrike">
                <a:solidFill>
                  <a:schemeClr val="dk2"/>
                </a:solidFill>
                <a:latin typeface="Arial"/>
                <a:ea typeface="Arial"/>
                <a:cs typeface="Arial"/>
                <a:sym typeface="Arial"/>
              </a:defRPr>
            </a:lvl3pPr>
            <a:lvl4pPr indent="0" lvl="3" marL="0" marR="0" rtl="0" algn="l">
              <a:spcBef>
                <a:spcPts val="0"/>
              </a:spcBef>
              <a:buNone/>
              <a:defRPr b="1" i="0" sz="2400" u="none" cap="none" strike="noStrike">
                <a:solidFill>
                  <a:schemeClr val="dk2"/>
                </a:solidFill>
                <a:latin typeface="Arial"/>
                <a:ea typeface="Arial"/>
                <a:cs typeface="Arial"/>
                <a:sym typeface="Arial"/>
              </a:defRPr>
            </a:lvl4pPr>
            <a:lvl5pPr indent="0" lvl="4" marL="0" marR="0" rtl="0" algn="l">
              <a:spcBef>
                <a:spcPts val="0"/>
              </a:spcBef>
              <a:buNone/>
              <a:defRPr b="1" i="0" sz="2400" u="none" cap="none" strike="noStrike">
                <a:solidFill>
                  <a:schemeClr val="dk2"/>
                </a:solidFill>
                <a:latin typeface="Arial"/>
                <a:ea typeface="Arial"/>
                <a:cs typeface="Arial"/>
                <a:sym typeface="Arial"/>
              </a:defRPr>
            </a:lvl5pPr>
            <a:lvl6pPr indent="0" lvl="5" marL="0" marR="0" rtl="0" algn="l">
              <a:spcBef>
                <a:spcPts val="0"/>
              </a:spcBef>
              <a:buNone/>
              <a:defRPr b="1" i="0" sz="2400" u="none" cap="none" strike="noStrike">
                <a:solidFill>
                  <a:schemeClr val="dk2"/>
                </a:solidFill>
                <a:latin typeface="Arial"/>
                <a:ea typeface="Arial"/>
                <a:cs typeface="Arial"/>
                <a:sym typeface="Arial"/>
              </a:defRPr>
            </a:lvl6pPr>
            <a:lvl7pPr indent="0" lvl="6" marL="0" marR="0" rtl="0" algn="l">
              <a:spcBef>
                <a:spcPts val="0"/>
              </a:spcBef>
              <a:buNone/>
              <a:defRPr b="1" i="0" sz="2400" u="none" cap="none" strike="noStrike">
                <a:solidFill>
                  <a:schemeClr val="dk2"/>
                </a:solidFill>
                <a:latin typeface="Arial"/>
                <a:ea typeface="Arial"/>
                <a:cs typeface="Arial"/>
                <a:sym typeface="Arial"/>
              </a:defRPr>
            </a:lvl7pPr>
            <a:lvl8pPr indent="0" lvl="7" marL="0" marR="0" rtl="0" algn="l">
              <a:spcBef>
                <a:spcPts val="0"/>
              </a:spcBef>
              <a:buNone/>
              <a:defRPr b="1" i="0" sz="2400" u="none" cap="none" strike="noStrike">
                <a:solidFill>
                  <a:schemeClr val="dk2"/>
                </a:solidFill>
                <a:latin typeface="Arial"/>
                <a:ea typeface="Arial"/>
                <a:cs typeface="Arial"/>
                <a:sym typeface="Arial"/>
              </a:defRPr>
            </a:lvl8pPr>
            <a:lvl9pPr indent="0" lvl="8" marL="0" marR="0" rtl="0" algn="l">
              <a:spcBef>
                <a:spcPts val="0"/>
              </a:spcBef>
              <a:buNone/>
              <a:defRPr b="1" i="0" sz="2400" u="none" cap="none" strike="noStrike">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457200" y="1447800"/>
            <a:ext cx="7772400" cy="4321175"/>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Arial Black"/>
              <a:buNone/>
              <a:defRPr b="0" i="0" sz="8800" u="none" cap="none" strike="noStrike">
                <a:solidFill>
                  <a:schemeClr val="dk1"/>
                </a:solidFill>
                <a:latin typeface="Arial Black"/>
                <a:ea typeface="Arial Black"/>
                <a:cs typeface="Arial Black"/>
                <a:sym typeface="Arial Black"/>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9" name="Google Shape;29;p4"/>
          <p:cNvSpPr txBox="1"/>
          <p:nvPr>
            <p:ph idx="1" type="body"/>
          </p:nvPr>
        </p:nvSpPr>
        <p:spPr>
          <a:xfrm>
            <a:off x="457200" y="228601"/>
            <a:ext cx="7772400" cy="106680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00"/>
              </a:spcBef>
              <a:spcAft>
                <a:spcPts val="0"/>
              </a:spcAft>
              <a:buClr>
                <a:schemeClr val="dk2"/>
              </a:buClr>
              <a:buSzPts val="1400"/>
              <a:buFont typeface="Arial"/>
              <a:buNone/>
              <a:defRPr b="0" i="0" sz="2000" u="none" cap="none" strike="noStrike">
                <a:solidFill>
                  <a:schemeClr val="dk2"/>
                </a:solidFill>
                <a:latin typeface="Arial Black"/>
                <a:ea typeface="Arial Black"/>
                <a:cs typeface="Arial Black"/>
                <a:sym typeface="Arial Black"/>
              </a:defRPr>
            </a:lvl1pPr>
            <a:lvl2pPr indent="-228600" lvl="1" marL="914400" marR="0" rtl="0" algn="l">
              <a:spcBef>
                <a:spcPts val="600"/>
              </a:spcBef>
              <a:spcAft>
                <a:spcPts val="0"/>
              </a:spcAft>
              <a:buClr>
                <a:schemeClr val="dk2"/>
              </a:buClr>
              <a:buSzPts val="2000"/>
              <a:buFont typeface="Arial"/>
              <a:buNone/>
              <a:defRPr b="0" i="0" sz="1800" u="none" cap="none" strike="noStrike">
                <a:solidFill>
                  <a:srgbClr val="888888"/>
                </a:solidFill>
                <a:latin typeface="Arial"/>
                <a:ea typeface="Arial"/>
                <a:cs typeface="Arial"/>
                <a:sym typeface="Arial"/>
              </a:defRPr>
            </a:lvl2pPr>
            <a:lvl3pPr indent="-228600" lvl="2" marL="1371600" marR="0" rtl="0" algn="l">
              <a:spcBef>
                <a:spcPts val="320"/>
              </a:spcBef>
              <a:spcAft>
                <a:spcPts val="0"/>
              </a:spcAft>
              <a:buClr>
                <a:schemeClr val="dk2"/>
              </a:buClr>
              <a:buSzPts val="1800"/>
              <a:buFont typeface="Arial"/>
              <a:buNone/>
              <a:defRPr b="0" i="0" sz="1600" u="none" cap="none" strike="noStrike">
                <a:solidFill>
                  <a:srgbClr val="888888"/>
                </a:solidFill>
                <a:latin typeface="Arial"/>
                <a:ea typeface="Arial"/>
                <a:cs typeface="Arial"/>
                <a:sym typeface="Arial"/>
              </a:defRPr>
            </a:lvl3pPr>
            <a:lvl4pPr indent="-228600" lvl="3" marL="1828800" marR="0" rtl="0" algn="l">
              <a:spcBef>
                <a:spcPts val="280"/>
              </a:spcBef>
              <a:spcAft>
                <a:spcPts val="0"/>
              </a:spcAft>
              <a:buClr>
                <a:schemeClr val="dk2"/>
              </a:buClr>
              <a:buSzPts val="1800"/>
              <a:buFont typeface="Arial"/>
              <a:buNone/>
              <a:defRPr b="0" i="0" sz="1400" u="none" cap="none" strike="noStrike">
                <a:solidFill>
                  <a:srgbClr val="888888"/>
                </a:solidFill>
                <a:latin typeface="Arial"/>
                <a:ea typeface="Arial"/>
                <a:cs typeface="Arial"/>
                <a:sym typeface="Arial"/>
              </a:defRPr>
            </a:lvl4pPr>
            <a:lvl5pPr indent="-228600" lvl="4" marL="2286000" marR="0" rtl="0" algn="l">
              <a:spcBef>
                <a:spcPts val="280"/>
              </a:spcBef>
              <a:spcAft>
                <a:spcPts val="0"/>
              </a:spcAft>
              <a:buClr>
                <a:schemeClr val="dk2"/>
              </a:buClr>
              <a:buSzPts val="1800"/>
              <a:buFont typeface="Arial"/>
              <a:buNone/>
              <a:defRPr b="0" i="0" sz="1400" u="none" cap="none" strike="noStrike">
                <a:solidFill>
                  <a:srgbClr val="888888"/>
                </a:solidFill>
                <a:latin typeface="Arial"/>
                <a:ea typeface="Arial"/>
                <a:cs typeface="Arial"/>
                <a:sym typeface="Arial"/>
              </a:defRPr>
            </a:lvl5pPr>
            <a:lvl6pPr indent="-228600" lvl="5" marL="2743200" marR="0" rtl="0" algn="l">
              <a:spcBef>
                <a:spcPts val="280"/>
              </a:spcBef>
              <a:spcAft>
                <a:spcPts val="0"/>
              </a:spcAft>
              <a:buClr>
                <a:schemeClr val="dk2"/>
              </a:buClr>
              <a:buSzPts val="1600"/>
              <a:buFont typeface="Arial"/>
              <a:buNone/>
              <a:defRPr b="0" i="0" sz="1400" u="none" cap="none" strike="noStrike">
                <a:solidFill>
                  <a:srgbClr val="888888"/>
                </a:solidFill>
                <a:latin typeface="Arial"/>
                <a:ea typeface="Arial"/>
                <a:cs typeface="Arial"/>
                <a:sym typeface="Arial"/>
              </a:defRPr>
            </a:lvl6pPr>
            <a:lvl7pPr indent="-228600" lvl="6" marL="3200400" marR="0" rtl="0" algn="l">
              <a:spcBef>
                <a:spcPts val="280"/>
              </a:spcBef>
              <a:spcAft>
                <a:spcPts val="0"/>
              </a:spcAft>
              <a:buClr>
                <a:schemeClr val="dk2"/>
              </a:buClr>
              <a:buSzPts val="1600"/>
              <a:buFont typeface="Arial"/>
              <a:buNone/>
              <a:defRPr b="0" i="0" sz="1400" u="none" cap="none" strike="noStrike">
                <a:solidFill>
                  <a:srgbClr val="888888"/>
                </a:solidFill>
                <a:latin typeface="Arial"/>
                <a:ea typeface="Arial"/>
                <a:cs typeface="Arial"/>
                <a:sym typeface="Arial"/>
              </a:defRPr>
            </a:lvl7pPr>
            <a:lvl8pPr indent="-228600" lvl="7" marL="3657600" marR="0" rtl="0" algn="l">
              <a:spcBef>
                <a:spcPts val="280"/>
              </a:spcBef>
              <a:spcAft>
                <a:spcPts val="0"/>
              </a:spcAft>
              <a:buClr>
                <a:schemeClr val="dk2"/>
              </a:buClr>
              <a:buSzPts val="1600"/>
              <a:buFont typeface="Arial"/>
              <a:buNone/>
              <a:defRPr b="0" i="0" sz="1400" u="none" cap="none" strike="noStrike">
                <a:solidFill>
                  <a:srgbClr val="888888"/>
                </a:solidFill>
                <a:latin typeface="Arial"/>
                <a:ea typeface="Arial"/>
                <a:cs typeface="Arial"/>
                <a:sym typeface="Arial"/>
              </a:defRPr>
            </a:lvl8pPr>
            <a:lvl9pPr indent="-228600" lvl="8" marL="4114800" marR="0" rtl="0" algn="l">
              <a:spcBef>
                <a:spcPts val="280"/>
              </a:spcBef>
              <a:spcAft>
                <a:spcPts val="0"/>
              </a:spcAft>
              <a:buClr>
                <a:schemeClr val="dk2"/>
              </a:buClr>
              <a:buSzPts val="1600"/>
              <a:buFont typeface="Arial"/>
              <a:buNone/>
              <a:defRPr b="0" i="0" sz="1400" u="none" cap="none" strike="noStrike">
                <a:solidFill>
                  <a:srgbClr val="888888"/>
                </a:solidFill>
                <a:latin typeface="Arial"/>
                <a:ea typeface="Arial"/>
                <a:cs typeface="Arial"/>
                <a:sym typeface="Arial"/>
              </a:defRPr>
            </a:lvl9pPr>
          </a:lstStyle>
          <a:p/>
        </p:txBody>
      </p:sp>
      <p:sp>
        <p:nvSpPr>
          <p:cNvPr id="30" name="Google Shape;30;p4"/>
          <p:cNvSpPr txBox="1"/>
          <p:nvPr>
            <p:ph idx="10" type="dt"/>
          </p:nvPr>
        </p:nvSpPr>
        <p:spPr>
          <a:xfrm>
            <a:off x="457200" y="6172201"/>
            <a:ext cx="3429000" cy="304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1" name="Google Shape;31;p4"/>
          <p:cNvSpPr txBox="1"/>
          <p:nvPr>
            <p:ph idx="12" type="sldNum"/>
          </p:nvPr>
        </p:nvSpPr>
        <p:spPr>
          <a:xfrm rot="-5400000">
            <a:off x="8227377" y="5885497"/>
            <a:ext cx="1315721"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sz="2400">
                <a:solidFill>
                  <a:schemeClr val="dk2"/>
                </a:solidFill>
                <a:latin typeface="Arial"/>
                <a:ea typeface="Arial"/>
                <a:cs typeface="Arial"/>
                <a:sym typeface="Arial"/>
              </a:defRPr>
            </a:lvl1pPr>
            <a:lvl2pPr indent="0" lvl="1" marL="0" marR="0" rtl="0" algn="l">
              <a:spcBef>
                <a:spcPts val="0"/>
              </a:spcBef>
              <a:buNone/>
              <a:defRPr b="1" sz="2400">
                <a:solidFill>
                  <a:schemeClr val="dk2"/>
                </a:solidFill>
                <a:latin typeface="Arial"/>
                <a:ea typeface="Arial"/>
                <a:cs typeface="Arial"/>
                <a:sym typeface="Arial"/>
              </a:defRPr>
            </a:lvl2pPr>
            <a:lvl3pPr indent="0" lvl="2" marL="0" marR="0" rtl="0" algn="l">
              <a:spcBef>
                <a:spcPts val="0"/>
              </a:spcBef>
              <a:buNone/>
              <a:defRPr b="1" sz="2400">
                <a:solidFill>
                  <a:schemeClr val="dk2"/>
                </a:solidFill>
                <a:latin typeface="Arial"/>
                <a:ea typeface="Arial"/>
                <a:cs typeface="Arial"/>
                <a:sym typeface="Arial"/>
              </a:defRPr>
            </a:lvl3pPr>
            <a:lvl4pPr indent="0" lvl="3" marL="0" marR="0" rtl="0" algn="l">
              <a:spcBef>
                <a:spcPts val="0"/>
              </a:spcBef>
              <a:buNone/>
              <a:defRPr b="1" sz="2400">
                <a:solidFill>
                  <a:schemeClr val="dk2"/>
                </a:solidFill>
                <a:latin typeface="Arial"/>
                <a:ea typeface="Arial"/>
                <a:cs typeface="Arial"/>
                <a:sym typeface="Arial"/>
              </a:defRPr>
            </a:lvl4pPr>
            <a:lvl5pPr indent="0" lvl="4" marL="0" marR="0" rtl="0" algn="l">
              <a:spcBef>
                <a:spcPts val="0"/>
              </a:spcBef>
              <a:buNone/>
              <a:defRPr b="1" sz="2400">
                <a:solidFill>
                  <a:schemeClr val="dk2"/>
                </a:solidFill>
                <a:latin typeface="Arial"/>
                <a:ea typeface="Arial"/>
                <a:cs typeface="Arial"/>
                <a:sym typeface="Arial"/>
              </a:defRPr>
            </a:lvl5pPr>
            <a:lvl6pPr indent="0" lvl="5" marL="0" marR="0" rtl="0" algn="l">
              <a:spcBef>
                <a:spcPts val="0"/>
              </a:spcBef>
              <a:buNone/>
              <a:defRPr b="1" sz="2400">
                <a:solidFill>
                  <a:schemeClr val="dk2"/>
                </a:solidFill>
                <a:latin typeface="Arial"/>
                <a:ea typeface="Arial"/>
                <a:cs typeface="Arial"/>
                <a:sym typeface="Arial"/>
              </a:defRPr>
            </a:lvl6pPr>
            <a:lvl7pPr indent="0" lvl="6" marL="0" marR="0" rtl="0" algn="l">
              <a:spcBef>
                <a:spcPts val="0"/>
              </a:spcBef>
              <a:buNone/>
              <a:defRPr b="1" sz="2400">
                <a:solidFill>
                  <a:schemeClr val="dk2"/>
                </a:solidFill>
                <a:latin typeface="Arial"/>
                <a:ea typeface="Arial"/>
                <a:cs typeface="Arial"/>
                <a:sym typeface="Arial"/>
              </a:defRPr>
            </a:lvl7pPr>
            <a:lvl8pPr indent="0" lvl="7" marL="0" marR="0" rtl="0" algn="l">
              <a:spcBef>
                <a:spcPts val="0"/>
              </a:spcBef>
              <a:buNone/>
              <a:defRPr b="1" sz="2400">
                <a:solidFill>
                  <a:schemeClr val="dk2"/>
                </a:solidFill>
                <a:latin typeface="Arial"/>
                <a:ea typeface="Arial"/>
                <a:cs typeface="Arial"/>
                <a:sym typeface="Arial"/>
              </a:defRPr>
            </a:lvl8pPr>
            <a:lvl9pPr indent="0" lvl="8" marL="0" marR="0" rtl="0" algn="l">
              <a:spcBef>
                <a:spcPts val="0"/>
              </a:spcBef>
              <a:buNone/>
              <a:defRPr b="1" sz="2400">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32" name="Google Shape;32;p4"/>
          <p:cNvSpPr txBox="1"/>
          <p:nvPr>
            <p:ph idx="11" type="ftr"/>
          </p:nvPr>
        </p:nvSpPr>
        <p:spPr>
          <a:xfrm>
            <a:off x="457200" y="6492875"/>
            <a:ext cx="3429000" cy="283845"/>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457200" y="152718"/>
            <a:ext cx="5791200" cy="13716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dk2"/>
              </a:buClr>
              <a:buSzPts val="1400"/>
              <a:buFont typeface="Arial Black"/>
              <a:buNone/>
              <a:defRPr b="0" i="0" sz="3600" u="none" cap="none" strike="noStrike">
                <a:solidFill>
                  <a:schemeClr val="dk2"/>
                </a:solidFill>
                <a:latin typeface="Arial Black"/>
                <a:ea typeface="Arial Black"/>
                <a:cs typeface="Arial Black"/>
                <a:sym typeface="Arial Black"/>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5" name="Google Shape;35;p5"/>
          <p:cNvSpPr txBox="1"/>
          <p:nvPr>
            <p:ph idx="1" type="body"/>
          </p:nvPr>
        </p:nvSpPr>
        <p:spPr>
          <a:xfrm>
            <a:off x="1630680" y="1574800"/>
            <a:ext cx="3291840" cy="4525963"/>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560"/>
              </a:spcBef>
              <a:spcAft>
                <a:spcPts val="0"/>
              </a:spcAft>
              <a:buClr>
                <a:schemeClr val="dk1"/>
              </a:buClr>
              <a:buSzPts val="1400"/>
              <a:buFont typeface="Arial"/>
              <a:buNone/>
              <a:defRPr b="1" i="0" sz="2800" u="none" cap="none" strike="noStrike">
                <a:solidFill>
                  <a:schemeClr val="dk1"/>
                </a:solidFill>
                <a:latin typeface="Arial"/>
                <a:ea typeface="Arial"/>
                <a:cs typeface="Arial"/>
                <a:sym typeface="Arial"/>
              </a:defRPr>
            </a:lvl1pPr>
            <a:lvl2pPr indent="-381000" lvl="1" marL="914400" marR="0" rtl="0" algn="l">
              <a:spcBef>
                <a:spcPts val="600"/>
              </a:spcBef>
              <a:spcAft>
                <a:spcPts val="0"/>
              </a:spcAft>
              <a:buClr>
                <a:schemeClr val="dk2"/>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6" name="Google Shape;36;p5"/>
          <p:cNvSpPr txBox="1"/>
          <p:nvPr>
            <p:ph idx="2" type="body"/>
          </p:nvPr>
        </p:nvSpPr>
        <p:spPr>
          <a:xfrm>
            <a:off x="5090160" y="1574800"/>
            <a:ext cx="3291840" cy="4525963"/>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560"/>
              </a:spcBef>
              <a:spcAft>
                <a:spcPts val="0"/>
              </a:spcAft>
              <a:buClr>
                <a:schemeClr val="dk1"/>
              </a:buClr>
              <a:buSzPts val="1400"/>
              <a:buFont typeface="Arial"/>
              <a:buNone/>
              <a:defRPr b="1" i="0" sz="2800" u="none" cap="none" strike="noStrike">
                <a:solidFill>
                  <a:schemeClr val="dk1"/>
                </a:solidFill>
                <a:latin typeface="Arial"/>
                <a:ea typeface="Arial"/>
                <a:cs typeface="Arial"/>
                <a:sym typeface="Arial"/>
              </a:defRPr>
            </a:lvl1pPr>
            <a:lvl2pPr indent="-381000" lvl="1" marL="914400" marR="0" rtl="0" algn="l">
              <a:spcBef>
                <a:spcPts val="600"/>
              </a:spcBef>
              <a:spcAft>
                <a:spcPts val="0"/>
              </a:spcAft>
              <a:buClr>
                <a:schemeClr val="dk2"/>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7" name="Google Shape;37;p5"/>
          <p:cNvSpPr txBox="1"/>
          <p:nvPr>
            <p:ph idx="10" type="dt"/>
          </p:nvPr>
        </p:nvSpPr>
        <p:spPr>
          <a:xfrm>
            <a:off x="457200" y="6172201"/>
            <a:ext cx="3429000" cy="304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8" name="Google Shape;38;p5"/>
          <p:cNvSpPr txBox="1"/>
          <p:nvPr>
            <p:ph idx="11" type="ftr"/>
          </p:nvPr>
        </p:nvSpPr>
        <p:spPr>
          <a:xfrm>
            <a:off x="457200" y="6492875"/>
            <a:ext cx="3429000" cy="283845"/>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9" name="Google Shape;39;p5"/>
          <p:cNvSpPr txBox="1"/>
          <p:nvPr>
            <p:ph idx="12" type="sldNum"/>
          </p:nvPr>
        </p:nvSpPr>
        <p:spPr>
          <a:xfrm rot="-5400000">
            <a:off x="8227377" y="5885497"/>
            <a:ext cx="1315721"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sz="2400">
                <a:solidFill>
                  <a:schemeClr val="dk2"/>
                </a:solidFill>
                <a:latin typeface="Arial"/>
                <a:ea typeface="Arial"/>
                <a:cs typeface="Arial"/>
                <a:sym typeface="Arial"/>
              </a:defRPr>
            </a:lvl1pPr>
            <a:lvl2pPr indent="0" lvl="1" marL="0" marR="0" rtl="0" algn="l">
              <a:spcBef>
                <a:spcPts val="0"/>
              </a:spcBef>
              <a:buNone/>
              <a:defRPr b="1" sz="2400">
                <a:solidFill>
                  <a:schemeClr val="dk2"/>
                </a:solidFill>
                <a:latin typeface="Arial"/>
                <a:ea typeface="Arial"/>
                <a:cs typeface="Arial"/>
                <a:sym typeface="Arial"/>
              </a:defRPr>
            </a:lvl2pPr>
            <a:lvl3pPr indent="0" lvl="2" marL="0" marR="0" rtl="0" algn="l">
              <a:spcBef>
                <a:spcPts val="0"/>
              </a:spcBef>
              <a:buNone/>
              <a:defRPr b="1" sz="2400">
                <a:solidFill>
                  <a:schemeClr val="dk2"/>
                </a:solidFill>
                <a:latin typeface="Arial"/>
                <a:ea typeface="Arial"/>
                <a:cs typeface="Arial"/>
                <a:sym typeface="Arial"/>
              </a:defRPr>
            </a:lvl3pPr>
            <a:lvl4pPr indent="0" lvl="3" marL="0" marR="0" rtl="0" algn="l">
              <a:spcBef>
                <a:spcPts val="0"/>
              </a:spcBef>
              <a:buNone/>
              <a:defRPr b="1" sz="2400">
                <a:solidFill>
                  <a:schemeClr val="dk2"/>
                </a:solidFill>
                <a:latin typeface="Arial"/>
                <a:ea typeface="Arial"/>
                <a:cs typeface="Arial"/>
                <a:sym typeface="Arial"/>
              </a:defRPr>
            </a:lvl4pPr>
            <a:lvl5pPr indent="0" lvl="4" marL="0" marR="0" rtl="0" algn="l">
              <a:spcBef>
                <a:spcPts val="0"/>
              </a:spcBef>
              <a:buNone/>
              <a:defRPr b="1" sz="2400">
                <a:solidFill>
                  <a:schemeClr val="dk2"/>
                </a:solidFill>
                <a:latin typeface="Arial"/>
                <a:ea typeface="Arial"/>
                <a:cs typeface="Arial"/>
                <a:sym typeface="Arial"/>
              </a:defRPr>
            </a:lvl5pPr>
            <a:lvl6pPr indent="0" lvl="5" marL="0" marR="0" rtl="0" algn="l">
              <a:spcBef>
                <a:spcPts val="0"/>
              </a:spcBef>
              <a:buNone/>
              <a:defRPr b="1" sz="2400">
                <a:solidFill>
                  <a:schemeClr val="dk2"/>
                </a:solidFill>
                <a:latin typeface="Arial"/>
                <a:ea typeface="Arial"/>
                <a:cs typeface="Arial"/>
                <a:sym typeface="Arial"/>
              </a:defRPr>
            </a:lvl6pPr>
            <a:lvl7pPr indent="0" lvl="6" marL="0" marR="0" rtl="0" algn="l">
              <a:spcBef>
                <a:spcPts val="0"/>
              </a:spcBef>
              <a:buNone/>
              <a:defRPr b="1" sz="2400">
                <a:solidFill>
                  <a:schemeClr val="dk2"/>
                </a:solidFill>
                <a:latin typeface="Arial"/>
                <a:ea typeface="Arial"/>
                <a:cs typeface="Arial"/>
                <a:sym typeface="Arial"/>
              </a:defRPr>
            </a:lvl7pPr>
            <a:lvl8pPr indent="0" lvl="7" marL="0" marR="0" rtl="0" algn="l">
              <a:spcBef>
                <a:spcPts val="0"/>
              </a:spcBef>
              <a:buNone/>
              <a:defRPr b="1" sz="2400">
                <a:solidFill>
                  <a:schemeClr val="dk2"/>
                </a:solidFill>
                <a:latin typeface="Arial"/>
                <a:ea typeface="Arial"/>
                <a:cs typeface="Arial"/>
                <a:sym typeface="Arial"/>
              </a:defRPr>
            </a:lvl8pPr>
            <a:lvl9pPr indent="0" lvl="8" marL="0" marR="0" rtl="0" algn="l">
              <a:spcBef>
                <a:spcPts val="0"/>
              </a:spcBef>
              <a:buNone/>
              <a:defRPr b="1" sz="2400">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152718"/>
            <a:ext cx="5791200" cy="13716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dk2"/>
              </a:buClr>
              <a:buSzPts val="1400"/>
              <a:buFont typeface="Arial Black"/>
              <a:buNone/>
              <a:defRPr b="0" i="0" sz="3600" u="none" cap="none" strike="noStrike">
                <a:solidFill>
                  <a:schemeClr val="dk2"/>
                </a:solidFill>
                <a:latin typeface="Arial Black"/>
                <a:ea typeface="Arial Black"/>
                <a:cs typeface="Arial Black"/>
                <a:sym typeface="Arial Black"/>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42" name="Google Shape;42;p6"/>
          <p:cNvSpPr txBox="1"/>
          <p:nvPr>
            <p:ph idx="1" type="body"/>
          </p:nvPr>
        </p:nvSpPr>
        <p:spPr>
          <a:xfrm>
            <a:off x="1627632" y="1572768"/>
            <a:ext cx="3291840" cy="639762"/>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360"/>
              </a:spcBef>
              <a:spcAft>
                <a:spcPts val="0"/>
              </a:spcAft>
              <a:buClr>
                <a:schemeClr val="dk1"/>
              </a:buClr>
              <a:buSzPts val="1400"/>
              <a:buFont typeface="Arial"/>
              <a:buNone/>
              <a:defRPr b="0" i="0" sz="1800" u="none" cap="none" strike="noStrike">
                <a:solidFill>
                  <a:schemeClr val="dk1"/>
                </a:solidFill>
                <a:latin typeface="Arial Black"/>
                <a:ea typeface="Arial Black"/>
                <a:cs typeface="Arial Black"/>
                <a:sym typeface="Arial Black"/>
              </a:defRPr>
            </a:lvl1pPr>
            <a:lvl2pPr indent="-228600" lvl="1" marL="914400" marR="0" rtl="0" algn="l">
              <a:spcBef>
                <a:spcPts val="600"/>
              </a:spcBef>
              <a:spcAft>
                <a:spcPts val="0"/>
              </a:spcAft>
              <a:buClr>
                <a:schemeClr val="dk2"/>
              </a:buClr>
              <a:buSzPts val="2000"/>
              <a:buFont typeface="Arial"/>
              <a:buNone/>
              <a:defRPr b="1" i="0" sz="20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2"/>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spcBef>
                <a:spcPts val="320"/>
              </a:spcBef>
              <a:spcAft>
                <a:spcPts val="0"/>
              </a:spcAft>
              <a:buClr>
                <a:schemeClr val="dk2"/>
              </a:buClr>
              <a:buSzPts val="1800"/>
              <a:buFont typeface="Arial"/>
              <a:buNone/>
              <a:defRPr b="1" i="0" sz="1600" u="none" cap="none" strike="noStrike">
                <a:solidFill>
                  <a:schemeClr val="dk1"/>
                </a:solidFill>
                <a:latin typeface="Arial"/>
                <a:ea typeface="Arial"/>
                <a:cs typeface="Arial"/>
                <a:sym typeface="Arial"/>
              </a:defRPr>
            </a:lvl4pPr>
            <a:lvl5pPr indent="-228600" lvl="4" marL="2286000" marR="0" rtl="0" algn="l">
              <a:spcBef>
                <a:spcPts val="320"/>
              </a:spcBef>
              <a:spcAft>
                <a:spcPts val="0"/>
              </a:spcAft>
              <a:buClr>
                <a:schemeClr val="dk2"/>
              </a:buClr>
              <a:buSzPts val="18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2"/>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2"/>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2"/>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2"/>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3" name="Google Shape;43;p6"/>
          <p:cNvSpPr txBox="1"/>
          <p:nvPr>
            <p:ph idx="2" type="body"/>
          </p:nvPr>
        </p:nvSpPr>
        <p:spPr>
          <a:xfrm>
            <a:off x="1627632" y="2259366"/>
            <a:ext cx="3291840" cy="384048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480"/>
              </a:spcBef>
              <a:spcAft>
                <a:spcPts val="0"/>
              </a:spcAft>
              <a:buClr>
                <a:schemeClr val="dk1"/>
              </a:buClr>
              <a:buSzPts val="1400"/>
              <a:buFont typeface="Arial"/>
              <a:buNone/>
              <a:defRPr b="1" i="0" sz="2400" u="none" cap="none" strike="noStrike">
                <a:solidFill>
                  <a:schemeClr val="dk1"/>
                </a:solidFill>
                <a:latin typeface="Arial"/>
                <a:ea typeface="Arial"/>
                <a:cs typeface="Arial"/>
                <a:sym typeface="Arial"/>
              </a:defRPr>
            </a:lvl1pPr>
            <a:lvl2pPr indent="-355600" lvl="1" marL="914400" marR="0" rtl="0" algn="l">
              <a:spcBef>
                <a:spcPts val="6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44" name="Google Shape;44;p6"/>
          <p:cNvSpPr txBox="1"/>
          <p:nvPr>
            <p:ph idx="3" type="body"/>
          </p:nvPr>
        </p:nvSpPr>
        <p:spPr>
          <a:xfrm>
            <a:off x="5093208" y="1572768"/>
            <a:ext cx="3291840" cy="639762"/>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360"/>
              </a:spcBef>
              <a:spcAft>
                <a:spcPts val="0"/>
              </a:spcAft>
              <a:buClr>
                <a:schemeClr val="dk1"/>
              </a:buClr>
              <a:buSzPts val="1400"/>
              <a:buFont typeface="Arial"/>
              <a:buNone/>
              <a:defRPr b="0" i="0" sz="1800" u="none" cap="none" strike="noStrike">
                <a:solidFill>
                  <a:schemeClr val="dk1"/>
                </a:solidFill>
                <a:latin typeface="Arial Black"/>
                <a:ea typeface="Arial Black"/>
                <a:cs typeface="Arial Black"/>
                <a:sym typeface="Arial Black"/>
              </a:defRPr>
            </a:lvl1pPr>
            <a:lvl2pPr indent="-228600" lvl="1" marL="914400" marR="0" rtl="0" algn="l">
              <a:spcBef>
                <a:spcPts val="600"/>
              </a:spcBef>
              <a:spcAft>
                <a:spcPts val="0"/>
              </a:spcAft>
              <a:buClr>
                <a:schemeClr val="dk2"/>
              </a:buClr>
              <a:buSzPts val="2000"/>
              <a:buFont typeface="Arial"/>
              <a:buNone/>
              <a:defRPr b="1" i="0" sz="20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2"/>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spcBef>
                <a:spcPts val="320"/>
              </a:spcBef>
              <a:spcAft>
                <a:spcPts val="0"/>
              </a:spcAft>
              <a:buClr>
                <a:schemeClr val="dk2"/>
              </a:buClr>
              <a:buSzPts val="1800"/>
              <a:buFont typeface="Arial"/>
              <a:buNone/>
              <a:defRPr b="1" i="0" sz="1600" u="none" cap="none" strike="noStrike">
                <a:solidFill>
                  <a:schemeClr val="dk1"/>
                </a:solidFill>
                <a:latin typeface="Arial"/>
                <a:ea typeface="Arial"/>
                <a:cs typeface="Arial"/>
                <a:sym typeface="Arial"/>
              </a:defRPr>
            </a:lvl4pPr>
            <a:lvl5pPr indent="-228600" lvl="4" marL="2286000" marR="0" rtl="0" algn="l">
              <a:spcBef>
                <a:spcPts val="320"/>
              </a:spcBef>
              <a:spcAft>
                <a:spcPts val="0"/>
              </a:spcAft>
              <a:buClr>
                <a:schemeClr val="dk2"/>
              </a:buClr>
              <a:buSzPts val="18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2"/>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2"/>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2"/>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2"/>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5" name="Google Shape;45;p6"/>
          <p:cNvSpPr txBox="1"/>
          <p:nvPr>
            <p:ph idx="4" type="body"/>
          </p:nvPr>
        </p:nvSpPr>
        <p:spPr>
          <a:xfrm>
            <a:off x="5093208" y="2259366"/>
            <a:ext cx="3291840" cy="384048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480"/>
              </a:spcBef>
              <a:spcAft>
                <a:spcPts val="0"/>
              </a:spcAft>
              <a:buClr>
                <a:schemeClr val="dk1"/>
              </a:buClr>
              <a:buSzPts val="1400"/>
              <a:buFont typeface="Arial"/>
              <a:buNone/>
              <a:defRPr b="1" i="0" sz="2400" u="none" cap="none" strike="noStrike">
                <a:solidFill>
                  <a:schemeClr val="dk1"/>
                </a:solidFill>
                <a:latin typeface="Arial"/>
                <a:ea typeface="Arial"/>
                <a:cs typeface="Arial"/>
                <a:sym typeface="Arial"/>
              </a:defRPr>
            </a:lvl1pPr>
            <a:lvl2pPr indent="-355600" lvl="1" marL="914400" marR="0" rtl="0" algn="l">
              <a:spcBef>
                <a:spcPts val="6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46" name="Google Shape;46;p6"/>
          <p:cNvSpPr txBox="1"/>
          <p:nvPr>
            <p:ph idx="10" type="dt"/>
          </p:nvPr>
        </p:nvSpPr>
        <p:spPr>
          <a:xfrm>
            <a:off x="457200" y="6172201"/>
            <a:ext cx="3429000" cy="304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7" name="Google Shape;47;p6"/>
          <p:cNvSpPr txBox="1"/>
          <p:nvPr>
            <p:ph idx="11" type="ftr"/>
          </p:nvPr>
        </p:nvSpPr>
        <p:spPr>
          <a:xfrm>
            <a:off x="457200" y="6492875"/>
            <a:ext cx="3429000" cy="283845"/>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8" name="Google Shape;48;p6"/>
          <p:cNvSpPr txBox="1"/>
          <p:nvPr>
            <p:ph idx="12" type="sldNum"/>
          </p:nvPr>
        </p:nvSpPr>
        <p:spPr>
          <a:xfrm rot="-5400000">
            <a:off x="8227377" y="5885497"/>
            <a:ext cx="1315721"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sz="2400">
                <a:solidFill>
                  <a:schemeClr val="dk2"/>
                </a:solidFill>
                <a:latin typeface="Arial"/>
                <a:ea typeface="Arial"/>
                <a:cs typeface="Arial"/>
                <a:sym typeface="Arial"/>
              </a:defRPr>
            </a:lvl1pPr>
            <a:lvl2pPr indent="0" lvl="1" marL="0" marR="0" rtl="0" algn="l">
              <a:spcBef>
                <a:spcPts val="0"/>
              </a:spcBef>
              <a:buNone/>
              <a:defRPr b="1" sz="2400">
                <a:solidFill>
                  <a:schemeClr val="dk2"/>
                </a:solidFill>
                <a:latin typeface="Arial"/>
                <a:ea typeface="Arial"/>
                <a:cs typeface="Arial"/>
                <a:sym typeface="Arial"/>
              </a:defRPr>
            </a:lvl2pPr>
            <a:lvl3pPr indent="0" lvl="2" marL="0" marR="0" rtl="0" algn="l">
              <a:spcBef>
                <a:spcPts val="0"/>
              </a:spcBef>
              <a:buNone/>
              <a:defRPr b="1" sz="2400">
                <a:solidFill>
                  <a:schemeClr val="dk2"/>
                </a:solidFill>
                <a:latin typeface="Arial"/>
                <a:ea typeface="Arial"/>
                <a:cs typeface="Arial"/>
                <a:sym typeface="Arial"/>
              </a:defRPr>
            </a:lvl3pPr>
            <a:lvl4pPr indent="0" lvl="3" marL="0" marR="0" rtl="0" algn="l">
              <a:spcBef>
                <a:spcPts val="0"/>
              </a:spcBef>
              <a:buNone/>
              <a:defRPr b="1" sz="2400">
                <a:solidFill>
                  <a:schemeClr val="dk2"/>
                </a:solidFill>
                <a:latin typeface="Arial"/>
                <a:ea typeface="Arial"/>
                <a:cs typeface="Arial"/>
                <a:sym typeface="Arial"/>
              </a:defRPr>
            </a:lvl4pPr>
            <a:lvl5pPr indent="0" lvl="4" marL="0" marR="0" rtl="0" algn="l">
              <a:spcBef>
                <a:spcPts val="0"/>
              </a:spcBef>
              <a:buNone/>
              <a:defRPr b="1" sz="2400">
                <a:solidFill>
                  <a:schemeClr val="dk2"/>
                </a:solidFill>
                <a:latin typeface="Arial"/>
                <a:ea typeface="Arial"/>
                <a:cs typeface="Arial"/>
                <a:sym typeface="Arial"/>
              </a:defRPr>
            </a:lvl5pPr>
            <a:lvl6pPr indent="0" lvl="5" marL="0" marR="0" rtl="0" algn="l">
              <a:spcBef>
                <a:spcPts val="0"/>
              </a:spcBef>
              <a:buNone/>
              <a:defRPr b="1" sz="2400">
                <a:solidFill>
                  <a:schemeClr val="dk2"/>
                </a:solidFill>
                <a:latin typeface="Arial"/>
                <a:ea typeface="Arial"/>
                <a:cs typeface="Arial"/>
                <a:sym typeface="Arial"/>
              </a:defRPr>
            </a:lvl6pPr>
            <a:lvl7pPr indent="0" lvl="6" marL="0" marR="0" rtl="0" algn="l">
              <a:spcBef>
                <a:spcPts val="0"/>
              </a:spcBef>
              <a:buNone/>
              <a:defRPr b="1" sz="2400">
                <a:solidFill>
                  <a:schemeClr val="dk2"/>
                </a:solidFill>
                <a:latin typeface="Arial"/>
                <a:ea typeface="Arial"/>
                <a:cs typeface="Arial"/>
                <a:sym typeface="Arial"/>
              </a:defRPr>
            </a:lvl7pPr>
            <a:lvl8pPr indent="0" lvl="7" marL="0" marR="0" rtl="0" algn="l">
              <a:spcBef>
                <a:spcPts val="0"/>
              </a:spcBef>
              <a:buNone/>
              <a:defRPr b="1" sz="2400">
                <a:solidFill>
                  <a:schemeClr val="dk2"/>
                </a:solidFill>
                <a:latin typeface="Arial"/>
                <a:ea typeface="Arial"/>
                <a:cs typeface="Arial"/>
                <a:sym typeface="Arial"/>
              </a:defRPr>
            </a:lvl8pPr>
            <a:lvl9pPr indent="0" lvl="8" marL="0" marR="0" rtl="0" algn="l">
              <a:spcBef>
                <a:spcPts val="0"/>
              </a:spcBef>
              <a:buNone/>
              <a:defRPr b="1" sz="2400">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457200" y="152718"/>
            <a:ext cx="5791200" cy="13716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dk2"/>
              </a:buClr>
              <a:buSzPts val="1400"/>
              <a:buFont typeface="Arial Black"/>
              <a:buNone/>
              <a:defRPr b="0" i="0" sz="3600" u="none" cap="none" strike="noStrike">
                <a:solidFill>
                  <a:schemeClr val="dk2"/>
                </a:solidFill>
                <a:latin typeface="Arial Black"/>
                <a:ea typeface="Arial Black"/>
                <a:cs typeface="Arial Black"/>
                <a:sym typeface="Arial Black"/>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1" name="Google Shape;51;p7"/>
          <p:cNvSpPr txBox="1"/>
          <p:nvPr>
            <p:ph idx="10" type="dt"/>
          </p:nvPr>
        </p:nvSpPr>
        <p:spPr>
          <a:xfrm>
            <a:off x="457200" y="6172201"/>
            <a:ext cx="3429000" cy="304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2" name="Google Shape;52;p7"/>
          <p:cNvSpPr txBox="1"/>
          <p:nvPr>
            <p:ph idx="11" type="ftr"/>
          </p:nvPr>
        </p:nvSpPr>
        <p:spPr>
          <a:xfrm>
            <a:off x="457200" y="6492875"/>
            <a:ext cx="3429000" cy="283845"/>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3" name="Google Shape;53;p7"/>
          <p:cNvSpPr txBox="1"/>
          <p:nvPr>
            <p:ph idx="12" type="sldNum"/>
          </p:nvPr>
        </p:nvSpPr>
        <p:spPr>
          <a:xfrm rot="-5400000">
            <a:off x="8227377" y="5885497"/>
            <a:ext cx="1315721"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sz="2400">
                <a:solidFill>
                  <a:schemeClr val="dk2"/>
                </a:solidFill>
                <a:latin typeface="Arial"/>
                <a:ea typeface="Arial"/>
                <a:cs typeface="Arial"/>
                <a:sym typeface="Arial"/>
              </a:defRPr>
            </a:lvl1pPr>
            <a:lvl2pPr indent="0" lvl="1" marL="0" marR="0" rtl="0" algn="l">
              <a:spcBef>
                <a:spcPts val="0"/>
              </a:spcBef>
              <a:buNone/>
              <a:defRPr b="1" sz="2400">
                <a:solidFill>
                  <a:schemeClr val="dk2"/>
                </a:solidFill>
                <a:latin typeface="Arial"/>
                <a:ea typeface="Arial"/>
                <a:cs typeface="Arial"/>
                <a:sym typeface="Arial"/>
              </a:defRPr>
            </a:lvl2pPr>
            <a:lvl3pPr indent="0" lvl="2" marL="0" marR="0" rtl="0" algn="l">
              <a:spcBef>
                <a:spcPts val="0"/>
              </a:spcBef>
              <a:buNone/>
              <a:defRPr b="1" sz="2400">
                <a:solidFill>
                  <a:schemeClr val="dk2"/>
                </a:solidFill>
                <a:latin typeface="Arial"/>
                <a:ea typeface="Arial"/>
                <a:cs typeface="Arial"/>
                <a:sym typeface="Arial"/>
              </a:defRPr>
            </a:lvl3pPr>
            <a:lvl4pPr indent="0" lvl="3" marL="0" marR="0" rtl="0" algn="l">
              <a:spcBef>
                <a:spcPts val="0"/>
              </a:spcBef>
              <a:buNone/>
              <a:defRPr b="1" sz="2400">
                <a:solidFill>
                  <a:schemeClr val="dk2"/>
                </a:solidFill>
                <a:latin typeface="Arial"/>
                <a:ea typeface="Arial"/>
                <a:cs typeface="Arial"/>
                <a:sym typeface="Arial"/>
              </a:defRPr>
            </a:lvl4pPr>
            <a:lvl5pPr indent="0" lvl="4" marL="0" marR="0" rtl="0" algn="l">
              <a:spcBef>
                <a:spcPts val="0"/>
              </a:spcBef>
              <a:buNone/>
              <a:defRPr b="1" sz="2400">
                <a:solidFill>
                  <a:schemeClr val="dk2"/>
                </a:solidFill>
                <a:latin typeface="Arial"/>
                <a:ea typeface="Arial"/>
                <a:cs typeface="Arial"/>
                <a:sym typeface="Arial"/>
              </a:defRPr>
            </a:lvl5pPr>
            <a:lvl6pPr indent="0" lvl="5" marL="0" marR="0" rtl="0" algn="l">
              <a:spcBef>
                <a:spcPts val="0"/>
              </a:spcBef>
              <a:buNone/>
              <a:defRPr b="1" sz="2400">
                <a:solidFill>
                  <a:schemeClr val="dk2"/>
                </a:solidFill>
                <a:latin typeface="Arial"/>
                <a:ea typeface="Arial"/>
                <a:cs typeface="Arial"/>
                <a:sym typeface="Arial"/>
              </a:defRPr>
            </a:lvl6pPr>
            <a:lvl7pPr indent="0" lvl="6" marL="0" marR="0" rtl="0" algn="l">
              <a:spcBef>
                <a:spcPts val="0"/>
              </a:spcBef>
              <a:buNone/>
              <a:defRPr b="1" sz="2400">
                <a:solidFill>
                  <a:schemeClr val="dk2"/>
                </a:solidFill>
                <a:latin typeface="Arial"/>
                <a:ea typeface="Arial"/>
                <a:cs typeface="Arial"/>
                <a:sym typeface="Arial"/>
              </a:defRPr>
            </a:lvl7pPr>
            <a:lvl8pPr indent="0" lvl="7" marL="0" marR="0" rtl="0" algn="l">
              <a:spcBef>
                <a:spcPts val="0"/>
              </a:spcBef>
              <a:buNone/>
              <a:defRPr b="1" sz="2400">
                <a:solidFill>
                  <a:schemeClr val="dk2"/>
                </a:solidFill>
                <a:latin typeface="Arial"/>
                <a:ea typeface="Arial"/>
                <a:cs typeface="Arial"/>
                <a:sym typeface="Arial"/>
              </a:defRPr>
            </a:lvl8pPr>
            <a:lvl9pPr indent="0" lvl="8" marL="0" marR="0" rtl="0" algn="l">
              <a:spcBef>
                <a:spcPts val="0"/>
              </a:spcBef>
              <a:buNone/>
              <a:defRPr b="1" sz="2400">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457200" y="6172201"/>
            <a:ext cx="3429000" cy="304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6" name="Google Shape;56;p8"/>
          <p:cNvSpPr txBox="1"/>
          <p:nvPr>
            <p:ph idx="11" type="ftr"/>
          </p:nvPr>
        </p:nvSpPr>
        <p:spPr>
          <a:xfrm>
            <a:off x="457200" y="6492875"/>
            <a:ext cx="3429000" cy="283845"/>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7" name="Google Shape;57;p8"/>
          <p:cNvSpPr txBox="1"/>
          <p:nvPr>
            <p:ph idx="12" type="sldNum"/>
          </p:nvPr>
        </p:nvSpPr>
        <p:spPr>
          <a:xfrm rot="-5400000">
            <a:off x="8227377" y="5885497"/>
            <a:ext cx="1315721"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sz="2400">
                <a:solidFill>
                  <a:schemeClr val="dk2"/>
                </a:solidFill>
                <a:latin typeface="Arial"/>
                <a:ea typeface="Arial"/>
                <a:cs typeface="Arial"/>
                <a:sym typeface="Arial"/>
              </a:defRPr>
            </a:lvl1pPr>
            <a:lvl2pPr indent="0" lvl="1" marL="0" marR="0" rtl="0" algn="l">
              <a:spcBef>
                <a:spcPts val="0"/>
              </a:spcBef>
              <a:buNone/>
              <a:defRPr b="1" sz="2400">
                <a:solidFill>
                  <a:schemeClr val="dk2"/>
                </a:solidFill>
                <a:latin typeface="Arial"/>
                <a:ea typeface="Arial"/>
                <a:cs typeface="Arial"/>
                <a:sym typeface="Arial"/>
              </a:defRPr>
            </a:lvl2pPr>
            <a:lvl3pPr indent="0" lvl="2" marL="0" marR="0" rtl="0" algn="l">
              <a:spcBef>
                <a:spcPts val="0"/>
              </a:spcBef>
              <a:buNone/>
              <a:defRPr b="1" sz="2400">
                <a:solidFill>
                  <a:schemeClr val="dk2"/>
                </a:solidFill>
                <a:latin typeface="Arial"/>
                <a:ea typeface="Arial"/>
                <a:cs typeface="Arial"/>
                <a:sym typeface="Arial"/>
              </a:defRPr>
            </a:lvl3pPr>
            <a:lvl4pPr indent="0" lvl="3" marL="0" marR="0" rtl="0" algn="l">
              <a:spcBef>
                <a:spcPts val="0"/>
              </a:spcBef>
              <a:buNone/>
              <a:defRPr b="1" sz="2400">
                <a:solidFill>
                  <a:schemeClr val="dk2"/>
                </a:solidFill>
                <a:latin typeface="Arial"/>
                <a:ea typeface="Arial"/>
                <a:cs typeface="Arial"/>
                <a:sym typeface="Arial"/>
              </a:defRPr>
            </a:lvl4pPr>
            <a:lvl5pPr indent="0" lvl="4" marL="0" marR="0" rtl="0" algn="l">
              <a:spcBef>
                <a:spcPts val="0"/>
              </a:spcBef>
              <a:buNone/>
              <a:defRPr b="1" sz="2400">
                <a:solidFill>
                  <a:schemeClr val="dk2"/>
                </a:solidFill>
                <a:latin typeface="Arial"/>
                <a:ea typeface="Arial"/>
                <a:cs typeface="Arial"/>
                <a:sym typeface="Arial"/>
              </a:defRPr>
            </a:lvl5pPr>
            <a:lvl6pPr indent="0" lvl="5" marL="0" marR="0" rtl="0" algn="l">
              <a:spcBef>
                <a:spcPts val="0"/>
              </a:spcBef>
              <a:buNone/>
              <a:defRPr b="1" sz="2400">
                <a:solidFill>
                  <a:schemeClr val="dk2"/>
                </a:solidFill>
                <a:latin typeface="Arial"/>
                <a:ea typeface="Arial"/>
                <a:cs typeface="Arial"/>
                <a:sym typeface="Arial"/>
              </a:defRPr>
            </a:lvl6pPr>
            <a:lvl7pPr indent="0" lvl="6" marL="0" marR="0" rtl="0" algn="l">
              <a:spcBef>
                <a:spcPts val="0"/>
              </a:spcBef>
              <a:buNone/>
              <a:defRPr b="1" sz="2400">
                <a:solidFill>
                  <a:schemeClr val="dk2"/>
                </a:solidFill>
                <a:latin typeface="Arial"/>
                <a:ea typeface="Arial"/>
                <a:cs typeface="Arial"/>
                <a:sym typeface="Arial"/>
              </a:defRPr>
            </a:lvl7pPr>
            <a:lvl8pPr indent="0" lvl="7" marL="0" marR="0" rtl="0" algn="l">
              <a:spcBef>
                <a:spcPts val="0"/>
              </a:spcBef>
              <a:buNone/>
              <a:defRPr b="1" sz="2400">
                <a:solidFill>
                  <a:schemeClr val="dk2"/>
                </a:solidFill>
                <a:latin typeface="Arial"/>
                <a:ea typeface="Arial"/>
                <a:cs typeface="Arial"/>
                <a:sym typeface="Arial"/>
              </a:defRPr>
            </a:lvl8pPr>
            <a:lvl9pPr indent="0" lvl="8" marL="0" marR="0" rtl="0" algn="l">
              <a:spcBef>
                <a:spcPts val="0"/>
              </a:spcBef>
              <a:buNone/>
              <a:defRPr b="1" sz="2400">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idx="1" type="body"/>
          </p:nvPr>
        </p:nvSpPr>
        <p:spPr>
          <a:xfrm>
            <a:off x="3575050" y="1600200"/>
            <a:ext cx="5111750" cy="448056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640"/>
              </a:spcBef>
              <a:spcAft>
                <a:spcPts val="0"/>
              </a:spcAft>
              <a:buClr>
                <a:schemeClr val="dk1"/>
              </a:buClr>
              <a:buSzPts val="1400"/>
              <a:buFont typeface="Arial"/>
              <a:buNone/>
              <a:defRPr b="1" i="0" sz="3200" u="none" cap="none" strike="noStrike">
                <a:solidFill>
                  <a:schemeClr val="dk1"/>
                </a:solidFill>
                <a:latin typeface="Arial"/>
                <a:ea typeface="Arial"/>
                <a:cs typeface="Arial"/>
                <a:sym typeface="Arial"/>
              </a:defRPr>
            </a:lvl1pPr>
            <a:lvl2pPr indent="-406400" lvl="1" marL="914400" marR="0" rtl="0" algn="l">
              <a:spcBef>
                <a:spcPts val="600"/>
              </a:spcBef>
              <a:spcAft>
                <a:spcPts val="0"/>
              </a:spcAft>
              <a:buClr>
                <a:schemeClr val="dk2"/>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2"/>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60" name="Google Shape;60;p9"/>
          <p:cNvSpPr txBox="1"/>
          <p:nvPr>
            <p:ph idx="2" type="body"/>
          </p:nvPr>
        </p:nvSpPr>
        <p:spPr>
          <a:xfrm>
            <a:off x="457200" y="1600200"/>
            <a:ext cx="3008313" cy="448056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20"/>
              </a:spcBef>
              <a:spcAft>
                <a:spcPts val="0"/>
              </a:spcAft>
              <a:buClr>
                <a:schemeClr val="dk1"/>
              </a:buClr>
              <a:buSzPts val="1400"/>
              <a:buFont typeface="Arial"/>
              <a:buNone/>
              <a:defRPr b="1" i="0" sz="1600" u="none" cap="none" strike="noStrike">
                <a:solidFill>
                  <a:schemeClr val="dk1"/>
                </a:solidFill>
                <a:latin typeface="Arial"/>
                <a:ea typeface="Arial"/>
                <a:cs typeface="Arial"/>
                <a:sym typeface="Arial"/>
              </a:defRPr>
            </a:lvl1pPr>
            <a:lvl2pPr indent="-228600" lvl="1" marL="914400" marR="0" rtl="0" algn="l">
              <a:spcBef>
                <a:spcPts val="600"/>
              </a:spcBef>
              <a:spcAft>
                <a:spcPts val="0"/>
              </a:spcAft>
              <a:buClr>
                <a:schemeClr val="dk2"/>
              </a:buClr>
              <a:buSzPts val="2000"/>
              <a:buFont typeface="Arial"/>
              <a:buNone/>
              <a:defRPr b="0" i="0" sz="1200" u="none" cap="none" strike="noStrike">
                <a:solidFill>
                  <a:schemeClr val="dk1"/>
                </a:solidFill>
                <a:latin typeface="Arial"/>
                <a:ea typeface="Arial"/>
                <a:cs typeface="Arial"/>
                <a:sym typeface="Arial"/>
              </a:defRPr>
            </a:lvl2pPr>
            <a:lvl3pPr indent="-228600" lvl="2" marL="1371600" marR="0" rtl="0" algn="l">
              <a:spcBef>
                <a:spcPts val="200"/>
              </a:spcBef>
              <a:spcAft>
                <a:spcPts val="0"/>
              </a:spcAft>
              <a:buClr>
                <a:schemeClr val="dk2"/>
              </a:buClr>
              <a:buSzPts val="1800"/>
              <a:buFont typeface="Arial"/>
              <a:buNone/>
              <a:defRPr b="0" i="0" sz="1000" u="none" cap="none" strike="noStrike">
                <a:solidFill>
                  <a:schemeClr val="dk1"/>
                </a:solidFill>
                <a:latin typeface="Arial"/>
                <a:ea typeface="Arial"/>
                <a:cs typeface="Arial"/>
                <a:sym typeface="Arial"/>
              </a:defRPr>
            </a:lvl3pPr>
            <a:lvl4pPr indent="-228600" lvl="3" marL="1828800" marR="0" rtl="0" algn="l">
              <a:spcBef>
                <a:spcPts val="180"/>
              </a:spcBef>
              <a:spcAft>
                <a:spcPts val="0"/>
              </a:spcAft>
              <a:buClr>
                <a:schemeClr val="dk2"/>
              </a:buClr>
              <a:buSzPts val="1800"/>
              <a:buFont typeface="Arial"/>
              <a:buNone/>
              <a:defRPr b="0" i="0" sz="900" u="none" cap="none" strike="noStrike">
                <a:solidFill>
                  <a:schemeClr val="dk1"/>
                </a:solidFill>
                <a:latin typeface="Arial"/>
                <a:ea typeface="Arial"/>
                <a:cs typeface="Arial"/>
                <a:sym typeface="Arial"/>
              </a:defRPr>
            </a:lvl4pPr>
            <a:lvl5pPr indent="-228600" lvl="4" marL="2286000" marR="0" rtl="0" algn="l">
              <a:spcBef>
                <a:spcPts val="180"/>
              </a:spcBef>
              <a:spcAft>
                <a:spcPts val="0"/>
              </a:spcAft>
              <a:buClr>
                <a:schemeClr val="dk2"/>
              </a:buClr>
              <a:buSzPts val="18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2"/>
              </a:buClr>
              <a:buSzPts val="16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2"/>
              </a:buClr>
              <a:buSzPts val="16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2"/>
              </a:buClr>
              <a:buSzPts val="16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2"/>
              </a:buClr>
              <a:buSzPts val="1600"/>
              <a:buFont typeface="Arial"/>
              <a:buNone/>
              <a:defRPr b="0" i="0" sz="900" u="none" cap="none" strike="noStrike">
                <a:solidFill>
                  <a:schemeClr val="dk1"/>
                </a:solidFill>
                <a:latin typeface="Arial"/>
                <a:ea typeface="Arial"/>
                <a:cs typeface="Arial"/>
                <a:sym typeface="Arial"/>
              </a:defRPr>
            </a:lvl9pPr>
          </a:lstStyle>
          <a:p/>
        </p:txBody>
      </p:sp>
      <p:sp>
        <p:nvSpPr>
          <p:cNvPr id="61" name="Google Shape;61;p9"/>
          <p:cNvSpPr txBox="1"/>
          <p:nvPr>
            <p:ph idx="10" type="dt"/>
          </p:nvPr>
        </p:nvSpPr>
        <p:spPr>
          <a:xfrm>
            <a:off x="457200" y="6172201"/>
            <a:ext cx="3429000" cy="304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2" name="Google Shape;62;p9"/>
          <p:cNvSpPr txBox="1"/>
          <p:nvPr>
            <p:ph idx="11" type="ftr"/>
          </p:nvPr>
        </p:nvSpPr>
        <p:spPr>
          <a:xfrm>
            <a:off x="457200" y="6492875"/>
            <a:ext cx="3429000" cy="283845"/>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3" name="Google Shape;63;p9"/>
          <p:cNvSpPr txBox="1"/>
          <p:nvPr>
            <p:ph idx="12" type="sldNum"/>
          </p:nvPr>
        </p:nvSpPr>
        <p:spPr>
          <a:xfrm rot="-5400000">
            <a:off x="8227377" y="5885497"/>
            <a:ext cx="1315721"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sz="2400">
                <a:solidFill>
                  <a:schemeClr val="dk2"/>
                </a:solidFill>
                <a:latin typeface="Arial"/>
                <a:ea typeface="Arial"/>
                <a:cs typeface="Arial"/>
                <a:sym typeface="Arial"/>
              </a:defRPr>
            </a:lvl1pPr>
            <a:lvl2pPr indent="0" lvl="1" marL="0" marR="0" rtl="0" algn="l">
              <a:spcBef>
                <a:spcPts val="0"/>
              </a:spcBef>
              <a:buNone/>
              <a:defRPr b="1" sz="2400">
                <a:solidFill>
                  <a:schemeClr val="dk2"/>
                </a:solidFill>
                <a:latin typeface="Arial"/>
                <a:ea typeface="Arial"/>
                <a:cs typeface="Arial"/>
                <a:sym typeface="Arial"/>
              </a:defRPr>
            </a:lvl2pPr>
            <a:lvl3pPr indent="0" lvl="2" marL="0" marR="0" rtl="0" algn="l">
              <a:spcBef>
                <a:spcPts val="0"/>
              </a:spcBef>
              <a:buNone/>
              <a:defRPr b="1" sz="2400">
                <a:solidFill>
                  <a:schemeClr val="dk2"/>
                </a:solidFill>
                <a:latin typeface="Arial"/>
                <a:ea typeface="Arial"/>
                <a:cs typeface="Arial"/>
                <a:sym typeface="Arial"/>
              </a:defRPr>
            </a:lvl3pPr>
            <a:lvl4pPr indent="0" lvl="3" marL="0" marR="0" rtl="0" algn="l">
              <a:spcBef>
                <a:spcPts val="0"/>
              </a:spcBef>
              <a:buNone/>
              <a:defRPr b="1" sz="2400">
                <a:solidFill>
                  <a:schemeClr val="dk2"/>
                </a:solidFill>
                <a:latin typeface="Arial"/>
                <a:ea typeface="Arial"/>
                <a:cs typeface="Arial"/>
                <a:sym typeface="Arial"/>
              </a:defRPr>
            </a:lvl4pPr>
            <a:lvl5pPr indent="0" lvl="4" marL="0" marR="0" rtl="0" algn="l">
              <a:spcBef>
                <a:spcPts val="0"/>
              </a:spcBef>
              <a:buNone/>
              <a:defRPr b="1" sz="2400">
                <a:solidFill>
                  <a:schemeClr val="dk2"/>
                </a:solidFill>
                <a:latin typeface="Arial"/>
                <a:ea typeface="Arial"/>
                <a:cs typeface="Arial"/>
                <a:sym typeface="Arial"/>
              </a:defRPr>
            </a:lvl5pPr>
            <a:lvl6pPr indent="0" lvl="5" marL="0" marR="0" rtl="0" algn="l">
              <a:spcBef>
                <a:spcPts val="0"/>
              </a:spcBef>
              <a:buNone/>
              <a:defRPr b="1" sz="2400">
                <a:solidFill>
                  <a:schemeClr val="dk2"/>
                </a:solidFill>
                <a:latin typeface="Arial"/>
                <a:ea typeface="Arial"/>
                <a:cs typeface="Arial"/>
                <a:sym typeface="Arial"/>
              </a:defRPr>
            </a:lvl6pPr>
            <a:lvl7pPr indent="0" lvl="6" marL="0" marR="0" rtl="0" algn="l">
              <a:spcBef>
                <a:spcPts val="0"/>
              </a:spcBef>
              <a:buNone/>
              <a:defRPr b="1" sz="2400">
                <a:solidFill>
                  <a:schemeClr val="dk2"/>
                </a:solidFill>
                <a:latin typeface="Arial"/>
                <a:ea typeface="Arial"/>
                <a:cs typeface="Arial"/>
                <a:sym typeface="Arial"/>
              </a:defRPr>
            </a:lvl7pPr>
            <a:lvl8pPr indent="0" lvl="7" marL="0" marR="0" rtl="0" algn="l">
              <a:spcBef>
                <a:spcPts val="0"/>
              </a:spcBef>
              <a:buNone/>
              <a:defRPr b="1" sz="2400">
                <a:solidFill>
                  <a:schemeClr val="dk2"/>
                </a:solidFill>
                <a:latin typeface="Arial"/>
                <a:ea typeface="Arial"/>
                <a:cs typeface="Arial"/>
                <a:sym typeface="Arial"/>
              </a:defRPr>
            </a:lvl8pPr>
            <a:lvl9pPr indent="0" lvl="8" marL="0" marR="0" rtl="0" algn="l">
              <a:spcBef>
                <a:spcPts val="0"/>
              </a:spcBef>
              <a:buNone/>
              <a:defRPr b="1" sz="2400">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64" name="Google Shape;64;p9"/>
          <p:cNvSpPr txBox="1"/>
          <p:nvPr>
            <p:ph type="title"/>
          </p:nvPr>
        </p:nvSpPr>
        <p:spPr>
          <a:xfrm>
            <a:off x="457200" y="152718"/>
            <a:ext cx="5791200" cy="13716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dk2"/>
              </a:buClr>
              <a:buSzPts val="1400"/>
              <a:buFont typeface="Arial Black"/>
              <a:buNone/>
              <a:defRPr b="0" i="0" sz="3600" u="none" cap="none" strike="noStrike">
                <a:solidFill>
                  <a:schemeClr val="dk2"/>
                </a:solidFill>
                <a:latin typeface="Arial Black"/>
                <a:ea typeface="Arial Black"/>
                <a:cs typeface="Arial Black"/>
                <a:sym typeface="Arial Black"/>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65" name="Shape 65"/>
        <p:cNvGrpSpPr/>
        <p:nvPr/>
      </p:nvGrpSpPr>
      <p:grpSpPr>
        <a:xfrm>
          <a:off x="0" y="0"/>
          <a:ext cx="0" cy="0"/>
          <a:chOff x="0" y="0"/>
          <a:chExt cx="0" cy="0"/>
        </a:xfrm>
      </p:grpSpPr>
      <p:sp>
        <p:nvSpPr>
          <p:cNvPr id="66" name="Google Shape;66;p10"/>
          <p:cNvSpPr/>
          <p:nvPr/>
        </p:nvSpPr>
        <p:spPr>
          <a:xfrm>
            <a:off x="9001124" y="4846320"/>
            <a:ext cx="142876" cy="201168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 name="Google Shape;67;p10"/>
          <p:cNvSpPr/>
          <p:nvPr>
            <p:ph idx="2" type="pic"/>
          </p:nvPr>
        </p:nvSpPr>
        <p:spPr>
          <a:xfrm>
            <a:off x="-1" y="0"/>
            <a:ext cx="9000877" cy="4846320"/>
          </a:xfrm>
          <a:prstGeom prst="rect">
            <a:avLst/>
          </a:prstGeom>
          <a:solidFill>
            <a:srgbClr val="BFBFBF"/>
          </a:solidFill>
          <a:ln>
            <a:noFill/>
          </a:ln>
        </p:spPr>
        <p:txBody>
          <a:bodyPr anchorCtr="0" anchor="t" bIns="91425" lIns="91425" spcFirstLastPara="1" rIns="91425" wrap="square" tIns="91425">
            <a:noAutofit/>
          </a:bodyPr>
          <a:lstStyle>
            <a:lvl1pPr indent="0" lvl="0" marL="0" marR="0" rtl="0" algn="l">
              <a:spcBef>
                <a:spcPts val="640"/>
              </a:spcBef>
              <a:spcAft>
                <a:spcPts val="0"/>
              </a:spcAft>
              <a:buClr>
                <a:schemeClr val="dk1"/>
              </a:buClr>
              <a:buSzPts val="1400"/>
              <a:buFont typeface="Arial"/>
              <a:buNone/>
              <a:defRPr b="1" i="0" sz="3200" u="none" cap="none" strike="noStrike">
                <a:solidFill>
                  <a:schemeClr val="dk1"/>
                </a:solidFill>
                <a:latin typeface="Arial"/>
                <a:ea typeface="Arial"/>
                <a:cs typeface="Arial"/>
                <a:sym typeface="Arial"/>
              </a:defRPr>
            </a:lvl1pPr>
            <a:lvl2pPr indent="0" lvl="1" marL="457200" marR="0" rtl="0" algn="l">
              <a:spcBef>
                <a:spcPts val="600"/>
              </a:spcBef>
              <a:spcAft>
                <a:spcPts val="0"/>
              </a:spcAft>
              <a:buClr>
                <a:schemeClr val="dk2"/>
              </a:buClr>
              <a:buSzPts val="1400"/>
              <a:buFont typeface="Arial"/>
              <a:buNone/>
              <a:defRPr b="0" i="0" sz="2800" u="none" cap="none" strike="noStrike">
                <a:solidFill>
                  <a:schemeClr val="dk1"/>
                </a:solidFill>
                <a:latin typeface="Arial"/>
                <a:ea typeface="Arial"/>
                <a:cs typeface="Arial"/>
                <a:sym typeface="Arial"/>
              </a:defRPr>
            </a:lvl2pPr>
            <a:lvl3pPr indent="0" lvl="2" marL="914400" marR="0" rtl="0" algn="l">
              <a:spcBef>
                <a:spcPts val="480"/>
              </a:spcBef>
              <a:spcAft>
                <a:spcPts val="0"/>
              </a:spcAft>
              <a:buClr>
                <a:schemeClr val="dk2"/>
              </a:buClr>
              <a:buSzPts val="1400"/>
              <a:buFont typeface="Arial"/>
              <a:buNone/>
              <a:defRPr b="0" i="0" sz="2400" u="none" cap="none" strike="noStrike">
                <a:solidFill>
                  <a:schemeClr val="dk1"/>
                </a:solidFill>
                <a:latin typeface="Arial"/>
                <a:ea typeface="Arial"/>
                <a:cs typeface="Arial"/>
                <a:sym typeface="Arial"/>
              </a:defRPr>
            </a:lvl3pPr>
            <a:lvl4pPr indent="0" lvl="3" marL="1371600" marR="0" rtl="0" algn="l">
              <a:spcBef>
                <a:spcPts val="400"/>
              </a:spcBef>
              <a:spcAft>
                <a:spcPts val="0"/>
              </a:spcAft>
              <a:buClr>
                <a:schemeClr val="dk2"/>
              </a:buClr>
              <a:buSzPts val="1400"/>
              <a:buFont typeface="Arial"/>
              <a:buNone/>
              <a:defRPr b="0" i="0" sz="2000" u="none" cap="none" strike="noStrike">
                <a:solidFill>
                  <a:schemeClr val="dk1"/>
                </a:solidFill>
                <a:latin typeface="Arial"/>
                <a:ea typeface="Arial"/>
                <a:cs typeface="Arial"/>
                <a:sym typeface="Arial"/>
              </a:defRPr>
            </a:lvl4pPr>
            <a:lvl5pPr indent="0" lvl="4" marL="1828800" marR="0" rtl="0" algn="l">
              <a:spcBef>
                <a:spcPts val="400"/>
              </a:spcBef>
              <a:spcAft>
                <a:spcPts val="0"/>
              </a:spcAft>
              <a:buClr>
                <a:schemeClr val="dk2"/>
              </a:buClr>
              <a:buSzPts val="1400"/>
              <a:buFont typeface="Arial"/>
              <a:buNone/>
              <a:defRPr b="0" i="0" sz="2000" u="none" cap="none" strike="noStrike">
                <a:solidFill>
                  <a:schemeClr val="dk1"/>
                </a:solidFill>
                <a:latin typeface="Arial"/>
                <a:ea typeface="Arial"/>
                <a:cs typeface="Arial"/>
                <a:sym typeface="Arial"/>
              </a:defRPr>
            </a:lvl5pPr>
            <a:lvl6pPr indent="0" lvl="5" marL="2286000" marR="0" rtl="0" algn="l">
              <a:spcBef>
                <a:spcPts val="400"/>
              </a:spcBef>
              <a:spcAft>
                <a:spcPts val="0"/>
              </a:spcAft>
              <a:buClr>
                <a:schemeClr val="dk2"/>
              </a:buClr>
              <a:buSzPts val="1400"/>
              <a:buFont typeface="Arial"/>
              <a:buNone/>
              <a:defRPr b="0" i="0" sz="2000" u="none" cap="none" strike="noStrike">
                <a:solidFill>
                  <a:schemeClr val="dk1"/>
                </a:solidFill>
                <a:latin typeface="Arial"/>
                <a:ea typeface="Arial"/>
                <a:cs typeface="Arial"/>
                <a:sym typeface="Arial"/>
              </a:defRPr>
            </a:lvl6pPr>
            <a:lvl7pPr indent="0" lvl="6" marL="2743200" marR="0" rtl="0" algn="l">
              <a:spcBef>
                <a:spcPts val="400"/>
              </a:spcBef>
              <a:spcAft>
                <a:spcPts val="0"/>
              </a:spcAft>
              <a:buClr>
                <a:schemeClr val="dk2"/>
              </a:buClr>
              <a:buSzPts val="1400"/>
              <a:buFont typeface="Arial"/>
              <a:buNone/>
              <a:defRPr b="0" i="0" sz="2000" u="none" cap="none" strike="noStrike">
                <a:solidFill>
                  <a:schemeClr val="dk1"/>
                </a:solidFill>
                <a:latin typeface="Arial"/>
                <a:ea typeface="Arial"/>
                <a:cs typeface="Arial"/>
                <a:sym typeface="Arial"/>
              </a:defRPr>
            </a:lvl7pPr>
            <a:lvl8pPr indent="0" lvl="7" marL="3200400" marR="0" rtl="0" algn="l">
              <a:spcBef>
                <a:spcPts val="400"/>
              </a:spcBef>
              <a:spcAft>
                <a:spcPts val="0"/>
              </a:spcAft>
              <a:buClr>
                <a:schemeClr val="dk2"/>
              </a:buClr>
              <a:buSzPts val="1400"/>
              <a:buFont typeface="Arial"/>
              <a:buNone/>
              <a:defRPr b="0" i="0" sz="2000" u="none" cap="none" strike="noStrike">
                <a:solidFill>
                  <a:schemeClr val="dk1"/>
                </a:solidFill>
                <a:latin typeface="Arial"/>
                <a:ea typeface="Arial"/>
                <a:cs typeface="Arial"/>
                <a:sym typeface="Arial"/>
              </a:defRPr>
            </a:lvl8pPr>
            <a:lvl9pPr indent="0" lvl="8" marL="3657600" marR="0" rtl="0" algn="l">
              <a:spcBef>
                <a:spcPts val="400"/>
              </a:spcBef>
              <a:spcAft>
                <a:spcPts val="0"/>
              </a:spcAft>
              <a:buClr>
                <a:schemeClr val="dk2"/>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68" name="Google Shape;68;p10"/>
          <p:cNvSpPr txBox="1"/>
          <p:nvPr>
            <p:ph idx="1" type="body"/>
          </p:nvPr>
        </p:nvSpPr>
        <p:spPr>
          <a:xfrm>
            <a:off x="457200" y="5715000"/>
            <a:ext cx="8153400" cy="4572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20"/>
              </a:spcBef>
              <a:spcAft>
                <a:spcPts val="0"/>
              </a:spcAft>
              <a:buClr>
                <a:schemeClr val="dk1"/>
              </a:buClr>
              <a:buSzPts val="1400"/>
              <a:buFont typeface="Arial"/>
              <a:buNone/>
              <a:defRPr b="1" i="0" sz="1600" u="none" cap="none" strike="noStrike">
                <a:solidFill>
                  <a:schemeClr val="dk1"/>
                </a:solidFill>
                <a:latin typeface="Arial"/>
                <a:ea typeface="Arial"/>
                <a:cs typeface="Arial"/>
                <a:sym typeface="Arial"/>
              </a:defRPr>
            </a:lvl1pPr>
            <a:lvl2pPr indent="-228600" lvl="1" marL="914400" marR="0" rtl="0" algn="l">
              <a:spcBef>
                <a:spcPts val="600"/>
              </a:spcBef>
              <a:spcAft>
                <a:spcPts val="0"/>
              </a:spcAft>
              <a:buClr>
                <a:schemeClr val="dk2"/>
              </a:buClr>
              <a:buSzPts val="2000"/>
              <a:buFont typeface="Arial"/>
              <a:buNone/>
              <a:defRPr b="0" i="0" sz="1200" u="none" cap="none" strike="noStrike">
                <a:solidFill>
                  <a:schemeClr val="dk1"/>
                </a:solidFill>
                <a:latin typeface="Arial"/>
                <a:ea typeface="Arial"/>
                <a:cs typeface="Arial"/>
                <a:sym typeface="Arial"/>
              </a:defRPr>
            </a:lvl2pPr>
            <a:lvl3pPr indent="-228600" lvl="2" marL="1371600" marR="0" rtl="0" algn="l">
              <a:spcBef>
                <a:spcPts val="200"/>
              </a:spcBef>
              <a:spcAft>
                <a:spcPts val="0"/>
              </a:spcAft>
              <a:buClr>
                <a:schemeClr val="dk2"/>
              </a:buClr>
              <a:buSzPts val="1800"/>
              <a:buFont typeface="Arial"/>
              <a:buNone/>
              <a:defRPr b="0" i="0" sz="1000" u="none" cap="none" strike="noStrike">
                <a:solidFill>
                  <a:schemeClr val="dk1"/>
                </a:solidFill>
                <a:latin typeface="Arial"/>
                <a:ea typeface="Arial"/>
                <a:cs typeface="Arial"/>
                <a:sym typeface="Arial"/>
              </a:defRPr>
            </a:lvl3pPr>
            <a:lvl4pPr indent="-228600" lvl="3" marL="1828800" marR="0" rtl="0" algn="l">
              <a:spcBef>
                <a:spcPts val="180"/>
              </a:spcBef>
              <a:spcAft>
                <a:spcPts val="0"/>
              </a:spcAft>
              <a:buClr>
                <a:schemeClr val="dk2"/>
              </a:buClr>
              <a:buSzPts val="1800"/>
              <a:buFont typeface="Arial"/>
              <a:buNone/>
              <a:defRPr b="0" i="0" sz="900" u="none" cap="none" strike="noStrike">
                <a:solidFill>
                  <a:schemeClr val="dk1"/>
                </a:solidFill>
                <a:latin typeface="Arial"/>
                <a:ea typeface="Arial"/>
                <a:cs typeface="Arial"/>
                <a:sym typeface="Arial"/>
              </a:defRPr>
            </a:lvl4pPr>
            <a:lvl5pPr indent="-228600" lvl="4" marL="2286000" marR="0" rtl="0" algn="l">
              <a:spcBef>
                <a:spcPts val="180"/>
              </a:spcBef>
              <a:spcAft>
                <a:spcPts val="0"/>
              </a:spcAft>
              <a:buClr>
                <a:schemeClr val="dk2"/>
              </a:buClr>
              <a:buSzPts val="18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2"/>
              </a:buClr>
              <a:buSzPts val="16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2"/>
              </a:buClr>
              <a:buSzPts val="16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2"/>
              </a:buClr>
              <a:buSzPts val="16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2"/>
              </a:buClr>
              <a:buSzPts val="1600"/>
              <a:buFont typeface="Arial"/>
              <a:buNone/>
              <a:defRPr b="0" i="0" sz="900" u="none" cap="none" strike="noStrike">
                <a:solidFill>
                  <a:schemeClr val="dk1"/>
                </a:solidFill>
                <a:latin typeface="Arial"/>
                <a:ea typeface="Arial"/>
                <a:cs typeface="Arial"/>
                <a:sym typeface="Arial"/>
              </a:defRPr>
            </a:lvl9pPr>
          </a:lstStyle>
          <a:p/>
        </p:txBody>
      </p:sp>
      <p:sp>
        <p:nvSpPr>
          <p:cNvPr id="69" name="Google Shape;69;p10"/>
          <p:cNvSpPr txBox="1"/>
          <p:nvPr>
            <p:ph idx="10" type="dt"/>
          </p:nvPr>
        </p:nvSpPr>
        <p:spPr>
          <a:xfrm>
            <a:off x="457200" y="6172201"/>
            <a:ext cx="3429000" cy="304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0" name="Google Shape;70;p10"/>
          <p:cNvSpPr txBox="1"/>
          <p:nvPr>
            <p:ph idx="11" type="ftr"/>
          </p:nvPr>
        </p:nvSpPr>
        <p:spPr>
          <a:xfrm>
            <a:off x="457200" y="6492875"/>
            <a:ext cx="3429000" cy="283845"/>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1" name="Google Shape;71;p10"/>
          <p:cNvSpPr txBox="1"/>
          <p:nvPr>
            <p:ph idx="12" type="sldNum"/>
          </p:nvPr>
        </p:nvSpPr>
        <p:spPr>
          <a:xfrm rot="-5400000">
            <a:off x="8227377" y="5885497"/>
            <a:ext cx="1315721"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sz="2400">
                <a:solidFill>
                  <a:schemeClr val="dk1"/>
                </a:solidFill>
                <a:latin typeface="Arial"/>
                <a:ea typeface="Arial"/>
                <a:cs typeface="Arial"/>
                <a:sym typeface="Arial"/>
              </a:defRPr>
            </a:lvl1pPr>
            <a:lvl2pPr indent="0" lvl="1" marL="0" marR="0" rtl="0" algn="l">
              <a:spcBef>
                <a:spcPts val="0"/>
              </a:spcBef>
              <a:buNone/>
              <a:defRPr b="1" sz="2400">
                <a:solidFill>
                  <a:schemeClr val="dk1"/>
                </a:solidFill>
                <a:latin typeface="Arial"/>
                <a:ea typeface="Arial"/>
                <a:cs typeface="Arial"/>
                <a:sym typeface="Arial"/>
              </a:defRPr>
            </a:lvl2pPr>
            <a:lvl3pPr indent="0" lvl="2" marL="0" marR="0" rtl="0" algn="l">
              <a:spcBef>
                <a:spcPts val="0"/>
              </a:spcBef>
              <a:buNone/>
              <a:defRPr b="1" sz="2400">
                <a:solidFill>
                  <a:schemeClr val="dk1"/>
                </a:solidFill>
                <a:latin typeface="Arial"/>
                <a:ea typeface="Arial"/>
                <a:cs typeface="Arial"/>
                <a:sym typeface="Arial"/>
              </a:defRPr>
            </a:lvl3pPr>
            <a:lvl4pPr indent="0" lvl="3" marL="0" marR="0" rtl="0" algn="l">
              <a:spcBef>
                <a:spcPts val="0"/>
              </a:spcBef>
              <a:buNone/>
              <a:defRPr b="1" sz="2400">
                <a:solidFill>
                  <a:schemeClr val="dk1"/>
                </a:solidFill>
                <a:latin typeface="Arial"/>
                <a:ea typeface="Arial"/>
                <a:cs typeface="Arial"/>
                <a:sym typeface="Arial"/>
              </a:defRPr>
            </a:lvl4pPr>
            <a:lvl5pPr indent="0" lvl="4" marL="0" marR="0" rtl="0" algn="l">
              <a:spcBef>
                <a:spcPts val="0"/>
              </a:spcBef>
              <a:buNone/>
              <a:defRPr b="1" sz="2400">
                <a:solidFill>
                  <a:schemeClr val="dk1"/>
                </a:solidFill>
                <a:latin typeface="Arial"/>
                <a:ea typeface="Arial"/>
                <a:cs typeface="Arial"/>
                <a:sym typeface="Arial"/>
              </a:defRPr>
            </a:lvl5pPr>
            <a:lvl6pPr indent="0" lvl="5" marL="0" marR="0" rtl="0" algn="l">
              <a:spcBef>
                <a:spcPts val="0"/>
              </a:spcBef>
              <a:buNone/>
              <a:defRPr b="1" sz="2400">
                <a:solidFill>
                  <a:schemeClr val="dk1"/>
                </a:solidFill>
                <a:latin typeface="Arial"/>
                <a:ea typeface="Arial"/>
                <a:cs typeface="Arial"/>
                <a:sym typeface="Arial"/>
              </a:defRPr>
            </a:lvl6pPr>
            <a:lvl7pPr indent="0" lvl="6" marL="0" marR="0" rtl="0" algn="l">
              <a:spcBef>
                <a:spcPts val="0"/>
              </a:spcBef>
              <a:buNone/>
              <a:defRPr b="1" sz="2400">
                <a:solidFill>
                  <a:schemeClr val="dk1"/>
                </a:solidFill>
                <a:latin typeface="Arial"/>
                <a:ea typeface="Arial"/>
                <a:cs typeface="Arial"/>
                <a:sym typeface="Arial"/>
              </a:defRPr>
            </a:lvl7pPr>
            <a:lvl8pPr indent="0" lvl="7" marL="0" marR="0" rtl="0" algn="l">
              <a:spcBef>
                <a:spcPts val="0"/>
              </a:spcBef>
              <a:buNone/>
              <a:defRPr b="1" sz="2400">
                <a:solidFill>
                  <a:schemeClr val="dk1"/>
                </a:solidFill>
                <a:latin typeface="Arial"/>
                <a:ea typeface="Arial"/>
                <a:cs typeface="Arial"/>
                <a:sym typeface="Arial"/>
              </a:defRPr>
            </a:lvl8pPr>
            <a:lvl9pPr indent="0" lvl="8" marL="0" marR="0" rtl="0" algn="l">
              <a:spcBef>
                <a:spcPts val="0"/>
              </a:spcBef>
              <a:buNone/>
              <a:defRPr b="1" sz="24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72" name="Google Shape;72;p10"/>
          <p:cNvSpPr txBox="1"/>
          <p:nvPr>
            <p:ph type="title"/>
          </p:nvPr>
        </p:nvSpPr>
        <p:spPr>
          <a:xfrm>
            <a:off x="457200" y="4953000"/>
            <a:ext cx="8153400" cy="76200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Clr>
                <a:schemeClr val="dk2"/>
              </a:buClr>
              <a:buSzPts val="1400"/>
              <a:buFont typeface="Arial Black"/>
              <a:buNone/>
              <a:defRPr b="0" i="0" sz="3200" u="none" cap="none" strike="noStrike">
                <a:solidFill>
                  <a:schemeClr val="dk2"/>
                </a:solidFill>
                <a:latin typeface="Arial Black"/>
                <a:ea typeface="Arial Black"/>
                <a:cs typeface="Arial Black"/>
                <a:sym typeface="Arial Black"/>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3" name="Google Shape;73;p10"/>
          <p:cNvSpPr/>
          <p:nvPr/>
        </p:nvSpPr>
        <p:spPr>
          <a:xfrm>
            <a:off x="9001124" y="0"/>
            <a:ext cx="142876" cy="484632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1"/>
          <p:cNvSpPr txBox="1"/>
          <p:nvPr>
            <p:ph type="title"/>
          </p:nvPr>
        </p:nvSpPr>
        <p:spPr>
          <a:xfrm>
            <a:off x="457200" y="152718"/>
            <a:ext cx="5791200" cy="13716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dk2"/>
              </a:buClr>
              <a:buSzPts val="1400"/>
              <a:buFont typeface="Arial Black"/>
              <a:buNone/>
              <a:defRPr b="0" i="0" sz="3600" u="none" cap="none" strike="noStrike">
                <a:solidFill>
                  <a:schemeClr val="dk2"/>
                </a:solidFill>
                <a:latin typeface="Arial Black"/>
                <a:ea typeface="Arial Black"/>
                <a:cs typeface="Arial Black"/>
                <a:sym typeface="Arial Black"/>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6" name="Google Shape;76;p11"/>
          <p:cNvSpPr txBox="1"/>
          <p:nvPr>
            <p:ph idx="1" type="body"/>
          </p:nvPr>
        </p:nvSpPr>
        <p:spPr>
          <a:xfrm rot="5400000">
            <a:off x="2080418" y="129382"/>
            <a:ext cx="4373563" cy="76200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400"/>
              </a:spcBef>
              <a:spcAft>
                <a:spcPts val="0"/>
              </a:spcAft>
              <a:buClr>
                <a:schemeClr val="dk1"/>
              </a:buClr>
              <a:buSzPts val="1400"/>
              <a:buFont typeface="Arial"/>
              <a:buNone/>
              <a:defRPr b="1" i="0" sz="2000" u="none" cap="none" strike="noStrike">
                <a:solidFill>
                  <a:schemeClr val="dk1"/>
                </a:solidFill>
                <a:latin typeface="Arial"/>
                <a:ea typeface="Arial"/>
                <a:cs typeface="Arial"/>
                <a:sym typeface="Arial"/>
              </a:defRPr>
            </a:lvl1pPr>
            <a:lvl2pPr indent="-355600" lvl="1" marL="914400" marR="0" rtl="0" algn="l">
              <a:spcBef>
                <a:spcPts val="6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77" name="Google Shape;77;p11"/>
          <p:cNvSpPr txBox="1"/>
          <p:nvPr>
            <p:ph idx="10" type="dt"/>
          </p:nvPr>
        </p:nvSpPr>
        <p:spPr>
          <a:xfrm>
            <a:off x="457200" y="6172201"/>
            <a:ext cx="3429000" cy="304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8" name="Google Shape;78;p11"/>
          <p:cNvSpPr txBox="1"/>
          <p:nvPr>
            <p:ph idx="11" type="ftr"/>
          </p:nvPr>
        </p:nvSpPr>
        <p:spPr>
          <a:xfrm>
            <a:off x="457200" y="6492875"/>
            <a:ext cx="3429000" cy="283845"/>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9" name="Google Shape;79;p11"/>
          <p:cNvSpPr txBox="1"/>
          <p:nvPr>
            <p:ph idx="12" type="sldNum"/>
          </p:nvPr>
        </p:nvSpPr>
        <p:spPr>
          <a:xfrm rot="-5400000">
            <a:off x="8227377" y="5885497"/>
            <a:ext cx="1315721"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sz="2400">
                <a:solidFill>
                  <a:schemeClr val="dk2"/>
                </a:solidFill>
                <a:latin typeface="Arial"/>
                <a:ea typeface="Arial"/>
                <a:cs typeface="Arial"/>
                <a:sym typeface="Arial"/>
              </a:defRPr>
            </a:lvl1pPr>
            <a:lvl2pPr indent="0" lvl="1" marL="0" marR="0" rtl="0" algn="l">
              <a:spcBef>
                <a:spcPts val="0"/>
              </a:spcBef>
              <a:buNone/>
              <a:defRPr b="1" sz="2400">
                <a:solidFill>
                  <a:schemeClr val="dk2"/>
                </a:solidFill>
                <a:latin typeface="Arial"/>
                <a:ea typeface="Arial"/>
                <a:cs typeface="Arial"/>
                <a:sym typeface="Arial"/>
              </a:defRPr>
            </a:lvl2pPr>
            <a:lvl3pPr indent="0" lvl="2" marL="0" marR="0" rtl="0" algn="l">
              <a:spcBef>
                <a:spcPts val="0"/>
              </a:spcBef>
              <a:buNone/>
              <a:defRPr b="1" sz="2400">
                <a:solidFill>
                  <a:schemeClr val="dk2"/>
                </a:solidFill>
                <a:latin typeface="Arial"/>
                <a:ea typeface="Arial"/>
                <a:cs typeface="Arial"/>
                <a:sym typeface="Arial"/>
              </a:defRPr>
            </a:lvl3pPr>
            <a:lvl4pPr indent="0" lvl="3" marL="0" marR="0" rtl="0" algn="l">
              <a:spcBef>
                <a:spcPts val="0"/>
              </a:spcBef>
              <a:buNone/>
              <a:defRPr b="1" sz="2400">
                <a:solidFill>
                  <a:schemeClr val="dk2"/>
                </a:solidFill>
                <a:latin typeface="Arial"/>
                <a:ea typeface="Arial"/>
                <a:cs typeface="Arial"/>
                <a:sym typeface="Arial"/>
              </a:defRPr>
            </a:lvl4pPr>
            <a:lvl5pPr indent="0" lvl="4" marL="0" marR="0" rtl="0" algn="l">
              <a:spcBef>
                <a:spcPts val="0"/>
              </a:spcBef>
              <a:buNone/>
              <a:defRPr b="1" sz="2400">
                <a:solidFill>
                  <a:schemeClr val="dk2"/>
                </a:solidFill>
                <a:latin typeface="Arial"/>
                <a:ea typeface="Arial"/>
                <a:cs typeface="Arial"/>
                <a:sym typeface="Arial"/>
              </a:defRPr>
            </a:lvl5pPr>
            <a:lvl6pPr indent="0" lvl="5" marL="0" marR="0" rtl="0" algn="l">
              <a:spcBef>
                <a:spcPts val="0"/>
              </a:spcBef>
              <a:buNone/>
              <a:defRPr b="1" sz="2400">
                <a:solidFill>
                  <a:schemeClr val="dk2"/>
                </a:solidFill>
                <a:latin typeface="Arial"/>
                <a:ea typeface="Arial"/>
                <a:cs typeface="Arial"/>
                <a:sym typeface="Arial"/>
              </a:defRPr>
            </a:lvl6pPr>
            <a:lvl7pPr indent="0" lvl="6" marL="0" marR="0" rtl="0" algn="l">
              <a:spcBef>
                <a:spcPts val="0"/>
              </a:spcBef>
              <a:buNone/>
              <a:defRPr b="1" sz="2400">
                <a:solidFill>
                  <a:schemeClr val="dk2"/>
                </a:solidFill>
                <a:latin typeface="Arial"/>
                <a:ea typeface="Arial"/>
                <a:cs typeface="Arial"/>
                <a:sym typeface="Arial"/>
              </a:defRPr>
            </a:lvl7pPr>
            <a:lvl8pPr indent="0" lvl="7" marL="0" marR="0" rtl="0" algn="l">
              <a:spcBef>
                <a:spcPts val="0"/>
              </a:spcBef>
              <a:buNone/>
              <a:defRPr b="1" sz="2400">
                <a:solidFill>
                  <a:schemeClr val="dk2"/>
                </a:solidFill>
                <a:latin typeface="Arial"/>
                <a:ea typeface="Arial"/>
                <a:cs typeface="Arial"/>
                <a:sym typeface="Arial"/>
              </a:defRPr>
            </a:lvl8pPr>
            <a:lvl9pPr indent="0" lvl="8" marL="0" marR="0" rtl="0" algn="l">
              <a:spcBef>
                <a:spcPts val="0"/>
              </a:spcBef>
              <a:buNone/>
              <a:defRPr b="1" sz="2400">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12"/>
          <p:cNvSpPr txBox="1"/>
          <p:nvPr>
            <p:ph type="title"/>
          </p:nvPr>
        </p:nvSpPr>
        <p:spPr>
          <a:xfrm rot="5400000">
            <a:off x="4732337" y="2171700"/>
            <a:ext cx="5851525" cy="2057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dk2"/>
              </a:buClr>
              <a:buSzPts val="1400"/>
              <a:buFont typeface="Arial Black"/>
              <a:buNone/>
              <a:defRPr b="0" i="0" sz="3600" u="none" cap="none" strike="noStrike">
                <a:solidFill>
                  <a:schemeClr val="dk2"/>
                </a:solidFill>
                <a:latin typeface="Arial Black"/>
                <a:ea typeface="Arial Black"/>
                <a:cs typeface="Arial Black"/>
                <a:sym typeface="Arial Black"/>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82" name="Google Shape;82;p12"/>
          <p:cNvSpPr txBox="1"/>
          <p:nvPr>
            <p:ph idx="1" type="body"/>
          </p:nvPr>
        </p:nvSpPr>
        <p:spPr>
          <a:xfrm rot="5400000">
            <a:off x="541338" y="190501"/>
            <a:ext cx="5851525" cy="6019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400"/>
              </a:spcBef>
              <a:spcAft>
                <a:spcPts val="0"/>
              </a:spcAft>
              <a:buClr>
                <a:schemeClr val="dk1"/>
              </a:buClr>
              <a:buSzPts val="1400"/>
              <a:buFont typeface="Arial"/>
              <a:buNone/>
              <a:defRPr b="1" i="0" sz="2000" u="none" cap="none" strike="noStrike">
                <a:solidFill>
                  <a:schemeClr val="dk1"/>
                </a:solidFill>
                <a:latin typeface="Arial"/>
                <a:ea typeface="Arial"/>
                <a:cs typeface="Arial"/>
                <a:sym typeface="Arial"/>
              </a:defRPr>
            </a:lvl1pPr>
            <a:lvl2pPr indent="-355600" lvl="1" marL="914400" marR="0" rtl="0" algn="l">
              <a:spcBef>
                <a:spcPts val="6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83" name="Google Shape;83;p12"/>
          <p:cNvSpPr txBox="1"/>
          <p:nvPr>
            <p:ph idx="10" type="dt"/>
          </p:nvPr>
        </p:nvSpPr>
        <p:spPr>
          <a:xfrm>
            <a:off x="457200" y="6172201"/>
            <a:ext cx="3429000" cy="304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4" name="Google Shape;84;p12"/>
          <p:cNvSpPr txBox="1"/>
          <p:nvPr>
            <p:ph idx="11" type="ftr"/>
          </p:nvPr>
        </p:nvSpPr>
        <p:spPr>
          <a:xfrm>
            <a:off x="457200" y="6492875"/>
            <a:ext cx="3429000" cy="283845"/>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5" name="Google Shape;85;p12"/>
          <p:cNvSpPr txBox="1"/>
          <p:nvPr>
            <p:ph idx="12" type="sldNum"/>
          </p:nvPr>
        </p:nvSpPr>
        <p:spPr>
          <a:xfrm rot="-5400000">
            <a:off x="8227377" y="5885497"/>
            <a:ext cx="1315721"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sz="2400">
                <a:solidFill>
                  <a:schemeClr val="dk2"/>
                </a:solidFill>
                <a:latin typeface="Arial"/>
                <a:ea typeface="Arial"/>
                <a:cs typeface="Arial"/>
                <a:sym typeface="Arial"/>
              </a:defRPr>
            </a:lvl1pPr>
            <a:lvl2pPr indent="0" lvl="1" marL="0" marR="0" rtl="0" algn="l">
              <a:spcBef>
                <a:spcPts val="0"/>
              </a:spcBef>
              <a:buNone/>
              <a:defRPr b="1" sz="2400">
                <a:solidFill>
                  <a:schemeClr val="dk2"/>
                </a:solidFill>
                <a:latin typeface="Arial"/>
                <a:ea typeface="Arial"/>
                <a:cs typeface="Arial"/>
                <a:sym typeface="Arial"/>
              </a:defRPr>
            </a:lvl2pPr>
            <a:lvl3pPr indent="0" lvl="2" marL="0" marR="0" rtl="0" algn="l">
              <a:spcBef>
                <a:spcPts val="0"/>
              </a:spcBef>
              <a:buNone/>
              <a:defRPr b="1" sz="2400">
                <a:solidFill>
                  <a:schemeClr val="dk2"/>
                </a:solidFill>
                <a:latin typeface="Arial"/>
                <a:ea typeface="Arial"/>
                <a:cs typeface="Arial"/>
                <a:sym typeface="Arial"/>
              </a:defRPr>
            </a:lvl3pPr>
            <a:lvl4pPr indent="0" lvl="3" marL="0" marR="0" rtl="0" algn="l">
              <a:spcBef>
                <a:spcPts val="0"/>
              </a:spcBef>
              <a:buNone/>
              <a:defRPr b="1" sz="2400">
                <a:solidFill>
                  <a:schemeClr val="dk2"/>
                </a:solidFill>
                <a:latin typeface="Arial"/>
                <a:ea typeface="Arial"/>
                <a:cs typeface="Arial"/>
                <a:sym typeface="Arial"/>
              </a:defRPr>
            </a:lvl4pPr>
            <a:lvl5pPr indent="0" lvl="4" marL="0" marR="0" rtl="0" algn="l">
              <a:spcBef>
                <a:spcPts val="0"/>
              </a:spcBef>
              <a:buNone/>
              <a:defRPr b="1" sz="2400">
                <a:solidFill>
                  <a:schemeClr val="dk2"/>
                </a:solidFill>
                <a:latin typeface="Arial"/>
                <a:ea typeface="Arial"/>
                <a:cs typeface="Arial"/>
                <a:sym typeface="Arial"/>
              </a:defRPr>
            </a:lvl5pPr>
            <a:lvl6pPr indent="0" lvl="5" marL="0" marR="0" rtl="0" algn="l">
              <a:spcBef>
                <a:spcPts val="0"/>
              </a:spcBef>
              <a:buNone/>
              <a:defRPr b="1" sz="2400">
                <a:solidFill>
                  <a:schemeClr val="dk2"/>
                </a:solidFill>
                <a:latin typeface="Arial"/>
                <a:ea typeface="Arial"/>
                <a:cs typeface="Arial"/>
                <a:sym typeface="Arial"/>
              </a:defRPr>
            </a:lvl6pPr>
            <a:lvl7pPr indent="0" lvl="6" marL="0" marR="0" rtl="0" algn="l">
              <a:spcBef>
                <a:spcPts val="0"/>
              </a:spcBef>
              <a:buNone/>
              <a:defRPr b="1" sz="2400">
                <a:solidFill>
                  <a:schemeClr val="dk2"/>
                </a:solidFill>
                <a:latin typeface="Arial"/>
                <a:ea typeface="Arial"/>
                <a:cs typeface="Arial"/>
                <a:sym typeface="Arial"/>
              </a:defRPr>
            </a:lvl7pPr>
            <a:lvl8pPr indent="0" lvl="7" marL="0" marR="0" rtl="0" algn="l">
              <a:spcBef>
                <a:spcPts val="0"/>
              </a:spcBef>
              <a:buNone/>
              <a:defRPr b="1" sz="2400">
                <a:solidFill>
                  <a:schemeClr val="dk2"/>
                </a:solidFill>
                <a:latin typeface="Arial"/>
                <a:ea typeface="Arial"/>
                <a:cs typeface="Arial"/>
                <a:sym typeface="Arial"/>
              </a:defRPr>
            </a:lvl8pPr>
            <a:lvl9pPr indent="0" lvl="8" marL="0" marR="0" rtl="0" algn="l">
              <a:spcBef>
                <a:spcPts val="0"/>
              </a:spcBef>
              <a:buNone/>
              <a:defRPr b="1" sz="2400">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152718"/>
            <a:ext cx="5791200" cy="13716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dk2"/>
              </a:buClr>
              <a:buSzPts val="1400"/>
              <a:buFont typeface="Arial Black"/>
              <a:buNone/>
              <a:defRPr b="0" i="0" sz="3600" u="none" cap="none" strike="noStrike">
                <a:solidFill>
                  <a:schemeClr val="dk2"/>
                </a:solidFill>
                <a:latin typeface="Arial Black"/>
                <a:ea typeface="Arial Black"/>
                <a:cs typeface="Arial Black"/>
                <a:sym typeface="Arial Black"/>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 name="Google Shape;7;p1"/>
          <p:cNvSpPr txBox="1"/>
          <p:nvPr>
            <p:ph idx="1" type="body"/>
          </p:nvPr>
        </p:nvSpPr>
        <p:spPr>
          <a:xfrm>
            <a:off x="457200" y="1752600"/>
            <a:ext cx="7620000" cy="4373563"/>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400"/>
              </a:spcBef>
              <a:spcAft>
                <a:spcPts val="0"/>
              </a:spcAft>
              <a:buClr>
                <a:schemeClr val="dk1"/>
              </a:buClr>
              <a:buSzPts val="1400"/>
              <a:buFont typeface="Arial"/>
              <a:buNone/>
              <a:defRPr b="1" i="0" sz="2000" u="none" cap="none" strike="noStrike">
                <a:solidFill>
                  <a:schemeClr val="dk1"/>
                </a:solidFill>
                <a:latin typeface="Arial"/>
                <a:ea typeface="Arial"/>
                <a:cs typeface="Arial"/>
                <a:sym typeface="Arial"/>
              </a:defRPr>
            </a:lvl1pPr>
            <a:lvl2pPr indent="-355600" lvl="1" marL="914400" marR="0" rtl="0" algn="l">
              <a:spcBef>
                <a:spcPts val="600"/>
              </a:spcBef>
              <a:spcAft>
                <a:spcPts val="0"/>
              </a:spcAft>
              <a:buClr>
                <a:schemeClr val="dk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2"/>
              </a:buClr>
              <a:buSzPts val="1800"/>
              <a:buFont typeface="Arial"/>
              <a:buChar char="•"/>
              <a:defRPr b="0" i="0" sz="18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457200" y="6172201"/>
            <a:ext cx="3429000" cy="304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000" u="none" cap="none" strike="noStrike">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57200" y="6492875"/>
            <a:ext cx="3429000" cy="283845"/>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0" i="0" sz="1000" u="none" cap="none" strike="noStrike">
                <a:solidFill>
                  <a:schemeClr val="dk1"/>
                </a:solidFill>
                <a:latin typeface="Arial"/>
                <a:ea typeface="Arial"/>
                <a:cs typeface="Arial"/>
                <a:sym typeface="Arial"/>
              </a:defRPr>
            </a:lvl1pPr>
            <a:lvl2pPr indent="0" lvl="1"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0" lvl="2"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0" lvl="3"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0" lvl="4"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0" lvl="5"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indent="0" lvl="6" marL="2743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indent="0" lvl="7" marL="3200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indent="0" lvl="8" marL="3657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rot="-5400000">
            <a:off x="8227377" y="5885497"/>
            <a:ext cx="1315721"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i="0" sz="2400" u="none" cap="none" strike="noStrike">
                <a:solidFill>
                  <a:schemeClr val="dk2"/>
                </a:solidFill>
                <a:latin typeface="Arial"/>
                <a:ea typeface="Arial"/>
                <a:cs typeface="Arial"/>
                <a:sym typeface="Arial"/>
              </a:defRPr>
            </a:lvl1pPr>
            <a:lvl2pPr indent="0" lvl="1" marL="0" marR="0" rtl="0" algn="l">
              <a:spcBef>
                <a:spcPts val="0"/>
              </a:spcBef>
              <a:buNone/>
              <a:defRPr b="1" i="0" sz="2400" u="none" cap="none" strike="noStrike">
                <a:solidFill>
                  <a:schemeClr val="dk2"/>
                </a:solidFill>
                <a:latin typeface="Arial"/>
                <a:ea typeface="Arial"/>
                <a:cs typeface="Arial"/>
                <a:sym typeface="Arial"/>
              </a:defRPr>
            </a:lvl2pPr>
            <a:lvl3pPr indent="0" lvl="2" marL="0" marR="0" rtl="0" algn="l">
              <a:spcBef>
                <a:spcPts val="0"/>
              </a:spcBef>
              <a:buNone/>
              <a:defRPr b="1" i="0" sz="2400" u="none" cap="none" strike="noStrike">
                <a:solidFill>
                  <a:schemeClr val="dk2"/>
                </a:solidFill>
                <a:latin typeface="Arial"/>
                <a:ea typeface="Arial"/>
                <a:cs typeface="Arial"/>
                <a:sym typeface="Arial"/>
              </a:defRPr>
            </a:lvl3pPr>
            <a:lvl4pPr indent="0" lvl="3" marL="0" marR="0" rtl="0" algn="l">
              <a:spcBef>
                <a:spcPts val="0"/>
              </a:spcBef>
              <a:buNone/>
              <a:defRPr b="1" i="0" sz="2400" u="none" cap="none" strike="noStrike">
                <a:solidFill>
                  <a:schemeClr val="dk2"/>
                </a:solidFill>
                <a:latin typeface="Arial"/>
                <a:ea typeface="Arial"/>
                <a:cs typeface="Arial"/>
                <a:sym typeface="Arial"/>
              </a:defRPr>
            </a:lvl4pPr>
            <a:lvl5pPr indent="0" lvl="4" marL="0" marR="0" rtl="0" algn="l">
              <a:spcBef>
                <a:spcPts val="0"/>
              </a:spcBef>
              <a:buNone/>
              <a:defRPr b="1" i="0" sz="2400" u="none" cap="none" strike="noStrike">
                <a:solidFill>
                  <a:schemeClr val="dk2"/>
                </a:solidFill>
                <a:latin typeface="Arial"/>
                <a:ea typeface="Arial"/>
                <a:cs typeface="Arial"/>
                <a:sym typeface="Arial"/>
              </a:defRPr>
            </a:lvl5pPr>
            <a:lvl6pPr indent="0" lvl="5" marL="0" marR="0" rtl="0" algn="l">
              <a:spcBef>
                <a:spcPts val="0"/>
              </a:spcBef>
              <a:buNone/>
              <a:defRPr b="1" i="0" sz="2400" u="none" cap="none" strike="noStrike">
                <a:solidFill>
                  <a:schemeClr val="dk2"/>
                </a:solidFill>
                <a:latin typeface="Arial"/>
                <a:ea typeface="Arial"/>
                <a:cs typeface="Arial"/>
                <a:sym typeface="Arial"/>
              </a:defRPr>
            </a:lvl6pPr>
            <a:lvl7pPr indent="0" lvl="6" marL="0" marR="0" rtl="0" algn="l">
              <a:spcBef>
                <a:spcPts val="0"/>
              </a:spcBef>
              <a:buNone/>
              <a:defRPr b="1" i="0" sz="2400" u="none" cap="none" strike="noStrike">
                <a:solidFill>
                  <a:schemeClr val="dk2"/>
                </a:solidFill>
                <a:latin typeface="Arial"/>
                <a:ea typeface="Arial"/>
                <a:cs typeface="Arial"/>
                <a:sym typeface="Arial"/>
              </a:defRPr>
            </a:lvl7pPr>
            <a:lvl8pPr indent="0" lvl="7" marL="0" marR="0" rtl="0" algn="l">
              <a:spcBef>
                <a:spcPts val="0"/>
              </a:spcBef>
              <a:buNone/>
              <a:defRPr b="1" i="0" sz="2400" u="none" cap="none" strike="noStrike">
                <a:solidFill>
                  <a:schemeClr val="dk2"/>
                </a:solidFill>
                <a:latin typeface="Arial"/>
                <a:ea typeface="Arial"/>
                <a:cs typeface="Arial"/>
                <a:sym typeface="Arial"/>
              </a:defRPr>
            </a:lvl8pPr>
            <a:lvl9pPr indent="0" lvl="8" marL="0" marR="0" rtl="0" algn="l">
              <a:spcBef>
                <a:spcPts val="0"/>
              </a:spcBef>
              <a:buNone/>
              <a:defRPr b="1" i="0" sz="2400" u="none" cap="none" strike="noStrike">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11" name="Google Shape;11;p1"/>
          <p:cNvSpPr/>
          <p:nvPr/>
        </p:nvSpPr>
        <p:spPr>
          <a:xfrm>
            <a:off x="9001124" y="0"/>
            <a:ext cx="142876" cy="1371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 name="Google Shape;12;p1"/>
          <p:cNvSpPr/>
          <p:nvPr/>
        </p:nvSpPr>
        <p:spPr>
          <a:xfrm>
            <a:off x="9001124" y="1371600"/>
            <a:ext cx="142876" cy="54864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6.jp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www.youtube.com/watch?v=90qXw0Htj-o" TargetMode="External"/><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3"/>
          <p:cNvSpPr txBox="1"/>
          <p:nvPr>
            <p:ph type="title"/>
          </p:nvPr>
        </p:nvSpPr>
        <p:spPr>
          <a:xfrm>
            <a:off x="457200" y="152718"/>
            <a:ext cx="5791200" cy="13716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dk2"/>
              </a:buClr>
              <a:buFont typeface="Arial Black"/>
              <a:buNone/>
            </a:pPr>
            <a:r>
              <a:rPr b="0" i="0" lang="en-US" sz="3600" u="none" cap="none" strike="noStrike">
                <a:solidFill>
                  <a:schemeClr val="dk2"/>
                </a:solidFill>
                <a:latin typeface="Arial Black"/>
                <a:ea typeface="Arial Black"/>
                <a:cs typeface="Arial Black"/>
                <a:sym typeface="Arial Black"/>
              </a:rPr>
              <a:t>WHAT IS A </a:t>
            </a:r>
            <a:r>
              <a:rPr b="1" i="1" lang="en-US" sz="3600" u="none" cap="none" strike="noStrike">
                <a:solidFill>
                  <a:schemeClr val="dk2"/>
                </a:solidFill>
                <a:latin typeface="Arial Black"/>
                <a:ea typeface="Arial Black"/>
                <a:cs typeface="Arial Black"/>
                <a:sym typeface="Arial Black"/>
              </a:rPr>
              <a:t>MOLE</a:t>
            </a:r>
            <a:r>
              <a:rPr b="0" i="0" lang="en-US" sz="3600" u="none" cap="none" strike="noStrike">
                <a:solidFill>
                  <a:schemeClr val="dk2"/>
                </a:solidFill>
                <a:latin typeface="Arial Black"/>
                <a:ea typeface="Arial Black"/>
                <a:cs typeface="Arial Black"/>
                <a:sym typeface="Arial Black"/>
              </a:rPr>
              <a:t>?</a:t>
            </a:r>
            <a:endParaRPr b="0" i="0" sz="3600" u="none" cap="none" strike="noStrike">
              <a:solidFill>
                <a:schemeClr val="dk2"/>
              </a:solidFill>
              <a:latin typeface="Arial Black"/>
              <a:ea typeface="Arial Black"/>
              <a:cs typeface="Arial Black"/>
              <a:sym typeface="Arial Black"/>
            </a:endParaRPr>
          </a:p>
        </p:txBody>
      </p:sp>
      <p:sp>
        <p:nvSpPr>
          <p:cNvPr id="91" name="Google Shape;91;p13"/>
          <p:cNvSpPr txBox="1"/>
          <p:nvPr>
            <p:ph idx="1" type="body"/>
          </p:nvPr>
        </p:nvSpPr>
        <p:spPr>
          <a:xfrm>
            <a:off x="457200" y="1752600"/>
            <a:ext cx="7620000" cy="4373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Font typeface="Arial"/>
              <a:buNone/>
            </a:pPr>
            <a:r>
              <a:rPr b="1" i="0" lang="en-US" sz="2000" u="none" cap="none" strike="noStrike">
                <a:solidFill>
                  <a:schemeClr val="dk1"/>
                </a:solidFill>
                <a:latin typeface="Arial"/>
                <a:ea typeface="Arial"/>
                <a:cs typeface="Arial"/>
                <a:sym typeface="Arial"/>
              </a:rPr>
              <a:t>The </a:t>
            </a:r>
            <a:r>
              <a:rPr b="1" i="1" lang="en-US" sz="2000" u="none" cap="none" strike="noStrike">
                <a:solidFill>
                  <a:schemeClr val="dk1"/>
                </a:solidFill>
                <a:latin typeface="Arial"/>
                <a:ea typeface="Arial"/>
                <a:cs typeface="Arial"/>
                <a:sym typeface="Arial"/>
              </a:rPr>
              <a:t>mole</a:t>
            </a:r>
            <a:r>
              <a:rPr b="1" i="0" lang="en-US" sz="2000" u="none" cap="none" strike="noStrike">
                <a:solidFill>
                  <a:schemeClr val="dk1"/>
                </a:solidFill>
                <a:latin typeface="Arial"/>
                <a:ea typeface="Arial"/>
                <a:cs typeface="Arial"/>
                <a:sym typeface="Arial"/>
              </a:rPr>
              <a:t> is a convenient unit to measure the very large number of particles present in a substance.</a:t>
            </a:r>
            <a:endParaRPr/>
          </a:p>
          <a:p>
            <a:pPr indent="0" lvl="0" marL="0" marR="0" rtl="0" algn="l">
              <a:spcBef>
                <a:spcPts val="1000"/>
              </a:spcBef>
              <a:spcAft>
                <a:spcPts val="0"/>
              </a:spcAft>
              <a:buClr>
                <a:schemeClr val="dk1"/>
              </a:buClr>
              <a:buFont typeface="Arial"/>
              <a:buNone/>
            </a:pPr>
            <a:r>
              <a:t/>
            </a:r>
            <a:endParaRPr b="1" i="0" sz="2000" u="none" cap="none" strike="noStrike">
              <a:solidFill>
                <a:schemeClr val="dk1"/>
              </a:solidFill>
              <a:latin typeface="Arial"/>
              <a:ea typeface="Arial"/>
              <a:cs typeface="Arial"/>
              <a:sym typeface="Arial"/>
            </a:endParaRPr>
          </a:p>
          <a:p>
            <a:pPr indent="0" lvl="0" marL="0" marR="0" rtl="0" algn="l">
              <a:spcBef>
                <a:spcPts val="1000"/>
              </a:spcBef>
              <a:spcAft>
                <a:spcPts val="0"/>
              </a:spcAft>
              <a:buClr>
                <a:schemeClr val="dk1"/>
              </a:buClr>
              <a:buFont typeface="Arial"/>
              <a:buNone/>
            </a:pPr>
            <a:r>
              <a:rPr b="1" i="0" lang="en-US" sz="2000" u="none" cap="none" strike="noStrike">
                <a:solidFill>
                  <a:schemeClr val="dk1"/>
                </a:solidFill>
                <a:latin typeface="Arial"/>
                <a:ea typeface="Arial"/>
                <a:cs typeface="Arial"/>
                <a:sym typeface="Arial"/>
              </a:rPr>
              <a:t>We count shoes in pairs: 2</a:t>
            </a:r>
            <a:endParaRPr/>
          </a:p>
          <a:p>
            <a:pPr indent="0" lvl="0" marL="0" marR="0" rtl="0" algn="l">
              <a:spcBef>
                <a:spcPts val="1000"/>
              </a:spcBef>
              <a:spcAft>
                <a:spcPts val="0"/>
              </a:spcAft>
              <a:buClr>
                <a:schemeClr val="dk1"/>
              </a:buClr>
              <a:buFont typeface="Arial"/>
              <a:buNone/>
            </a:pPr>
            <a:r>
              <a:t/>
            </a:r>
            <a:endParaRPr b="1" i="0" sz="2000" u="none" cap="none" strike="noStrike">
              <a:solidFill>
                <a:schemeClr val="dk1"/>
              </a:solidFill>
              <a:latin typeface="Arial"/>
              <a:ea typeface="Arial"/>
              <a:cs typeface="Arial"/>
              <a:sym typeface="Arial"/>
            </a:endParaRPr>
          </a:p>
          <a:p>
            <a:pPr indent="0" lvl="0" marL="0" marR="0" rtl="0" algn="l">
              <a:spcBef>
                <a:spcPts val="1000"/>
              </a:spcBef>
              <a:spcAft>
                <a:spcPts val="0"/>
              </a:spcAft>
              <a:buClr>
                <a:schemeClr val="dk1"/>
              </a:buClr>
              <a:buFont typeface="Arial"/>
              <a:buNone/>
            </a:pPr>
            <a:r>
              <a:rPr b="1" i="0" lang="en-US" sz="2000" u="none" cap="none" strike="noStrike">
                <a:solidFill>
                  <a:schemeClr val="dk1"/>
                </a:solidFill>
                <a:latin typeface="Arial"/>
                <a:ea typeface="Arial"/>
                <a:cs typeface="Arial"/>
                <a:sym typeface="Arial"/>
              </a:rPr>
              <a:t>We count eggs by the dozen: 12</a:t>
            </a:r>
            <a:endParaRPr/>
          </a:p>
          <a:p>
            <a:pPr indent="0" lvl="0" marL="0" marR="0" rtl="0" algn="l">
              <a:spcBef>
                <a:spcPts val="1000"/>
              </a:spcBef>
              <a:spcAft>
                <a:spcPts val="0"/>
              </a:spcAft>
              <a:buClr>
                <a:schemeClr val="dk1"/>
              </a:buClr>
              <a:buFont typeface="Arial"/>
              <a:buNone/>
            </a:pPr>
            <a:r>
              <a:t/>
            </a:r>
            <a:endParaRPr b="1" i="0" sz="2000" u="none" cap="none" strike="noStrike">
              <a:solidFill>
                <a:schemeClr val="dk1"/>
              </a:solidFill>
              <a:latin typeface="Arial"/>
              <a:ea typeface="Arial"/>
              <a:cs typeface="Arial"/>
              <a:sym typeface="Arial"/>
            </a:endParaRPr>
          </a:p>
          <a:p>
            <a:pPr indent="0" lvl="0" marL="0" marR="0" rtl="0" algn="l">
              <a:spcBef>
                <a:spcPts val="1000"/>
              </a:spcBef>
              <a:spcAft>
                <a:spcPts val="0"/>
              </a:spcAft>
              <a:buClr>
                <a:schemeClr val="dk1"/>
              </a:buClr>
              <a:buFont typeface="Arial"/>
              <a:buNone/>
            </a:pPr>
            <a:r>
              <a:rPr b="1" i="0" lang="en-US" sz="2000" u="none" cap="none" strike="noStrike">
                <a:solidFill>
                  <a:schemeClr val="dk1"/>
                </a:solidFill>
                <a:latin typeface="Arial"/>
                <a:ea typeface="Arial"/>
                <a:cs typeface="Arial"/>
                <a:sym typeface="Arial"/>
              </a:rPr>
              <a:t>In chemistry we count particles in moles: 6.02 x 10</a:t>
            </a:r>
            <a:r>
              <a:rPr b="1" baseline="30000" i="0" lang="en-US" sz="2000" u="none" cap="none" strike="noStrike">
                <a:solidFill>
                  <a:schemeClr val="dk1"/>
                </a:solidFill>
                <a:latin typeface="Arial"/>
                <a:ea typeface="Arial"/>
                <a:cs typeface="Arial"/>
                <a:sym typeface="Arial"/>
              </a:rPr>
              <a:t>23</a:t>
            </a:r>
            <a:endParaRPr/>
          </a:p>
          <a:p>
            <a:pPr indent="0" lvl="0" marL="0" marR="0" rtl="0" algn="l">
              <a:spcBef>
                <a:spcPts val="1000"/>
              </a:spcBef>
              <a:spcAft>
                <a:spcPts val="0"/>
              </a:spcAft>
              <a:buClr>
                <a:schemeClr val="dk1"/>
              </a:buClr>
              <a:buFont typeface="Arial"/>
              <a:buNone/>
            </a:pPr>
            <a:r>
              <a:t/>
            </a:r>
            <a:endParaRPr b="1" i="0" sz="2000" u="none" cap="none" strike="noStrike">
              <a:solidFill>
                <a:schemeClr val="dk1"/>
              </a:solidFill>
              <a:latin typeface="Arial"/>
              <a:ea typeface="Arial"/>
              <a:cs typeface="Arial"/>
              <a:sym typeface="Arial"/>
            </a:endParaRPr>
          </a:p>
        </p:txBody>
      </p:sp>
      <p:pic>
        <p:nvPicPr>
          <p:cNvPr id="92" name="Google Shape;92;p13"/>
          <p:cNvPicPr preferRelativeResize="0"/>
          <p:nvPr/>
        </p:nvPicPr>
        <p:blipFill rotWithShape="1">
          <a:blip r:embed="rId3">
            <a:alphaModFix/>
          </a:blip>
          <a:srcRect b="0" l="0" r="0" t="0"/>
          <a:stretch/>
        </p:blipFill>
        <p:spPr>
          <a:xfrm>
            <a:off x="3962400" y="2653356"/>
            <a:ext cx="823800" cy="646200"/>
          </a:xfrm>
          <a:prstGeom prst="rect">
            <a:avLst/>
          </a:prstGeom>
          <a:noFill/>
          <a:ln>
            <a:noFill/>
          </a:ln>
        </p:spPr>
      </p:pic>
      <p:pic>
        <p:nvPicPr>
          <p:cNvPr descr="http://pro.corbis.com/images/BXP27931.jpg?size=572&amp;uid=%7B68BE5A35-A4F8-4D62-889D-32488C5C9D22%7D" id="93" name="Google Shape;93;p13"/>
          <p:cNvPicPr preferRelativeResize="0"/>
          <p:nvPr/>
        </p:nvPicPr>
        <p:blipFill rotWithShape="1">
          <a:blip r:embed="rId4">
            <a:alphaModFix/>
          </a:blip>
          <a:srcRect b="0" l="0" r="0" t="0"/>
          <a:stretch/>
        </p:blipFill>
        <p:spPr>
          <a:xfrm>
            <a:off x="4876800" y="3657600"/>
            <a:ext cx="1022400" cy="912900"/>
          </a:xfrm>
          <a:prstGeom prst="rect">
            <a:avLst/>
          </a:prstGeom>
          <a:noFill/>
          <a:ln>
            <a:noFill/>
          </a:ln>
        </p:spPr>
      </p:pic>
      <p:pic>
        <p:nvPicPr>
          <p:cNvPr descr="Professor Mole" id="94" name="Google Shape;94;p13"/>
          <p:cNvPicPr preferRelativeResize="0"/>
          <p:nvPr/>
        </p:nvPicPr>
        <p:blipFill rotWithShape="1">
          <a:blip r:embed="rId5">
            <a:alphaModFix/>
          </a:blip>
          <a:srcRect b="0" l="0" r="0" t="0"/>
          <a:stretch/>
        </p:blipFill>
        <p:spPr>
          <a:xfrm>
            <a:off x="6781800" y="4978002"/>
            <a:ext cx="1289400" cy="1387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4"/>
          <p:cNvSpPr txBox="1"/>
          <p:nvPr>
            <p:ph type="title"/>
          </p:nvPr>
        </p:nvSpPr>
        <p:spPr>
          <a:xfrm>
            <a:off x="615300" y="534750"/>
            <a:ext cx="7461900" cy="1371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2"/>
              </a:buClr>
              <a:buFont typeface="Arial Black"/>
              <a:buNone/>
            </a:pPr>
            <a:r>
              <a:rPr lang="en-US"/>
              <a:t>CALCULATING FROM PARTICLES - Groups of 3 at boards</a:t>
            </a:r>
            <a:endParaRPr/>
          </a:p>
        </p:txBody>
      </p:sp>
      <p:sp>
        <p:nvSpPr>
          <p:cNvPr id="100" name="Google Shape;100;p14"/>
          <p:cNvSpPr/>
          <p:nvPr/>
        </p:nvSpPr>
        <p:spPr>
          <a:xfrm>
            <a:off x="5658625" y="3024600"/>
            <a:ext cx="2475900" cy="1829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4"/>
          <p:cNvSpPr txBox="1"/>
          <p:nvPr/>
        </p:nvSpPr>
        <p:spPr>
          <a:xfrm>
            <a:off x="5879425" y="3305975"/>
            <a:ext cx="2034300" cy="9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t>Amount in chosen unit</a:t>
            </a:r>
            <a:r>
              <a:rPr lang="en-US" sz="1900"/>
              <a:t> (eg dozens or moles)</a:t>
            </a:r>
            <a:endParaRPr sz="1900"/>
          </a:p>
        </p:txBody>
      </p:sp>
      <p:sp>
        <p:nvSpPr>
          <p:cNvPr id="102" name="Google Shape;102;p14"/>
          <p:cNvSpPr/>
          <p:nvPr/>
        </p:nvSpPr>
        <p:spPr>
          <a:xfrm>
            <a:off x="937975" y="2414150"/>
            <a:ext cx="2244900" cy="1583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3" name="Google Shape;103;p14"/>
          <p:cNvCxnSpPr>
            <a:stCxn id="102" idx="6"/>
            <a:endCxn id="100" idx="2"/>
          </p:cNvCxnSpPr>
          <p:nvPr/>
        </p:nvCxnSpPr>
        <p:spPr>
          <a:xfrm>
            <a:off x="3182875" y="3206000"/>
            <a:ext cx="2475900" cy="733500"/>
          </a:xfrm>
          <a:prstGeom prst="straightConnector1">
            <a:avLst/>
          </a:prstGeom>
          <a:noFill/>
          <a:ln cap="flat" cmpd="sng" w="38100">
            <a:solidFill>
              <a:schemeClr val="dk2"/>
            </a:solidFill>
            <a:prstDash val="solid"/>
            <a:round/>
            <a:headEnd len="med" w="med" type="stealth"/>
            <a:tailEnd len="med" w="med" type="stealth"/>
          </a:ln>
        </p:spPr>
      </p:cxnSp>
      <p:sp>
        <p:nvSpPr>
          <p:cNvPr id="104" name="Google Shape;104;p14"/>
          <p:cNvSpPr txBox="1"/>
          <p:nvPr/>
        </p:nvSpPr>
        <p:spPr>
          <a:xfrm>
            <a:off x="937975" y="2626250"/>
            <a:ext cx="1891200" cy="137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500"/>
              <a:t>Amount in Particles</a:t>
            </a:r>
            <a:endParaRPr b="1" sz="2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5"/>
          <p:cNvSpPr txBox="1"/>
          <p:nvPr>
            <p:ph type="title"/>
          </p:nvPr>
        </p:nvSpPr>
        <p:spPr>
          <a:xfrm>
            <a:off x="995400" y="614018"/>
            <a:ext cx="5791200" cy="1371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If you have 48 eggs how many dozens do you have? </a:t>
            </a:r>
            <a:endParaRPr/>
          </a:p>
        </p:txBody>
      </p:sp>
      <p:sp>
        <p:nvSpPr>
          <p:cNvPr id="110" name="Google Shape;110;p15"/>
          <p:cNvSpPr txBox="1"/>
          <p:nvPr>
            <p:ph idx="1" type="body"/>
          </p:nvPr>
        </p:nvSpPr>
        <p:spPr>
          <a:xfrm>
            <a:off x="457200" y="2368000"/>
            <a:ext cx="7620000" cy="37584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sz="2300"/>
              <a:t>Set up an EQUATION to get from particles to amount in DOZENS and solve it using:</a:t>
            </a:r>
            <a:endParaRPr sz="2300"/>
          </a:p>
          <a:p>
            <a:pPr indent="0" lvl="0" marL="0" rtl="0" algn="l">
              <a:spcBef>
                <a:spcPts val="600"/>
              </a:spcBef>
              <a:spcAft>
                <a:spcPts val="0"/>
              </a:spcAft>
              <a:buNone/>
            </a:pPr>
            <a:r>
              <a:t/>
            </a:r>
            <a:endParaRPr sz="2300"/>
          </a:p>
          <a:p>
            <a:pPr indent="0" lvl="0" marL="0" rtl="0" algn="l">
              <a:spcBef>
                <a:spcPts val="600"/>
              </a:spcBef>
              <a:spcAft>
                <a:spcPts val="0"/>
              </a:spcAft>
              <a:buNone/>
            </a:pPr>
            <a:r>
              <a:rPr lang="en-US" sz="2300"/>
              <a:t>p = Number of eggs you have (particles of egg)</a:t>
            </a:r>
            <a:endParaRPr sz="2300"/>
          </a:p>
          <a:p>
            <a:pPr indent="0" lvl="0" marL="0" rtl="0" algn="l">
              <a:spcBef>
                <a:spcPts val="600"/>
              </a:spcBef>
              <a:spcAft>
                <a:spcPts val="0"/>
              </a:spcAft>
              <a:buNone/>
            </a:pPr>
            <a:r>
              <a:rPr lang="en-US" sz="2300"/>
              <a:t>N</a:t>
            </a:r>
            <a:r>
              <a:rPr baseline="-25000" lang="en-US" sz="2300"/>
              <a:t>D</a:t>
            </a:r>
            <a:r>
              <a:rPr lang="en-US" sz="2300"/>
              <a:t> = number in 1 dozen</a:t>
            </a:r>
            <a:endParaRPr sz="2300"/>
          </a:p>
          <a:p>
            <a:pPr indent="0" lvl="0" marL="0" rtl="0" algn="l">
              <a:spcBef>
                <a:spcPts val="600"/>
              </a:spcBef>
              <a:spcAft>
                <a:spcPts val="600"/>
              </a:spcAft>
              <a:buNone/>
            </a:pPr>
            <a:r>
              <a:rPr lang="en-US" sz="2300"/>
              <a:t>n = the number of dozens you have</a:t>
            </a:r>
            <a:endParaRPr sz="23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6"/>
          <p:cNvSpPr txBox="1"/>
          <p:nvPr>
            <p:ph type="title"/>
          </p:nvPr>
        </p:nvSpPr>
        <p:spPr>
          <a:xfrm>
            <a:off x="995400" y="614018"/>
            <a:ext cx="5791200" cy="1371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Using your equation, solve for the number of dozens in 103 pens.</a:t>
            </a:r>
            <a:endParaRPr/>
          </a:p>
        </p:txBody>
      </p:sp>
      <p:sp>
        <p:nvSpPr>
          <p:cNvPr id="116" name="Google Shape;116;p16"/>
          <p:cNvSpPr txBox="1"/>
          <p:nvPr>
            <p:ph idx="1" type="body"/>
          </p:nvPr>
        </p:nvSpPr>
        <p:spPr>
          <a:xfrm>
            <a:off x="457200" y="2368000"/>
            <a:ext cx="7620000" cy="37584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sz="2300"/>
              <a:t>Set up an EQUATION  and solve it using:</a:t>
            </a:r>
            <a:endParaRPr sz="2300"/>
          </a:p>
          <a:p>
            <a:pPr indent="0" lvl="0" marL="0" rtl="0" algn="l">
              <a:spcBef>
                <a:spcPts val="600"/>
              </a:spcBef>
              <a:spcAft>
                <a:spcPts val="0"/>
              </a:spcAft>
              <a:buNone/>
            </a:pPr>
            <a:r>
              <a:t/>
            </a:r>
            <a:endParaRPr sz="2300"/>
          </a:p>
          <a:p>
            <a:pPr indent="0" lvl="0" marL="0" rtl="0" algn="l">
              <a:spcBef>
                <a:spcPts val="600"/>
              </a:spcBef>
              <a:spcAft>
                <a:spcPts val="0"/>
              </a:spcAft>
              <a:buNone/>
            </a:pPr>
            <a:r>
              <a:rPr lang="en-US" sz="2300"/>
              <a:t>p = Number of eggs you have (particles of egg)</a:t>
            </a:r>
            <a:endParaRPr sz="2300"/>
          </a:p>
          <a:p>
            <a:pPr indent="0" lvl="0" marL="0" rtl="0" algn="l">
              <a:spcBef>
                <a:spcPts val="600"/>
              </a:spcBef>
              <a:spcAft>
                <a:spcPts val="0"/>
              </a:spcAft>
              <a:buNone/>
            </a:pPr>
            <a:r>
              <a:rPr lang="en-US" sz="2300"/>
              <a:t>N</a:t>
            </a:r>
            <a:r>
              <a:rPr baseline="-25000" lang="en-US" sz="2300"/>
              <a:t>D</a:t>
            </a:r>
            <a:r>
              <a:rPr lang="en-US" sz="2300"/>
              <a:t> = number in 1 dozen</a:t>
            </a:r>
            <a:endParaRPr sz="2300"/>
          </a:p>
          <a:p>
            <a:pPr indent="0" lvl="0" marL="0" rtl="0" algn="l">
              <a:spcBef>
                <a:spcPts val="600"/>
              </a:spcBef>
              <a:spcAft>
                <a:spcPts val="600"/>
              </a:spcAft>
              <a:buNone/>
            </a:pPr>
            <a:r>
              <a:rPr lang="en-US" sz="2300"/>
              <a:t>n = the number of dozens you have</a:t>
            </a:r>
            <a:endParaRPr sz="2300"/>
          </a:p>
        </p:txBody>
      </p:sp>
      <p:sp>
        <p:nvSpPr>
          <p:cNvPr id="117" name="Google Shape;117;p16"/>
          <p:cNvSpPr txBox="1"/>
          <p:nvPr/>
        </p:nvSpPr>
        <p:spPr>
          <a:xfrm>
            <a:off x="445925" y="4951300"/>
            <a:ext cx="8057400" cy="17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6"/>
          <p:cNvSpPr txBox="1"/>
          <p:nvPr/>
        </p:nvSpPr>
        <p:spPr>
          <a:xfrm>
            <a:off x="584325" y="5181950"/>
            <a:ext cx="7620000" cy="15069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2500">
                <a:solidFill>
                  <a:srgbClr val="FF0000"/>
                </a:solidFill>
              </a:rPr>
              <a:t>Now solve for how many pens are in 6.2 dozen.</a:t>
            </a:r>
            <a:endParaRPr b="1" sz="2500">
              <a:solidFill>
                <a:srgbClr val="FF0000"/>
              </a:solidFill>
            </a:endParaRPr>
          </a:p>
          <a:p>
            <a:pPr indent="0" lvl="0" marL="0" rtl="0" algn="l">
              <a:spcBef>
                <a:spcPts val="0"/>
              </a:spcBef>
              <a:spcAft>
                <a:spcPts val="0"/>
              </a:spcAft>
              <a:buNone/>
            </a:pPr>
            <a:r>
              <a:t/>
            </a:r>
            <a:endParaRPr b="1" sz="2500">
              <a:solidFill>
                <a:srgbClr val="FF0000"/>
              </a:solidFill>
            </a:endParaRPr>
          </a:p>
          <a:p>
            <a:pPr indent="0" lvl="0" marL="0" rtl="0" algn="l">
              <a:spcBef>
                <a:spcPts val="0"/>
              </a:spcBef>
              <a:spcAft>
                <a:spcPts val="0"/>
              </a:spcAft>
              <a:buNone/>
            </a:pPr>
            <a:r>
              <a:rPr b="1" lang="en-US" sz="2500">
                <a:solidFill>
                  <a:srgbClr val="FF0000"/>
                </a:solidFill>
              </a:rPr>
              <a:t>DO NOT ERASE YOUR BOARD YET </a:t>
            </a:r>
            <a:endParaRPr b="1" sz="250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7"/>
          <p:cNvSpPr txBox="1"/>
          <p:nvPr>
            <p:ph type="title"/>
          </p:nvPr>
        </p:nvSpPr>
        <p:spPr>
          <a:xfrm>
            <a:off x="457200" y="152718"/>
            <a:ext cx="5791200" cy="13716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dk2"/>
              </a:buClr>
              <a:buFont typeface="Arial Black"/>
              <a:buNone/>
            </a:pPr>
            <a:r>
              <a:rPr b="0" i="0" lang="en-US" sz="3600" u="none" cap="none" strike="noStrike">
                <a:solidFill>
                  <a:schemeClr val="dk2"/>
                </a:solidFill>
                <a:latin typeface="Arial Black"/>
                <a:ea typeface="Arial Black"/>
                <a:cs typeface="Arial Black"/>
                <a:sym typeface="Arial Black"/>
              </a:rPr>
              <a:t>WHAT DO WE MEAN BY PARTICLES?</a:t>
            </a:r>
            <a:endParaRPr b="0" i="0" sz="3600" u="none" cap="none" strike="noStrike">
              <a:solidFill>
                <a:schemeClr val="dk2"/>
              </a:solidFill>
              <a:latin typeface="Arial Black"/>
              <a:ea typeface="Arial Black"/>
              <a:cs typeface="Arial Black"/>
              <a:sym typeface="Arial Black"/>
            </a:endParaRPr>
          </a:p>
        </p:txBody>
      </p:sp>
      <p:graphicFrame>
        <p:nvGraphicFramePr>
          <p:cNvPr id="124" name="Google Shape;124;p17"/>
          <p:cNvGraphicFramePr/>
          <p:nvPr/>
        </p:nvGraphicFramePr>
        <p:xfrm>
          <a:off x="762000" y="2514600"/>
          <a:ext cx="3000000" cy="3000000"/>
        </p:xfrm>
        <a:graphic>
          <a:graphicData uri="http://schemas.openxmlformats.org/drawingml/2006/table">
            <a:tbl>
              <a:tblPr bandRow="1" firstRow="1">
                <a:noFill/>
                <a:tableStyleId>{3DEF31AC-1921-485D-9CD4-F4B537B99A3A}</a:tableStyleId>
              </a:tblPr>
              <a:tblGrid>
                <a:gridCol w="3314700"/>
                <a:gridCol w="3314700"/>
              </a:tblGrid>
              <a:tr h="492275">
                <a:tc>
                  <a:txBody>
                    <a:bodyPr/>
                    <a:lstStyle/>
                    <a:p>
                      <a:pPr indent="0" lvl="0" marL="0" marR="0" rtl="0" algn="l">
                        <a:spcBef>
                          <a:spcPts val="0"/>
                        </a:spcBef>
                        <a:spcAft>
                          <a:spcPts val="0"/>
                        </a:spcAft>
                        <a:buNone/>
                      </a:pPr>
                      <a:r>
                        <a:rPr lang="en-US" sz="1800" u="none" cap="none" strike="noStrike"/>
                        <a:t>Substance</a:t>
                      </a:r>
                      <a:endParaRPr sz="1800"/>
                    </a:p>
                  </a:txBody>
                  <a:tcPr marT="45725" marB="45725" marR="91450" marL="91450"/>
                </a:tc>
                <a:tc>
                  <a:txBody>
                    <a:bodyPr/>
                    <a:lstStyle/>
                    <a:p>
                      <a:pPr indent="0" lvl="0" marL="0" marR="0" rtl="0" algn="l">
                        <a:spcBef>
                          <a:spcPts val="0"/>
                        </a:spcBef>
                        <a:spcAft>
                          <a:spcPts val="0"/>
                        </a:spcAft>
                        <a:buNone/>
                      </a:pPr>
                      <a:r>
                        <a:rPr lang="en-US" sz="1800"/>
                        <a:t>Particles are called</a:t>
                      </a:r>
                      <a:endParaRPr sz="1800"/>
                    </a:p>
                  </a:txBody>
                  <a:tcPr marT="45725" marB="45725" marR="91450" marL="91450"/>
                </a:tc>
              </a:tr>
              <a:tr h="849675">
                <a:tc>
                  <a:txBody>
                    <a:bodyPr/>
                    <a:lstStyle/>
                    <a:p>
                      <a:pPr indent="0" lvl="0" marL="0" marR="0" rtl="0" algn="l">
                        <a:spcBef>
                          <a:spcPts val="0"/>
                        </a:spcBef>
                        <a:spcAft>
                          <a:spcPts val="0"/>
                        </a:spcAft>
                        <a:buNone/>
                      </a:pPr>
                      <a:r>
                        <a:rPr lang="en-US" sz="1800"/>
                        <a:t>Monoatomic elements</a:t>
                      </a:r>
                      <a:endParaRPr/>
                    </a:p>
                    <a:p>
                      <a:pPr indent="0" lvl="0" marL="0" marR="0" rtl="0" algn="l">
                        <a:spcBef>
                          <a:spcPts val="0"/>
                        </a:spcBef>
                        <a:spcAft>
                          <a:spcPts val="0"/>
                        </a:spcAft>
                        <a:buNone/>
                      </a:pPr>
                      <a:r>
                        <a:rPr lang="en-US" sz="1800"/>
                        <a:t>i.e.</a:t>
                      </a:r>
                      <a:r>
                        <a:rPr lang="en-US" sz="1800"/>
                        <a:t> copper (Cu)</a:t>
                      </a:r>
                      <a:endParaRPr sz="1800"/>
                    </a:p>
                  </a:txBody>
                  <a:tcPr marT="45725" marB="45725" marR="91450" marL="91450"/>
                </a:tc>
                <a:tc>
                  <a:txBody>
                    <a:bodyPr/>
                    <a:lstStyle/>
                    <a:p>
                      <a:pPr indent="0" lvl="0" marL="0" marR="0" rtl="0" algn="l">
                        <a:spcBef>
                          <a:spcPts val="0"/>
                        </a:spcBef>
                        <a:spcAft>
                          <a:spcPts val="0"/>
                        </a:spcAft>
                        <a:buNone/>
                      </a:pPr>
                      <a:r>
                        <a:rPr lang="en-US" sz="1800"/>
                        <a:t>atoms</a:t>
                      </a:r>
                      <a:endParaRPr sz="1800"/>
                    </a:p>
                  </a:txBody>
                  <a:tcPr marT="45725" marB="45725" marR="91450" marL="91450"/>
                </a:tc>
              </a:tr>
              <a:tr h="1213800">
                <a:tc>
                  <a:txBody>
                    <a:bodyPr/>
                    <a:lstStyle/>
                    <a:p>
                      <a:pPr indent="0" lvl="0" marL="0" marR="0" rtl="0" algn="l">
                        <a:spcBef>
                          <a:spcPts val="0"/>
                        </a:spcBef>
                        <a:spcAft>
                          <a:spcPts val="0"/>
                        </a:spcAft>
                        <a:buNone/>
                      </a:pPr>
                      <a:r>
                        <a:rPr lang="en-US" sz="1800"/>
                        <a:t>Diatomic elements (i.e. O</a:t>
                      </a:r>
                      <a:r>
                        <a:rPr baseline="-25000" lang="en-US" sz="1800"/>
                        <a:t>2</a:t>
                      </a:r>
                      <a:r>
                        <a:rPr lang="en-US" sz="1800"/>
                        <a:t>) or molecular compounds (i.e. H</a:t>
                      </a:r>
                      <a:r>
                        <a:rPr baseline="-25000" lang="en-US" sz="1800"/>
                        <a:t>2</a:t>
                      </a:r>
                      <a:r>
                        <a:rPr lang="en-US" sz="1800"/>
                        <a:t>O)</a:t>
                      </a:r>
                      <a:endParaRPr sz="1800"/>
                    </a:p>
                  </a:txBody>
                  <a:tcPr marT="45725" marB="45725" marR="91450" marL="91450"/>
                </a:tc>
                <a:tc>
                  <a:txBody>
                    <a:bodyPr/>
                    <a:lstStyle/>
                    <a:p>
                      <a:pPr indent="0" lvl="0" marL="0" marR="0" rtl="0" algn="l">
                        <a:spcBef>
                          <a:spcPts val="0"/>
                        </a:spcBef>
                        <a:spcAft>
                          <a:spcPts val="0"/>
                        </a:spcAft>
                        <a:buNone/>
                      </a:pPr>
                      <a:r>
                        <a:rPr lang="en-US" sz="1800"/>
                        <a:t>molecules</a:t>
                      </a:r>
                      <a:endParaRPr sz="1800"/>
                    </a:p>
                  </a:txBody>
                  <a:tcPr marT="45725" marB="45725" marR="91450" marL="91450"/>
                </a:tc>
              </a:tr>
              <a:tr h="492275">
                <a:tc>
                  <a:txBody>
                    <a:bodyPr/>
                    <a:lstStyle/>
                    <a:p>
                      <a:pPr indent="0" lvl="0" marL="0" marR="0" rtl="0" algn="l">
                        <a:spcBef>
                          <a:spcPts val="0"/>
                        </a:spcBef>
                        <a:spcAft>
                          <a:spcPts val="0"/>
                        </a:spcAft>
                        <a:buNone/>
                      </a:pPr>
                      <a:r>
                        <a:rPr lang="en-US" sz="1800"/>
                        <a:t>Ionic compounds</a:t>
                      </a:r>
                      <a:r>
                        <a:rPr lang="en-US" sz="1800"/>
                        <a:t> (i.e. NaCl)</a:t>
                      </a:r>
                      <a:endParaRPr sz="1800"/>
                    </a:p>
                  </a:txBody>
                  <a:tcPr marT="45725" marB="45725" marR="91450" marL="91450"/>
                </a:tc>
                <a:tc>
                  <a:txBody>
                    <a:bodyPr/>
                    <a:lstStyle/>
                    <a:p>
                      <a:pPr indent="0" lvl="0" marL="0" marR="0" rtl="0" algn="l">
                        <a:spcBef>
                          <a:spcPts val="0"/>
                        </a:spcBef>
                        <a:spcAft>
                          <a:spcPts val="0"/>
                        </a:spcAft>
                        <a:buNone/>
                      </a:pPr>
                      <a:r>
                        <a:rPr lang="en-US" sz="1800"/>
                        <a:t>formula</a:t>
                      </a:r>
                      <a:r>
                        <a:rPr lang="en-US" sz="1800"/>
                        <a:t> units</a:t>
                      </a:r>
                      <a:endParaRPr sz="1800"/>
                    </a:p>
                  </a:txBody>
                  <a:tcPr marT="45725" marB="45725" marR="91450" marL="9145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8"/>
          <p:cNvSpPr txBox="1"/>
          <p:nvPr>
            <p:ph type="title"/>
          </p:nvPr>
        </p:nvSpPr>
        <p:spPr>
          <a:xfrm>
            <a:off x="457200" y="152718"/>
            <a:ext cx="5791200" cy="13716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dk2"/>
              </a:buClr>
              <a:buFont typeface="Arial Black"/>
              <a:buNone/>
            </a:pPr>
            <a:r>
              <a:rPr b="0" i="0" lang="en-US" sz="3600" u="none" cap="none" strike="noStrike">
                <a:solidFill>
                  <a:schemeClr val="dk2"/>
                </a:solidFill>
                <a:latin typeface="Arial Black"/>
                <a:ea typeface="Arial Black"/>
                <a:cs typeface="Arial Black"/>
                <a:sym typeface="Arial Black"/>
              </a:rPr>
              <a:t>WHY CREATE A NEW UNIT?</a:t>
            </a:r>
            <a:endParaRPr b="0" i="0" sz="3600" u="none" cap="none" strike="noStrike">
              <a:solidFill>
                <a:schemeClr val="dk2"/>
              </a:solidFill>
              <a:latin typeface="Arial Black"/>
              <a:ea typeface="Arial Black"/>
              <a:cs typeface="Arial Black"/>
              <a:sym typeface="Arial Black"/>
            </a:endParaRPr>
          </a:p>
        </p:txBody>
      </p:sp>
      <p:sp>
        <p:nvSpPr>
          <p:cNvPr id="130" name="Google Shape;130;p18"/>
          <p:cNvSpPr txBox="1"/>
          <p:nvPr>
            <p:ph idx="1" type="body"/>
          </p:nvPr>
        </p:nvSpPr>
        <p:spPr>
          <a:xfrm>
            <a:off x="457200" y="1752600"/>
            <a:ext cx="7620000" cy="437356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Font typeface="Arial"/>
              <a:buNone/>
            </a:pPr>
            <a:r>
              <a:rPr b="1" i="0" lang="en-US" sz="2000" u="none" cap="none" strike="noStrike">
                <a:solidFill>
                  <a:schemeClr val="dk1"/>
                </a:solidFill>
                <a:latin typeface="Arial"/>
                <a:ea typeface="Arial"/>
                <a:cs typeface="Arial"/>
                <a:sym typeface="Arial"/>
              </a:rPr>
              <a:t>Matter consists of an incredibly large number of atoms.  </a:t>
            </a:r>
            <a:endParaRPr/>
          </a:p>
          <a:p>
            <a:pPr indent="0" lvl="0" marL="0" marR="0" rtl="0" algn="l">
              <a:spcBef>
                <a:spcPts val="1000"/>
              </a:spcBef>
              <a:spcAft>
                <a:spcPts val="0"/>
              </a:spcAft>
              <a:buClr>
                <a:schemeClr val="dk1"/>
              </a:buClr>
              <a:buFont typeface="Arial"/>
              <a:buNone/>
            </a:pPr>
            <a:r>
              <a:t/>
            </a:r>
            <a:endParaRPr b="1" i="0" sz="2000" u="none" cap="none" strike="noStrike">
              <a:solidFill>
                <a:schemeClr val="dk1"/>
              </a:solidFill>
              <a:latin typeface="Arial"/>
              <a:ea typeface="Arial"/>
              <a:cs typeface="Arial"/>
              <a:sym typeface="Arial"/>
            </a:endParaRPr>
          </a:p>
          <a:p>
            <a:pPr indent="0" lvl="0" marL="0" marR="0" rtl="0" algn="l">
              <a:spcBef>
                <a:spcPts val="1000"/>
              </a:spcBef>
              <a:spcAft>
                <a:spcPts val="0"/>
              </a:spcAft>
              <a:buClr>
                <a:schemeClr val="dk1"/>
              </a:buClr>
              <a:buFont typeface="Arial"/>
              <a:buNone/>
            </a:pPr>
            <a:r>
              <a:rPr b="1" i="0" lang="en-US" sz="2000" u="none" cap="none" strike="noStrike">
                <a:solidFill>
                  <a:schemeClr val="dk1"/>
                </a:solidFill>
                <a:latin typeface="Arial"/>
                <a:ea typeface="Arial"/>
                <a:cs typeface="Arial"/>
                <a:sym typeface="Arial"/>
              </a:rPr>
              <a:t>How many atoms does a 1 cm x 1 cm x 1 mm piece of copper (Cu) contain?</a:t>
            </a:r>
            <a:endParaRPr/>
          </a:p>
          <a:p>
            <a:pPr indent="0" lvl="0" marL="0" marR="0" rtl="0" algn="l">
              <a:spcBef>
                <a:spcPts val="1000"/>
              </a:spcBef>
              <a:spcAft>
                <a:spcPts val="0"/>
              </a:spcAft>
              <a:buClr>
                <a:schemeClr val="dk1"/>
              </a:buClr>
              <a:buFont typeface="Arial"/>
              <a:buNone/>
            </a:pPr>
            <a:r>
              <a:rPr b="1" i="1" lang="en-US" sz="2000" u="none" cap="none" strike="noStrike">
                <a:solidFill>
                  <a:schemeClr val="dk1"/>
                </a:solidFill>
                <a:latin typeface="Arial"/>
                <a:ea typeface="Arial"/>
                <a:cs typeface="Arial"/>
                <a:sym typeface="Arial"/>
              </a:rPr>
              <a:t>Approximately </a:t>
            </a:r>
            <a:r>
              <a:rPr b="1" i="0" lang="en-US" sz="2000" u="none" cap="none" strike="noStrike">
                <a:solidFill>
                  <a:schemeClr val="dk1"/>
                </a:solidFill>
                <a:latin typeface="Arial"/>
                <a:ea typeface="Arial"/>
                <a:cs typeface="Arial"/>
                <a:sym typeface="Arial"/>
              </a:rPr>
              <a:t>5,100,000,000,000,000,000,000 atoms!!!!!! </a:t>
            </a:r>
            <a:endParaRPr/>
          </a:p>
          <a:p>
            <a:pPr indent="0" lvl="0" marL="0" marR="0" rtl="0" algn="l">
              <a:spcBef>
                <a:spcPts val="1000"/>
              </a:spcBef>
              <a:spcAft>
                <a:spcPts val="0"/>
              </a:spcAft>
              <a:buClr>
                <a:schemeClr val="dk1"/>
              </a:buClr>
              <a:buFont typeface="Arial"/>
              <a:buNone/>
            </a:pPr>
            <a:r>
              <a:rPr b="1" i="0" lang="en-US" sz="2000" u="none" cap="none" strike="noStrike">
                <a:solidFill>
                  <a:schemeClr val="dk1"/>
                </a:solidFill>
                <a:latin typeface="Arial"/>
                <a:ea typeface="Arial"/>
                <a:cs typeface="Arial"/>
                <a:sym typeface="Arial"/>
              </a:rPr>
              <a:t>			or</a:t>
            </a:r>
            <a:endParaRPr/>
          </a:p>
          <a:p>
            <a:pPr indent="0" lvl="0" marL="0" marR="0" rtl="0" algn="l">
              <a:spcBef>
                <a:spcPts val="1000"/>
              </a:spcBef>
              <a:spcAft>
                <a:spcPts val="0"/>
              </a:spcAft>
              <a:buClr>
                <a:schemeClr val="dk1"/>
              </a:buClr>
              <a:buFont typeface="Arial"/>
              <a:buNone/>
            </a:pPr>
            <a:r>
              <a:rPr b="1" i="0" lang="en-US" sz="2000" u="none" cap="none" strike="noStrike">
                <a:solidFill>
                  <a:schemeClr val="dk1"/>
                </a:solidFill>
                <a:latin typeface="Arial"/>
                <a:ea typeface="Arial"/>
                <a:cs typeface="Arial"/>
                <a:sym typeface="Arial"/>
              </a:rPr>
              <a:t>     5.1 x10</a:t>
            </a:r>
            <a:r>
              <a:rPr b="1" baseline="30000" i="0" lang="en-US" sz="2000" u="none" cap="none" strike="noStrike">
                <a:solidFill>
                  <a:schemeClr val="dk1"/>
                </a:solidFill>
                <a:latin typeface="Arial"/>
                <a:ea typeface="Arial"/>
                <a:cs typeface="Arial"/>
                <a:sym typeface="Arial"/>
              </a:rPr>
              <a:t>21</a:t>
            </a:r>
            <a:r>
              <a:rPr b="1" i="0" lang="en-US" sz="2000" u="none" cap="none" strike="noStrike">
                <a:solidFill>
                  <a:schemeClr val="dk1"/>
                </a:solidFill>
                <a:latin typeface="Arial"/>
                <a:ea typeface="Arial"/>
                <a:cs typeface="Arial"/>
                <a:sym typeface="Arial"/>
              </a:rPr>
              <a:t> atoms!	</a:t>
            </a:r>
            <a:endParaRPr b="1" i="0" sz="2000" u="none" cap="none" strike="noStrike">
              <a:solidFill>
                <a:schemeClr val="dk1"/>
              </a:solidFill>
              <a:latin typeface="Arial"/>
              <a:ea typeface="Arial"/>
              <a:cs typeface="Arial"/>
              <a:sym typeface="Arial"/>
            </a:endParaRPr>
          </a:p>
          <a:p>
            <a:pPr indent="0" lvl="0" marL="0" marR="0" rtl="0" algn="l">
              <a:spcBef>
                <a:spcPts val="1000"/>
              </a:spcBef>
              <a:spcAft>
                <a:spcPts val="0"/>
              </a:spcAft>
              <a:buClr>
                <a:schemeClr val="dk1"/>
              </a:buClr>
              <a:buFont typeface="Arial"/>
              <a:buNone/>
            </a:pPr>
            <a:r>
              <a:t/>
            </a:r>
            <a:endParaRPr b="1" i="0" sz="2000" u="none" cap="none" strike="noStrike">
              <a:solidFill>
                <a:schemeClr val="dk1"/>
              </a:solidFill>
              <a:latin typeface="Arial"/>
              <a:ea typeface="Arial"/>
              <a:cs typeface="Arial"/>
              <a:sym typeface="Arial"/>
            </a:endParaRPr>
          </a:p>
        </p:txBody>
      </p:sp>
      <p:sp>
        <p:nvSpPr>
          <p:cNvPr id="131" name="Google Shape;131;p18"/>
          <p:cNvSpPr txBox="1"/>
          <p:nvPr/>
        </p:nvSpPr>
        <p:spPr>
          <a:xfrm>
            <a:off x="1447800" y="5257799"/>
            <a:ext cx="5867400" cy="461665"/>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400" u="none" cap="none" strike="noStrike">
                <a:solidFill>
                  <a:schemeClr val="dk1"/>
                </a:solidFill>
                <a:latin typeface="Arial"/>
                <a:ea typeface="Arial"/>
                <a:cs typeface="Arial"/>
                <a:sym typeface="Arial"/>
              </a:rPr>
              <a:t>This is </a:t>
            </a:r>
            <a:r>
              <a:rPr b="1" i="0" lang="en-US" sz="2400" u="sng" cap="none" strike="noStrike">
                <a:solidFill>
                  <a:schemeClr val="dk1"/>
                </a:solidFill>
                <a:latin typeface="Arial"/>
                <a:ea typeface="Arial"/>
                <a:cs typeface="Arial"/>
                <a:sym typeface="Arial"/>
              </a:rPr>
              <a:t>very</a:t>
            </a:r>
            <a:r>
              <a:rPr b="1" i="0" lang="en-US" sz="2400" u="none" cap="none" strike="noStrike">
                <a:solidFill>
                  <a:schemeClr val="dk1"/>
                </a:solidFill>
                <a:latin typeface="Arial"/>
                <a:ea typeface="Arial"/>
                <a:cs typeface="Arial"/>
                <a:sym typeface="Arial"/>
              </a:rPr>
              <a:t> inconvenient!</a:t>
            </a:r>
            <a:endParaRPr b="1" i="0" sz="2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9"/>
          <p:cNvSpPr txBox="1"/>
          <p:nvPr>
            <p:ph type="title"/>
          </p:nvPr>
        </p:nvSpPr>
        <p:spPr>
          <a:xfrm>
            <a:off x="457200" y="152718"/>
            <a:ext cx="5791200" cy="1371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9"/>
          <p:cNvSpPr txBox="1"/>
          <p:nvPr>
            <p:ph idx="1" type="body"/>
          </p:nvPr>
        </p:nvSpPr>
        <p:spPr>
          <a:xfrm>
            <a:off x="457200" y="1752600"/>
            <a:ext cx="7620000" cy="4373700"/>
          </a:xfrm>
          <a:prstGeom prst="rect">
            <a:avLst/>
          </a:prstGeom>
        </p:spPr>
        <p:txBody>
          <a:bodyPr anchorCtr="0" anchor="t" bIns="91425" lIns="91425" spcFirstLastPara="1" rIns="91425" wrap="square" tIns="91425">
            <a:noAutofit/>
          </a:bodyPr>
          <a:lstStyle/>
          <a:p>
            <a:pPr indent="0" lvl="0" marL="0" rtl="0" algn="l">
              <a:spcBef>
                <a:spcPts val="400"/>
              </a:spcBef>
              <a:spcAft>
                <a:spcPts val="600"/>
              </a:spcAft>
              <a:buNone/>
            </a:pPr>
            <a:r>
              <a:t/>
            </a:r>
            <a:endParaRPr/>
          </a:p>
        </p:txBody>
      </p:sp>
      <p:pic>
        <p:nvPicPr>
          <p:cNvPr descr="Yes, it's a funny name for a measurement, but it's also REALLY important to Chemistry. In this episode of Study Hall: Chemistry, Will walks us through how the mole works, why it's important, and why it's sometimes confusing. Let's dive in!&#10;&#10;Presented by Arizona State University and Crash Course, Study Hall is a tailored series of YouTube Learning Playlists aimed at helping you with resources to navigate college and your education path. Count on Study Hall to guide you to and through college. &#10;&#10;Thanks to viewers like you, Study Hall has grown and moved from the ASU YouTube channel, where it launched in 2020, to its own channel. View your favorite videos and new ones at https://links.asu.edu/gostudyhallh1. We can’t wait to see you there!&#10;&#10;🔔 Subscribe: http://www.youtube.com/asu&#10;&#10;About ASU:&#10;&#10;Recognized by U.S. News &amp; World Report as the country’s most innovative school, Arizona State University is where students and faculty work with NASA to develop, advance and lead innovations in space exploration. ASU graduates more than 20,000 thinkers, innovators and master learners every year. See how ASU is building the next generation of leaders by providing access to education through a variety of digital learning assets: http://links.asu.edu/clfqy&#10;&#10;Connect with Arizona State University: &#10;&#10;Visit ASU's website: http://links.asu.edu/clfqylo&#10;Follow ASU on Facebook: https://www.facebook.com/arizonastate... &#10;Follow ASU on Twitter: https://twitter.com/asu &#10;Follow ASU on Instagram: https://www.instagram.com/arizonastat... &#10;Connect with ASU on LinkedIn: https://www.linkedin.com/company/ariz..." id="138" name="Google Shape;138;p19" title="What is The Mole?: Study Hall Chemistry #7: ASU + Crash Course">
            <a:hlinkClick r:id="rId3"/>
          </p:cNvPr>
          <p:cNvPicPr preferRelativeResize="0"/>
          <p:nvPr/>
        </p:nvPicPr>
        <p:blipFill>
          <a:blip r:embed="rId4">
            <a:alphaModFix/>
          </a:blip>
          <a:stretch>
            <a:fillRect/>
          </a:stretch>
        </p:blipFill>
        <p:spPr>
          <a:xfrm>
            <a:off x="-700450" y="463250"/>
            <a:ext cx="9844450" cy="55374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0"/>
          <p:cNvSpPr txBox="1"/>
          <p:nvPr>
            <p:ph type="title"/>
          </p:nvPr>
        </p:nvSpPr>
        <p:spPr>
          <a:xfrm>
            <a:off x="457200" y="152718"/>
            <a:ext cx="5791200" cy="13716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dk2"/>
              </a:buClr>
              <a:buFont typeface="Arial Black"/>
              <a:buNone/>
            </a:pPr>
            <a:r>
              <a:rPr b="0" i="0" lang="en-US" sz="3600" u="none" cap="none" strike="noStrike">
                <a:solidFill>
                  <a:schemeClr val="dk2"/>
                </a:solidFill>
                <a:latin typeface="Arial Black"/>
                <a:ea typeface="Arial Black"/>
                <a:cs typeface="Arial Black"/>
                <a:sym typeface="Arial Black"/>
              </a:rPr>
              <a:t>DEFINING THE MOLE</a:t>
            </a:r>
            <a:endParaRPr b="0" i="0" sz="3600" u="none" cap="none" strike="noStrike">
              <a:solidFill>
                <a:schemeClr val="dk2"/>
              </a:solidFill>
              <a:latin typeface="Arial Black"/>
              <a:ea typeface="Arial Black"/>
              <a:cs typeface="Arial Black"/>
              <a:sym typeface="Arial Black"/>
            </a:endParaRPr>
          </a:p>
        </p:txBody>
      </p:sp>
      <p:sp>
        <p:nvSpPr>
          <p:cNvPr id="144" name="Google Shape;144;p20"/>
          <p:cNvSpPr txBox="1"/>
          <p:nvPr>
            <p:ph idx="1" type="body"/>
          </p:nvPr>
        </p:nvSpPr>
        <p:spPr>
          <a:xfrm>
            <a:off x="457200" y="1752600"/>
            <a:ext cx="7620000" cy="437356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Font typeface="Arial"/>
              <a:buNone/>
            </a:pPr>
            <a:r>
              <a:rPr b="1" i="0" lang="en-US" sz="2000" u="none" cap="none" strike="noStrike">
                <a:solidFill>
                  <a:schemeClr val="dk1"/>
                </a:solidFill>
                <a:latin typeface="Arial"/>
                <a:ea typeface="Arial"/>
                <a:cs typeface="Arial"/>
                <a:sym typeface="Arial"/>
              </a:rPr>
              <a:t>The mole was based on the number of atoms in 12 grams of the isotope carbon-12:</a:t>
            </a:r>
            <a:endParaRPr/>
          </a:p>
          <a:p>
            <a:pPr indent="0" lvl="0" marL="0" marR="0" rtl="0" algn="l">
              <a:spcBef>
                <a:spcPts val="1000"/>
              </a:spcBef>
              <a:spcAft>
                <a:spcPts val="0"/>
              </a:spcAft>
              <a:buClr>
                <a:schemeClr val="dk1"/>
              </a:buClr>
              <a:buFont typeface="Arial"/>
              <a:buNone/>
            </a:pPr>
            <a:r>
              <a:t/>
            </a:r>
            <a:endParaRPr b="1" i="0" sz="2000" u="none" cap="none" strike="noStrike">
              <a:solidFill>
                <a:schemeClr val="dk1"/>
              </a:solidFill>
              <a:latin typeface="Arial"/>
              <a:ea typeface="Arial"/>
              <a:cs typeface="Arial"/>
              <a:sym typeface="Arial"/>
            </a:endParaRPr>
          </a:p>
          <a:p>
            <a:pPr indent="0" lvl="0" marL="0" marR="0" rtl="0" algn="l">
              <a:spcBef>
                <a:spcPts val="1080"/>
              </a:spcBef>
              <a:spcAft>
                <a:spcPts val="0"/>
              </a:spcAft>
              <a:buClr>
                <a:schemeClr val="dk1"/>
              </a:buClr>
              <a:buFont typeface="Arial"/>
              <a:buNone/>
            </a:pPr>
            <a:r>
              <a:rPr b="1" i="0" lang="en-US" sz="2400" u="none" cap="none" strike="noStrike">
                <a:solidFill>
                  <a:schemeClr val="dk1"/>
                </a:solidFill>
                <a:latin typeface="Times New Roman"/>
                <a:ea typeface="Times New Roman"/>
                <a:cs typeface="Times New Roman"/>
                <a:sym typeface="Times New Roman"/>
              </a:rPr>
              <a:t>	1 mole = </a:t>
            </a:r>
            <a:endParaRPr/>
          </a:p>
          <a:p>
            <a:pPr indent="0" lvl="0" marL="0" marR="0" rtl="0" algn="l">
              <a:spcBef>
                <a:spcPts val="1080"/>
              </a:spcBef>
              <a:spcAft>
                <a:spcPts val="0"/>
              </a:spcAft>
              <a:buClr>
                <a:schemeClr val="dk1"/>
              </a:buClr>
              <a:buFont typeface="Arial"/>
              <a:buNone/>
            </a:pPr>
            <a:r>
              <a:t/>
            </a:r>
            <a:endParaRPr b="1" i="0" sz="2400" u="none" cap="none" strike="noStrike">
              <a:solidFill>
                <a:schemeClr val="dk1"/>
              </a:solidFill>
              <a:latin typeface="Times New Roman"/>
              <a:ea typeface="Times New Roman"/>
              <a:cs typeface="Times New Roman"/>
              <a:sym typeface="Times New Roman"/>
            </a:endParaRPr>
          </a:p>
          <a:p>
            <a:pPr indent="0" lvl="0" marL="0" marR="0" rtl="0" algn="l">
              <a:spcBef>
                <a:spcPts val="1080"/>
              </a:spcBef>
              <a:spcAft>
                <a:spcPts val="0"/>
              </a:spcAft>
              <a:buClr>
                <a:schemeClr val="dk1"/>
              </a:buClr>
              <a:buFont typeface="Arial"/>
              <a:buNone/>
            </a:pPr>
            <a:r>
              <a:t/>
            </a:r>
            <a:endParaRPr b="1" i="0" sz="2400" u="none" cap="none" strike="noStrike">
              <a:solidFill>
                <a:schemeClr val="dk1"/>
              </a:solidFill>
              <a:latin typeface="Times New Roman"/>
              <a:ea typeface="Times New Roman"/>
              <a:cs typeface="Times New Roman"/>
              <a:sym typeface="Times New Roman"/>
            </a:endParaRPr>
          </a:p>
          <a:p>
            <a:pPr indent="0" lvl="0" marL="0" marR="0" rtl="0" algn="l">
              <a:spcBef>
                <a:spcPts val="1000"/>
              </a:spcBef>
              <a:spcAft>
                <a:spcPts val="0"/>
              </a:spcAft>
              <a:buClr>
                <a:schemeClr val="dk1"/>
              </a:buClr>
              <a:buFont typeface="Arial"/>
              <a:buNone/>
            </a:pPr>
            <a:r>
              <a:rPr b="1" i="0" lang="en-US" sz="2000" u="none" cap="none" strike="noStrike">
                <a:solidFill>
                  <a:schemeClr val="dk1"/>
                </a:solidFill>
                <a:latin typeface="Arial Black"/>
                <a:ea typeface="Arial Black"/>
                <a:cs typeface="Arial Black"/>
                <a:sym typeface="Arial Black"/>
              </a:rPr>
              <a:t>This is known as Avogadro’s Constant, or Avogadro</a:t>
            </a:r>
            <a:r>
              <a:rPr lang="en-US">
                <a:latin typeface="Arial Black"/>
                <a:ea typeface="Arial Black"/>
                <a:cs typeface="Arial Black"/>
                <a:sym typeface="Arial Black"/>
              </a:rPr>
              <a:t>’s Number</a:t>
            </a:r>
            <a:r>
              <a:rPr b="1" i="0" lang="en-US" sz="2000" u="none" cap="none" strike="noStrike">
                <a:solidFill>
                  <a:schemeClr val="dk1"/>
                </a:solidFill>
                <a:latin typeface="Arial Black"/>
                <a:ea typeface="Arial Black"/>
                <a:cs typeface="Arial Black"/>
                <a:sym typeface="Arial Black"/>
              </a:rPr>
              <a:t> (N</a:t>
            </a:r>
            <a:r>
              <a:rPr b="1" baseline="-25000" i="0" lang="en-US" sz="2000" u="none" cap="none" strike="noStrike">
                <a:solidFill>
                  <a:schemeClr val="dk1"/>
                </a:solidFill>
                <a:latin typeface="Arial Black"/>
                <a:ea typeface="Arial Black"/>
                <a:cs typeface="Arial Black"/>
                <a:sym typeface="Arial Black"/>
              </a:rPr>
              <a:t>A</a:t>
            </a:r>
            <a:r>
              <a:rPr b="1" i="0" lang="en-US" sz="2000" u="none" cap="none" strike="noStrike">
                <a:solidFill>
                  <a:schemeClr val="dk1"/>
                </a:solidFill>
                <a:latin typeface="Arial Black"/>
                <a:ea typeface="Arial Black"/>
                <a:cs typeface="Arial Black"/>
                <a:sym typeface="Arial Black"/>
              </a:rPr>
              <a:t>).</a:t>
            </a:r>
            <a:endParaRPr b="1" i="0" sz="2000" u="none" cap="none" strike="noStrike">
              <a:solidFill>
                <a:schemeClr val="dk1"/>
              </a:solidFill>
              <a:latin typeface="Arial Black"/>
              <a:ea typeface="Arial Black"/>
              <a:cs typeface="Arial Black"/>
              <a:sym typeface="Arial Black"/>
            </a:endParaRPr>
          </a:p>
        </p:txBody>
      </p:sp>
      <p:pic>
        <p:nvPicPr>
          <p:cNvPr id="145" name="Google Shape;145;p20"/>
          <p:cNvPicPr preferRelativeResize="0"/>
          <p:nvPr/>
        </p:nvPicPr>
        <p:blipFill rotWithShape="1">
          <a:blip r:embed="rId3">
            <a:alphaModFix/>
          </a:blip>
          <a:srcRect b="0" l="0" r="0" t="0"/>
          <a:stretch/>
        </p:blipFill>
        <p:spPr>
          <a:xfrm>
            <a:off x="2740025" y="2819400"/>
            <a:ext cx="4795838" cy="838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1"/>
          <p:cNvSpPr txBox="1"/>
          <p:nvPr>
            <p:ph type="title"/>
          </p:nvPr>
        </p:nvSpPr>
        <p:spPr>
          <a:xfrm>
            <a:off x="615300" y="534750"/>
            <a:ext cx="7461900" cy="1371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CALCULATING MOLES FROM PARTICLES - </a:t>
            </a:r>
            <a:r>
              <a:rPr lang="en-US"/>
              <a:t>Return</a:t>
            </a:r>
            <a:r>
              <a:rPr lang="en-US"/>
              <a:t> to Groups of 3 at boards</a:t>
            </a:r>
            <a:endParaRPr/>
          </a:p>
        </p:txBody>
      </p:sp>
      <p:sp>
        <p:nvSpPr>
          <p:cNvPr id="151" name="Google Shape;151;p21"/>
          <p:cNvSpPr/>
          <p:nvPr/>
        </p:nvSpPr>
        <p:spPr>
          <a:xfrm>
            <a:off x="5658625" y="3024600"/>
            <a:ext cx="2475900" cy="1829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21"/>
          <p:cNvSpPr txBox="1"/>
          <p:nvPr/>
        </p:nvSpPr>
        <p:spPr>
          <a:xfrm>
            <a:off x="5879425" y="3305975"/>
            <a:ext cx="2034300" cy="9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t>Amount in MOLES</a:t>
            </a:r>
            <a:endParaRPr sz="1900"/>
          </a:p>
        </p:txBody>
      </p:sp>
      <p:sp>
        <p:nvSpPr>
          <p:cNvPr id="153" name="Google Shape;153;p21"/>
          <p:cNvSpPr/>
          <p:nvPr/>
        </p:nvSpPr>
        <p:spPr>
          <a:xfrm>
            <a:off x="937975" y="2414150"/>
            <a:ext cx="2244900" cy="1583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4" name="Google Shape;154;p21"/>
          <p:cNvCxnSpPr>
            <a:stCxn id="153" idx="6"/>
            <a:endCxn id="151" idx="2"/>
          </p:cNvCxnSpPr>
          <p:nvPr/>
        </p:nvCxnSpPr>
        <p:spPr>
          <a:xfrm>
            <a:off x="3182875" y="3206000"/>
            <a:ext cx="2475900" cy="733500"/>
          </a:xfrm>
          <a:prstGeom prst="straightConnector1">
            <a:avLst/>
          </a:prstGeom>
          <a:noFill/>
          <a:ln cap="flat" cmpd="sng" w="38100">
            <a:solidFill>
              <a:schemeClr val="dk2"/>
            </a:solidFill>
            <a:prstDash val="solid"/>
            <a:round/>
            <a:headEnd len="med" w="med" type="stealth"/>
            <a:tailEnd len="med" w="med" type="stealth"/>
          </a:ln>
        </p:spPr>
      </p:cxnSp>
      <p:sp>
        <p:nvSpPr>
          <p:cNvPr id="155" name="Google Shape;155;p21"/>
          <p:cNvSpPr txBox="1"/>
          <p:nvPr/>
        </p:nvSpPr>
        <p:spPr>
          <a:xfrm>
            <a:off x="937975" y="2626250"/>
            <a:ext cx="1891200" cy="137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500"/>
              <a:t>Amount in Particles</a:t>
            </a:r>
            <a:endParaRPr b="1" sz="2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ph type="title"/>
          </p:nvPr>
        </p:nvSpPr>
        <p:spPr>
          <a:xfrm>
            <a:off x="814975" y="614025"/>
            <a:ext cx="7104000" cy="1371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If you have 6.02x10</a:t>
            </a:r>
            <a:r>
              <a:rPr baseline="30000" lang="en-US"/>
              <a:t>23</a:t>
            </a:r>
            <a:r>
              <a:rPr lang="en-US"/>
              <a:t>  eggs how many moles do you have? </a:t>
            </a:r>
            <a:endParaRPr/>
          </a:p>
        </p:txBody>
      </p:sp>
      <p:sp>
        <p:nvSpPr>
          <p:cNvPr id="161" name="Google Shape;161;p22"/>
          <p:cNvSpPr txBox="1"/>
          <p:nvPr>
            <p:ph idx="1" type="body"/>
          </p:nvPr>
        </p:nvSpPr>
        <p:spPr>
          <a:xfrm>
            <a:off x="457200" y="2368000"/>
            <a:ext cx="7620000" cy="37584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sz="2300"/>
              <a:t>Set up an EQUATION to get from particles to amount in MOLES and solve it using:</a:t>
            </a:r>
            <a:endParaRPr sz="2300"/>
          </a:p>
          <a:p>
            <a:pPr indent="0" lvl="0" marL="0" rtl="0" algn="l">
              <a:spcBef>
                <a:spcPts val="600"/>
              </a:spcBef>
              <a:spcAft>
                <a:spcPts val="0"/>
              </a:spcAft>
              <a:buNone/>
            </a:pPr>
            <a:r>
              <a:t/>
            </a:r>
            <a:endParaRPr sz="2300"/>
          </a:p>
          <a:p>
            <a:pPr indent="0" lvl="0" marL="0" rtl="0" algn="l">
              <a:spcBef>
                <a:spcPts val="600"/>
              </a:spcBef>
              <a:spcAft>
                <a:spcPts val="0"/>
              </a:spcAft>
              <a:buNone/>
            </a:pPr>
            <a:r>
              <a:rPr lang="en-US" sz="2300"/>
              <a:t>p = Number of particles you have</a:t>
            </a:r>
            <a:endParaRPr sz="2300"/>
          </a:p>
          <a:p>
            <a:pPr indent="0" lvl="0" marL="0" rtl="0" algn="l">
              <a:spcBef>
                <a:spcPts val="600"/>
              </a:spcBef>
              <a:spcAft>
                <a:spcPts val="0"/>
              </a:spcAft>
              <a:buNone/>
            </a:pPr>
            <a:r>
              <a:rPr lang="en-US" sz="2300"/>
              <a:t>N</a:t>
            </a:r>
            <a:r>
              <a:rPr baseline="-25000" lang="en-US" sz="2300"/>
              <a:t>A</a:t>
            </a:r>
            <a:r>
              <a:rPr lang="en-US" sz="2300"/>
              <a:t> = number in 1 mole (this is Avogadro’s number)</a:t>
            </a:r>
            <a:endParaRPr sz="2300"/>
          </a:p>
          <a:p>
            <a:pPr indent="0" lvl="0" marL="0" rtl="0" algn="l">
              <a:spcBef>
                <a:spcPts val="600"/>
              </a:spcBef>
              <a:spcAft>
                <a:spcPts val="600"/>
              </a:spcAft>
              <a:buNone/>
            </a:pPr>
            <a:r>
              <a:rPr lang="en-US" sz="2300"/>
              <a:t>n = the number of moles you have</a:t>
            </a:r>
            <a:endParaRPr sz="23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txBox="1"/>
          <p:nvPr/>
        </p:nvSpPr>
        <p:spPr>
          <a:xfrm>
            <a:off x="102450" y="465075"/>
            <a:ext cx="8318700" cy="12930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3600">
                <a:solidFill>
                  <a:schemeClr val="dk2"/>
                </a:solidFill>
                <a:latin typeface="Arial Black"/>
                <a:ea typeface="Arial Black"/>
                <a:cs typeface="Arial Black"/>
                <a:sym typeface="Arial Black"/>
              </a:rPr>
              <a:t>If you have 1.81x10</a:t>
            </a:r>
            <a:r>
              <a:rPr baseline="30000" lang="en-US" sz="3600">
                <a:solidFill>
                  <a:schemeClr val="dk2"/>
                </a:solidFill>
                <a:latin typeface="Arial Black"/>
                <a:ea typeface="Arial Black"/>
                <a:cs typeface="Arial Black"/>
                <a:sym typeface="Arial Black"/>
              </a:rPr>
              <a:t>24</a:t>
            </a:r>
            <a:r>
              <a:rPr lang="en-US" sz="3600">
                <a:solidFill>
                  <a:schemeClr val="dk2"/>
                </a:solidFill>
                <a:latin typeface="Arial Black"/>
                <a:ea typeface="Arial Black"/>
                <a:cs typeface="Arial Black"/>
                <a:sym typeface="Arial Black"/>
              </a:rPr>
              <a:t>  eggs how many moles do you have? </a:t>
            </a:r>
            <a:endParaRPr/>
          </a:p>
        </p:txBody>
      </p:sp>
      <p:sp>
        <p:nvSpPr>
          <p:cNvPr id="167" name="Google Shape;167;p23"/>
          <p:cNvSpPr txBox="1"/>
          <p:nvPr/>
        </p:nvSpPr>
        <p:spPr>
          <a:xfrm>
            <a:off x="156150" y="2229475"/>
            <a:ext cx="8211300" cy="19299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600">
                <a:solidFill>
                  <a:schemeClr val="dk2"/>
                </a:solidFill>
                <a:latin typeface="Arial Black"/>
                <a:ea typeface="Arial Black"/>
                <a:cs typeface="Arial Black"/>
                <a:sym typeface="Arial Black"/>
              </a:rPr>
              <a:t>Would your answer change if it was</a:t>
            </a:r>
            <a:r>
              <a:rPr lang="en-US" sz="3600">
                <a:solidFill>
                  <a:schemeClr val="dk2"/>
                </a:solidFill>
                <a:latin typeface="Arial Black"/>
                <a:ea typeface="Arial Black"/>
                <a:cs typeface="Arial Black"/>
                <a:sym typeface="Arial Black"/>
              </a:rPr>
              <a:t> 1.81x10</a:t>
            </a:r>
            <a:r>
              <a:rPr baseline="30000" lang="en-US" sz="3600">
                <a:solidFill>
                  <a:schemeClr val="dk2"/>
                </a:solidFill>
                <a:latin typeface="Arial Black"/>
                <a:ea typeface="Arial Black"/>
                <a:cs typeface="Arial Black"/>
                <a:sym typeface="Arial Black"/>
              </a:rPr>
              <a:t>24</a:t>
            </a:r>
            <a:r>
              <a:rPr lang="en-US" sz="3600">
                <a:solidFill>
                  <a:schemeClr val="dk2"/>
                </a:solidFill>
                <a:latin typeface="Arial Black"/>
                <a:ea typeface="Arial Black"/>
                <a:cs typeface="Arial Black"/>
                <a:sym typeface="Arial Black"/>
              </a:rPr>
              <a:t> particles of sodium (Na)?</a:t>
            </a:r>
            <a:endParaRPr/>
          </a:p>
        </p:txBody>
      </p:sp>
      <p:sp>
        <p:nvSpPr>
          <p:cNvPr id="168" name="Google Shape;168;p23"/>
          <p:cNvSpPr txBox="1"/>
          <p:nvPr/>
        </p:nvSpPr>
        <p:spPr>
          <a:xfrm>
            <a:off x="156150" y="4630775"/>
            <a:ext cx="8211300" cy="15378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3600">
                <a:solidFill>
                  <a:schemeClr val="dk2"/>
                </a:solidFill>
                <a:latin typeface="Arial Black"/>
                <a:ea typeface="Arial Black"/>
                <a:cs typeface="Arial Black"/>
                <a:sym typeface="Arial Black"/>
              </a:rPr>
              <a:t>How about</a:t>
            </a:r>
            <a:r>
              <a:rPr lang="en-US" sz="3600">
                <a:solidFill>
                  <a:schemeClr val="dk2"/>
                </a:solidFill>
                <a:latin typeface="Arial Black"/>
                <a:ea typeface="Arial Black"/>
                <a:cs typeface="Arial Black"/>
                <a:sym typeface="Arial Black"/>
              </a:rPr>
              <a:t> if it was 1.81x10</a:t>
            </a:r>
            <a:r>
              <a:rPr baseline="30000" lang="en-US" sz="3600">
                <a:solidFill>
                  <a:schemeClr val="dk2"/>
                </a:solidFill>
                <a:latin typeface="Arial Black"/>
                <a:ea typeface="Arial Black"/>
                <a:cs typeface="Arial Black"/>
                <a:sym typeface="Arial Black"/>
              </a:rPr>
              <a:t>24</a:t>
            </a:r>
            <a:r>
              <a:rPr lang="en-US" sz="3600">
                <a:solidFill>
                  <a:schemeClr val="dk2"/>
                </a:solidFill>
                <a:latin typeface="Arial Black"/>
                <a:ea typeface="Arial Black"/>
                <a:cs typeface="Arial Black"/>
                <a:sym typeface="Arial Black"/>
              </a:rPr>
              <a:t> particles of CO</a:t>
            </a:r>
            <a:r>
              <a:rPr baseline="-25000" lang="en-US" sz="3600">
                <a:solidFill>
                  <a:schemeClr val="dk2"/>
                </a:solidFill>
                <a:latin typeface="Arial Black"/>
                <a:ea typeface="Arial Black"/>
                <a:cs typeface="Arial Black"/>
                <a:sym typeface="Arial Black"/>
              </a:rPr>
              <a:t>2</a:t>
            </a:r>
            <a:r>
              <a:rPr lang="en-US" sz="3600">
                <a:solidFill>
                  <a:schemeClr val="dk2"/>
                </a:solidFill>
                <a:latin typeface="Arial Black"/>
                <a:ea typeface="Arial Black"/>
                <a:cs typeface="Arial Black"/>
                <a:sym typeface="Arial Black"/>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type="title"/>
          </p:nvPr>
        </p:nvSpPr>
        <p:spPr>
          <a:xfrm>
            <a:off x="457200" y="304800"/>
            <a:ext cx="5791200" cy="1067118"/>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dk2"/>
              </a:buClr>
              <a:buFont typeface="Arial Black"/>
              <a:buNone/>
            </a:pPr>
            <a:r>
              <a:rPr b="0" i="0" lang="en-US" sz="2800" u="none" cap="none" strike="noStrike">
                <a:solidFill>
                  <a:schemeClr val="dk2"/>
                </a:solidFill>
                <a:latin typeface="Arial Black"/>
                <a:ea typeface="Arial Black"/>
                <a:cs typeface="Arial Black"/>
                <a:sym typeface="Arial Black"/>
              </a:rPr>
              <a:t>CALCULATING  </a:t>
            </a:r>
            <a:r>
              <a:rPr lang="en-US" sz="2800"/>
              <a:t>PARTICLES FROM </a:t>
            </a:r>
            <a:r>
              <a:rPr b="0" i="0" lang="en-US" sz="2800" u="none" cap="none" strike="noStrike">
                <a:solidFill>
                  <a:schemeClr val="dk2"/>
                </a:solidFill>
                <a:latin typeface="Arial Black"/>
                <a:ea typeface="Arial Black"/>
                <a:cs typeface="Arial Black"/>
                <a:sym typeface="Arial Black"/>
              </a:rPr>
              <a:t>MOLES </a:t>
            </a:r>
            <a:endParaRPr b="0" i="0" sz="2800" u="none" cap="none" strike="noStrike">
              <a:solidFill>
                <a:schemeClr val="dk2"/>
              </a:solidFill>
              <a:latin typeface="Arial Black"/>
              <a:ea typeface="Arial Black"/>
              <a:cs typeface="Arial Black"/>
              <a:sym typeface="Arial Black"/>
            </a:endParaRPr>
          </a:p>
        </p:txBody>
      </p:sp>
      <p:sp>
        <p:nvSpPr>
          <p:cNvPr id="174" name="Google Shape;174;p24"/>
          <p:cNvSpPr txBox="1"/>
          <p:nvPr>
            <p:ph idx="1" type="body"/>
          </p:nvPr>
        </p:nvSpPr>
        <p:spPr>
          <a:xfrm>
            <a:off x="457200" y="1245500"/>
            <a:ext cx="8229600" cy="15939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Font typeface="Arial"/>
              <a:buNone/>
            </a:pPr>
            <a:r>
              <a:rPr b="1" i="0" lang="en-US" sz="2400" u="none" cap="none" strike="noStrike">
                <a:solidFill>
                  <a:schemeClr val="dk1"/>
                </a:solidFill>
                <a:latin typeface="Arial"/>
                <a:ea typeface="Arial"/>
                <a:cs typeface="Arial"/>
                <a:sym typeface="Arial"/>
              </a:rPr>
              <a:t>How many MgCl</a:t>
            </a:r>
            <a:r>
              <a:rPr b="1" baseline="-25000" i="0" lang="en-US" sz="2400" u="none" cap="none" strike="noStrike">
                <a:solidFill>
                  <a:schemeClr val="dk1"/>
                </a:solidFill>
                <a:latin typeface="Arial"/>
                <a:ea typeface="Arial"/>
                <a:cs typeface="Arial"/>
                <a:sym typeface="Arial"/>
              </a:rPr>
              <a:t>2</a:t>
            </a:r>
            <a:r>
              <a:rPr b="1" i="0" lang="en-US" sz="2400" u="none" cap="none" strike="noStrike">
                <a:solidFill>
                  <a:schemeClr val="dk1"/>
                </a:solidFill>
                <a:latin typeface="Arial"/>
                <a:ea typeface="Arial"/>
                <a:cs typeface="Arial"/>
                <a:sym typeface="Arial"/>
              </a:rPr>
              <a:t> formula units {ie particles} are present in 2.63 moles?</a:t>
            </a:r>
            <a:endParaRPr b="1" i="0" sz="24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Font typeface="Arial"/>
              <a:buNone/>
            </a:pPr>
            <a:r>
              <a:t/>
            </a:r>
            <a:endParaRPr sz="2400"/>
          </a:p>
          <a:p>
            <a:pPr indent="0" lvl="0" marL="0" marR="0" rtl="0" algn="l">
              <a:lnSpc>
                <a:spcPct val="80000"/>
              </a:lnSpc>
              <a:spcBef>
                <a:spcPts val="1080"/>
              </a:spcBef>
              <a:spcAft>
                <a:spcPts val="0"/>
              </a:spcAft>
              <a:buClr>
                <a:schemeClr val="dk1"/>
              </a:buClr>
              <a:buFont typeface="Arial"/>
              <a:buNone/>
            </a:pPr>
            <a:r>
              <a:rPr lang="en-US" sz="2400"/>
              <a:t>REARRANGE YOUR EQUATION </a:t>
            </a:r>
            <a:endParaRPr b="1" i="0" sz="2400" u="none" cap="none" strike="noStrike">
              <a:solidFill>
                <a:schemeClr val="dk1"/>
              </a:solidFill>
              <a:latin typeface="Arial"/>
              <a:ea typeface="Arial"/>
              <a:cs typeface="Arial"/>
              <a:sym typeface="Arial"/>
            </a:endParaRPr>
          </a:p>
          <a:p>
            <a:pPr indent="0" lvl="0" marL="0" marR="0" rtl="0" algn="l">
              <a:lnSpc>
                <a:spcPct val="80000"/>
              </a:lnSpc>
              <a:spcBef>
                <a:spcPts val="935"/>
              </a:spcBef>
              <a:spcAft>
                <a:spcPts val="0"/>
              </a:spcAft>
              <a:buClr>
                <a:schemeClr val="dk1"/>
              </a:buClr>
              <a:buFont typeface="Arial"/>
              <a:buNone/>
            </a:pPr>
            <a:r>
              <a:t/>
            </a:r>
            <a:endParaRPr b="1" i="0" sz="1675" u="none" cap="none" strike="noStrike">
              <a:solidFill>
                <a:schemeClr val="dk1"/>
              </a:solidFill>
              <a:latin typeface="Arial"/>
              <a:ea typeface="Arial"/>
              <a:cs typeface="Arial"/>
              <a:sym typeface="Arial"/>
            </a:endParaRPr>
          </a:p>
          <a:p>
            <a:pPr indent="0" lvl="0" marL="0" marR="0" rtl="0" algn="l">
              <a:lnSpc>
                <a:spcPct val="80000"/>
              </a:lnSpc>
              <a:spcBef>
                <a:spcPts val="935"/>
              </a:spcBef>
              <a:spcAft>
                <a:spcPts val="0"/>
              </a:spcAft>
              <a:buClr>
                <a:schemeClr val="dk1"/>
              </a:buClr>
              <a:buFont typeface="Arial"/>
              <a:buNone/>
            </a:pPr>
            <a:r>
              <a:t/>
            </a:r>
            <a:endParaRPr b="1" i="0" sz="1675" u="none" cap="none" strike="noStrike">
              <a:solidFill>
                <a:schemeClr val="dk1"/>
              </a:solidFill>
              <a:latin typeface="Arial"/>
              <a:ea typeface="Arial"/>
              <a:cs typeface="Arial"/>
              <a:sym typeface="Arial"/>
            </a:endParaRPr>
          </a:p>
          <a:p>
            <a:pPr indent="0" lvl="0" marL="0" marR="0" rtl="0" algn="l">
              <a:lnSpc>
                <a:spcPct val="80000"/>
              </a:lnSpc>
              <a:spcBef>
                <a:spcPts val="935"/>
              </a:spcBef>
              <a:spcAft>
                <a:spcPts val="0"/>
              </a:spcAft>
              <a:buClr>
                <a:schemeClr val="dk1"/>
              </a:buClr>
              <a:buFont typeface="Arial"/>
              <a:buNone/>
            </a:pPr>
            <a:r>
              <a:t/>
            </a:r>
            <a:endParaRPr b="1" i="0" sz="1675" u="none" cap="none" strike="noStrike">
              <a:solidFill>
                <a:schemeClr val="dk1"/>
              </a:solidFill>
              <a:latin typeface="Arial"/>
              <a:ea typeface="Arial"/>
              <a:cs typeface="Arial"/>
              <a:sym typeface="Arial"/>
            </a:endParaRPr>
          </a:p>
          <a:p>
            <a:pPr indent="0" lvl="0" marL="0" marR="0" rtl="0" algn="l">
              <a:lnSpc>
                <a:spcPct val="80000"/>
              </a:lnSpc>
              <a:spcBef>
                <a:spcPts val="935"/>
              </a:spcBef>
              <a:spcAft>
                <a:spcPts val="0"/>
              </a:spcAft>
              <a:buClr>
                <a:schemeClr val="dk1"/>
              </a:buClr>
              <a:buFont typeface="Arial"/>
              <a:buNone/>
            </a:pPr>
            <a:r>
              <a:t/>
            </a:r>
            <a:endParaRPr b="1" i="0" sz="1675" u="none" cap="none" strike="noStrike">
              <a:solidFill>
                <a:schemeClr val="dk1"/>
              </a:solidFill>
              <a:latin typeface="Arial"/>
              <a:ea typeface="Arial"/>
              <a:cs typeface="Arial"/>
              <a:sym typeface="Arial"/>
            </a:endParaRPr>
          </a:p>
          <a:p>
            <a:pPr indent="0" lvl="0" marL="0" marR="0" rtl="0" algn="l">
              <a:lnSpc>
                <a:spcPct val="80000"/>
              </a:lnSpc>
              <a:spcBef>
                <a:spcPts val="935"/>
              </a:spcBef>
              <a:spcAft>
                <a:spcPts val="0"/>
              </a:spcAft>
              <a:buClr>
                <a:schemeClr val="dk1"/>
              </a:buClr>
              <a:buFont typeface="Arial"/>
              <a:buNone/>
            </a:pPr>
            <a:r>
              <a:t/>
            </a:r>
            <a:endParaRPr b="1" i="0" sz="1675" u="none" cap="none" strike="noStrike">
              <a:solidFill>
                <a:schemeClr val="dk1"/>
              </a:solidFill>
              <a:latin typeface="Arial"/>
              <a:ea typeface="Arial"/>
              <a:cs typeface="Arial"/>
              <a:sym typeface="Arial"/>
            </a:endParaRPr>
          </a:p>
          <a:p>
            <a:pPr indent="0" lvl="0" marL="0" marR="0" rtl="0" algn="l">
              <a:lnSpc>
                <a:spcPct val="80000"/>
              </a:lnSpc>
              <a:spcBef>
                <a:spcPts val="700"/>
              </a:spcBef>
              <a:spcAft>
                <a:spcPts val="0"/>
              </a:spcAft>
              <a:buClr>
                <a:schemeClr val="dk1"/>
              </a:buClr>
              <a:buFont typeface="Arial"/>
              <a:buNone/>
            </a:pPr>
            <a:r>
              <a:t/>
            </a:r>
            <a:endParaRPr b="1" i="0" sz="500" u="none" cap="none" strike="noStrike">
              <a:solidFill>
                <a:schemeClr val="dk1"/>
              </a:solidFill>
              <a:latin typeface="Arial"/>
              <a:ea typeface="Arial"/>
              <a:cs typeface="Arial"/>
              <a:sym typeface="Arial"/>
            </a:endParaRPr>
          </a:p>
          <a:p>
            <a:pPr indent="0" lvl="0" marL="0" marR="0" rtl="0" algn="l">
              <a:lnSpc>
                <a:spcPct val="80000"/>
              </a:lnSpc>
              <a:spcBef>
                <a:spcPts val="700"/>
              </a:spcBef>
              <a:spcAft>
                <a:spcPts val="0"/>
              </a:spcAft>
              <a:buClr>
                <a:schemeClr val="dk1"/>
              </a:buClr>
              <a:buFont typeface="Arial"/>
              <a:buNone/>
            </a:pPr>
            <a:r>
              <a:rPr b="1" i="0" lang="en-US" sz="500" u="none" cap="none" strike="noStrike">
                <a:solidFill>
                  <a:schemeClr val="dk1"/>
                </a:solidFill>
                <a:latin typeface="Arial"/>
                <a:ea typeface="Arial"/>
                <a:cs typeface="Arial"/>
                <a:sym typeface="Arial"/>
              </a:rPr>
              <a:t>	 </a:t>
            </a:r>
            <a:endParaRPr b="1" i="0" sz="500" u="none" cap="none" strike="noStrike">
              <a:solidFill>
                <a:schemeClr val="dk1"/>
              </a:solidFill>
              <a:latin typeface="Arial"/>
              <a:ea typeface="Arial"/>
              <a:cs typeface="Arial"/>
              <a:sym typeface="Arial"/>
            </a:endParaRPr>
          </a:p>
        </p:txBody>
      </p:sp>
      <p:sp>
        <p:nvSpPr>
          <p:cNvPr id="175" name="Google Shape;175;p24"/>
          <p:cNvSpPr/>
          <p:nvPr/>
        </p:nvSpPr>
        <p:spPr>
          <a:xfrm>
            <a:off x="0" y="0"/>
            <a:ext cx="9144000" cy="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76" name="Google Shape;176;p24"/>
          <p:cNvPicPr preferRelativeResize="0"/>
          <p:nvPr/>
        </p:nvPicPr>
        <p:blipFill rotWithShape="1">
          <a:blip r:embed="rId3">
            <a:alphaModFix/>
          </a:blip>
          <a:srcRect b="0" l="0" r="0" t="0"/>
          <a:stretch/>
        </p:blipFill>
        <p:spPr>
          <a:xfrm>
            <a:off x="1598350" y="3685225"/>
            <a:ext cx="4422900" cy="457200"/>
          </a:xfrm>
          <a:prstGeom prst="rect">
            <a:avLst/>
          </a:prstGeom>
          <a:noFill/>
          <a:ln>
            <a:noFill/>
          </a:ln>
        </p:spPr>
      </p:pic>
      <p:pic>
        <p:nvPicPr>
          <p:cNvPr id="177" name="Google Shape;177;p24"/>
          <p:cNvPicPr preferRelativeResize="0"/>
          <p:nvPr/>
        </p:nvPicPr>
        <p:blipFill rotWithShape="1">
          <a:blip r:embed="rId4">
            <a:alphaModFix/>
          </a:blip>
          <a:srcRect b="0" l="0" r="0" t="0"/>
          <a:stretch/>
        </p:blipFill>
        <p:spPr>
          <a:xfrm>
            <a:off x="289424" y="4382892"/>
            <a:ext cx="8229600" cy="411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5"/>
          <p:cNvSpPr txBox="1"/>
          <p:nvPr>
            <p:ph type="title"/>
          </p:nvPr>
        </p:nvSpPr>
        <p:spPr>
          <a:xfrm>
            <a:off x="1012950" y="783178"/>
            <a:ext cx="6508500" cy="1923000"/>
          </a:xfrm>
          <a:prstGeom prst="rect">
            <a:avLst/>
          </a:prstGeom>
          <a:ln cap="flat" cmpd="sng" w="19050">
            <a:solidFill>
              <a:srgbClr val="000000"/>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US"/>
              <a:t>If you have 2 moles of Li, how many atoms (particles) do you have?</a:t>
            </a:r>
            <a:endParaRPr/>
          </a:p>
        </p:txBody>
      </p:sp>
      <p:sp>
        <p:nvSpPr>
          <p:cNvPr id="183" name="Google Shape;183;p25"/>
          <p:cNvSpPr txBox="1"/>
          <p:nvPr>
            <p:ph type="title"/>
          </p:nvPr>
        </p:nvSpPr>
        <p:spPr>
          <a:xfrm>
            <a:off x="1012950" y="3090724"/>
            <a:ext cx="6508500" cy="2545200"/>
          </a:xfrm>
          <a:prstGeom prst="rect">
            <a:avLst/>
          </a:prstGeom>
          <a:ln cap="flat" cmpd="sng" w="19050">
            <a:solidFill>
              <a:srgbClr val="000000"/>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US"/>
              <a:t>Again, would your answer change if it was </a:t>
            </a:r>
            <a:r>
              <a:rPr lang="en-US"/>
              <a:t> 2 moles of Li</a:t>
            </a:r>
            <a:r>
              <a:rPr baseline="-25000" lang="en-US"/>
              <a:t>2</a:t>
            </a:r>
            <a:r>
              <a:rPr lang="en-US"/>
              <a:t>O? 2 moles of C</a:t>
            </a:r>
            <a:r>
              <a:rPr baseline="-25000" lang="en-US"/>
              <a:t>2</a:t>
            </a:r>
            <a:r>
              <a:rPr lang="en-US"/>
              <a:t>H</a:t>
            </a:r>
            <a:r>
              <a:rPr baseline="-25000" lang="en-US"/>
              <a:t>4</a:t>
            </a:r>
            <a:r>
              <a:rPr lang="en-US"/>
              <a:t>? Of Elephants?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6"/>
          <p:cNvSpPr txBox="1"/>
          <p:nvPr>
            <p:ph idx="1" type="body"/>
          </p:nvPr>
        </p:nvSpPr>
        <p:spPr>
          <a:xfrm>
            <a:off x="123025" y="1752600"/>
            <a:ext cx="8257200" cy="4373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Font typeface="Arial"/>
              <a:buNone/>
            </a:pPr>
            <a:r>
              <a:rPr b="1" i="0" lang="en-US" sz="2000" u="none" cap="none" strike="noStrike">
                <a:solidFill>
                  <a:schemeClr val="dk1"/>
                </a:solidFill>
                <a:latin typeface="Arial"/>
                <a:ea typeface="Arial"/>
                <a:cs typeface="Arial"/>
                <a:sym typeface="Arial"/>
              </a:rPr>
              <a:t>The number of moles of a substance can be determined using this formula:</a:t>
            </a:r>
            <a:endParaRPr/>
          </a:p>
          <a:p>
            <a:pPr indent="0" lvl="0" marL="0" marR="0" rtl="0" algn="l">
              <a:spcBef>
                <a:spcPts val="1000"/>
              </a:spcBef>
              <a:spcAft>
                <a:spcPts val="0"/>
              </a:spcAft>
              <a:buClr>
                <a:schemeClr val="dk1"/>
              </a:buClr>
              <a:buFont typeface="Arial"/>
              <a:buNone/>
            </a:pPr>
            <a:r>
              <a:t/>
            </a:r>
            <a:endParaRPr b="1" i="0" sz="2000" u="none" cap="none" strike="noStrike">
              <a:solidFill>
                <a:schemeClr val="dk1"/>
              </a:solidFill>
              <a:latin typeface="Arial"/>
              <a:ea typeface="Arial"/>
              <a:cs typeface="Arial"/>
              <a:sym typeface="Arial"/>
            </a:endParaRPr>
          </a:p>
          <a:p>
            <a:pPr indent="0" lvl="0" marL="0" marR="0" rtl="0" algn="l">
              <a:spcBef>
                <a:spcPts val="1000"/>
              </a:spcBef>
              <a:spcAft>
                <a:spcPts val="0"/>
              </a:spcAft>
              <a:buClr>
                <a:schemeClr val="dk1"/>
              </a:buClr>
              <a:buFont typeface="Arial"/>
              <a:buNone/>
            </a:pPr>
            <a:r>
              <a:t/>
            </a:r>
            <a:endParaRPr b="1" i="0" sz="2000" u="none" cap="none" strike="noStrike">
              <a:solidFill>
                <a:schemeClr val="dk1"/>
              </a:solidFill>
              <a:latin typeface="Arial"/>
              <a:ea typeface="Arial"/>
              <a:cs typeface="Arial"/>
              <a:sym typeface="Arial"/>
            </a:endParaRPr>
          </a:p>
          <a:p>
            <a:pPr indent="0" lvl="0" marL="0" marR="0" rtl="0" algn="l">
              <a:spcBef>
                <a:spcPts val="1080"/>
              </a:spcBef>
              <a:spcAft>
                <a:spcPts val="0"/>
              </a:spcAft>
              <a:buClr>
                <a:schemeClr val="dk1"/>
              </a:buClr>
              <a:buFont typeface="Arial"/>
              <a:buNone/>
            </a:pPr>
            <a:r>
              <a:rPr b="1" i="0" lang="en-US" sz="2400" u="none" cap="none" strike="noStrike">
                <a:solidFill>
                  <a:schemeClr val="dk1"/>
                </a:solidFill>
                <a:latin typeface="Arial"/>
                <a:ea typeface="Arial"/>
                <a:cs typeface="Arial"/>
                <a:sym typeface="Arial"/>
              </a:rPr>
              <a:t>	</a:t>
            </a:r>
            <a:endParaRPr/>
          </a:p>
          <a:p>
            <a:pPr indent="0" lvl="0" marL="0" marR="0" rtl="0" algn="l">
              <a:spcBef>
                <a:spcPts val="1080"/>
              </a:spcBef>
              <a:spcAft>
                <a:spcPts val="0"/>
              </a:spcAft>
              <a:buClr>
                <a:schemeClr val="dk1"/>
              </a:buClr>
              <a:buFont typeface="Arial"/>
              <a:buNone/>
            </a:pPr>
            <a:r>
              <a:rPr b="1" i="0" lang="en-US" sz="24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Where:		</a:t>
            </a:r>
            <a:r>
              <a:rPr b="1" i="1" lang="en-US" sz="1800" u="none" cap="none" strike="noStrike">
                <a:solidFill>
                  <a:schemeClr val="dk1"/>
                </a:solidFill>
                <a:latin typeface="Arial"/>
                <a:ea typeface="Arial"/>
                <a:cs typeface="Arial"/>
                <a:sym typeface="Arial"/>
              </a:rPr>
              <a:t>n</a:t>
            </a:r>
            <a:r>
              <a:rPr b="1" i="0" lang="en-US" sz="1800" u="none" cap="none" strike="noStrike">
                <a:solidFill>
                  <a:schemeClr val="dk1"/>
                </a:solidFill>
                <a:latin typeface="Arial"/>
                <a:ea typeface="Arial"/>
                <a:cs typeface="Arial"/>
                <a:sym typeface="Arial"/>
              </a:rPr>
              <a:t> = number of moles.		</a:t>
            </a:r>
            <a:endParaRPr b="1" i="0" sz="1800" u="none" cap="none" strike="noStrike">
              <a:solidFill>
                <a:schemeClr val="dk1"/>
              </a:solidFill>
              <a:latin typeface="Arial"/>
              <a:ea typeface="Arial"/>
              <a:cs typeface="Arial"/>
              <a:sym typeface="Arial"/>
            </a:endParaRPr>
          </a:p>
          <a:p>
            <a:pPr indent="0" lvl="0" marL="0" marR="0" rtl="0" algn="l">
              <a:spcBef>
                <a:spcPts val="960"/>
              </a:spcBef>
              <a:spcAft>
                <a:spcPts val="0"/>
              </a:spcAft>
              <a:buClr>
                <a:schemeClr val="dk1"/>
              </a:buClr>
              <a:buFont typeface="Arial"/>
              <a:buNone/>
            </a:pPr>
            <a:r>
              <a:rPr b="1" i="0" lang="en-US" sz="1800" u="none" cap="none" strike="noStrike">
                <a:solidFill>
                  <a:schemeClr val="dk1"/>
                </a:solidFill>
                <a:latin typeface="Arial"/>
                <a:ea typeface="Arial"/>
                <a:cs typeface="Arial"/>
                <a:sym typeface="Arial"/>
              </a:rPr>
              <a:t>			</a:t>
            </a:r>
            <a:r>
              <a:rPr b="1" i="1" lang="en-US" sz="1800" u="none" cap="none" strike="noStrike">
                <a:solidFill>
                  <a:schemeClr val="dk1"/>
                </a:solidFill>
                <a:latin typeface="Arial"/>
                <a:ea typeface="Arial"/>
                <a:cs typeface="Arial"/>
                <a:sym typeface="Arial"/>
              </a:rPr>
              <a:t>N</a:t>
            </a:r>
            <a:r>
              <a:rPr b="1" i="0" lang="en-US" sz="1800" u="none" cap="none" strike="noStrike">
                <a:solidFill>
                  <a:schemeClr val="dk1"/>
                </a:solidFill>
                <a:latin typeface="Arial"/>
                <a:ea typeface="Arial"/>
                <a:cs typeface="Arial"/>
                <a:sym typeface="Arial"/>
              </a:rPr>
              <a:t> = number of particles.  (</a:t>
            </a:r>
            <a:r>
              <a:rPr lang="en-US" sz="1800"/>
              <a:t>a “p” may be used instead of N)</a:t>
            </a:r>
            <a:endParaRPr b="1" i="0" sz="1800" u="none" cap="none" strike="noStrike">
              <a:solidFill>
                <a:schemeClr val="dk1"/>
              </a:solidFill>
              <a:latin typeface="Arial"/>
              <a:ea typeface="Arial"/>
              <a:cs typeface="Arial"/>
              <a:sym typeface="Arial"/>
            </a:endParaRPr>
          </a:p>
          <a:p>
            <a:pPr indent="0" lvl="0" marL="0" marR="0" rtl="0" algn="l">
              <a:spcBef>
                <a:spcPts val="960"/>
              </a:spcBef>
              <a:spcAft>
                <a:spcPts val="0"/>
              </a:spcAft>
              <a:buClr>
                <a:schemeClr val="dk1"/>
              </a:buClr>
              <a:buFont typeface="Arial"/>
              <a:buNone/>
            </a:pPr>
            <a:r>
              <a:rPr b="1" i="0" lang="en-US" sz="1800" u="none" cap="none" strike="noStrike">
                <a:solidFill>
                  <a:schemeClr val="dk1"/>
                </a:solidFill>
                <a:latin typeface="Arial"/>
                <a:ea typeface="Arial"/>
                <a:cs typeface="Arial"/>
                <a:sym typeface="Arial"/>
              </a:rPr>
              <a:t>			</a:t>
            </a:r>
            <a:r>
              <a:rPr b="1" i="1" lang="en-US" sz="1800" u="none" cap="none" strike="noStrike">
                <a:solidFill>
                  <a:schemeClr val="dk1"/>
                </a:solidFill>
                <a:latin typeface="Arial"/>
                <a:ea typeface="Arial"/>
                <a:cs typeface="Arial"/>
                <a:sym typeface="Arial"/>
              </a:rPr>
              <a:t>N</a:t>
            </a:r>
            <a:r>
              <a:rPr b="1" baseline="-25000" i="0" lang="en-US" sz="1800" u="none" cap="none" strike="noStrike">
                <a:solidFill>
                  <a:schemeClr val="dk1"/>
                </a:solidFill>
                <a:latin typeface="Arial"/>
                <a:ea typeface="Arial"/>
                <a:cs typeface="Arial"/>
                <a:sym typeface="Arial"/>
              </a:rPr>
              <a:t>A</a:t>
            </a:r>
            <a:r>
              <a:rPr b="1" i="0" lang="en-US" sz="1800" u="none" cap="none" strike="noStrike">
                <a:solidFill>
                  <a:schemeClr val="dk1"/>
                </a:solidFill>
                <a:latin typeface="Arial"/>
                <a:ea typeface="Arial"/>
                <a:cs typeface="Arial"/>
                <a:sym typeface="Arial"/>
              </a:rPr>
              <a:t> = Avogadro’s Constant </a:t>
            </a:r>
            <a:endParaRPr b="1" i="0" sz="1800" u="none" cap="none" strike="noStrike">
              <a:solidFill>
                <a:schemeClr val="dk1"/>
              </a:solidFill>
              <a:latin typeface="Arial"/>
              <a:ea typeface="Arial"/>
              <a:cs typeface="Arial"/>
              <a:sym typeface="Arial"/>
            </a:endParaRPr>
          </a:p>
          <a:p>
            <a:pPr indent="0" lvl="0" marL="0" marR="0" rtl="0" algn="l">
              <a:spcBef>
                <a:spcPts val="960"/>
              </a:spcBef>
              <a:spcAft>
                <a:spcPts val="0"/>
              </a:spcAft>
              <a:buClr>
                <a:schemeClr val="dk1"/>
              </a:buClr>
              <a:buFont typeface="Arial"/>
              <a:buNone/>
            </a:pPr>
            <a:r>
              <a:rPr b="1" i="0" lang="en-US" sz="1800" u="none" cap="none" strike="noStrike">
                <a:solidFill>
                  <a:schemeClr val="dk1"/>
                </a:solidFill>
                <a:latin typeface="Arial"/>
                <a:ea typeface="Arial"/>
                <a:cs typeface="Arial"/>
                <a:sym typeface="Arial"/>
              </a:rPr>
              <a:t>			     = 6.02 x 10</a:t>
            </a:r>
            <a:r>
              <a:rPr b="1" baseline="30000" i="0" lang="en-US" sz="1800" u="none" cap="none" strike="noStrike">
                <a:solidFill>
                  <a:schemeClr val="dk1"/>
                </a:solidFill>
                <a:latin typeface="Arial"/>
                <a:ea typeface="Arial"/>
                <a:cs typeface="Arial"/>
                <a:sym typeface="Arial"/>
              </a:rPr>
              <a:t>23</a:t>
            </a:r>
            <a:endParaRPr b="1" i="0" sz="1800" u="none" cap="none" strike="noStrike">
              <a:solidFill>
                <a:schemeClr val="dk1"/>
              </a:solidFill>
              <a:latin typeface="Arial"/>
              <a:ea typeface="Arial"/>
              <a:cs typeface="Arial"/>
              <a:sym typeface="Arial"/>
            </a:endParaRPr>
          </a:p>
          <a:p>
            <a:pPr indent="0" lvl="0" marL="0" marR="0" rtl="0" algn="l">
              <a:spcBef>
                <a:spcPts val="1000"/>
              </a:spcBef>
              <a:spcAft>
                <a:spcPts val="0"/>
              </a:spcAft>
              <a:buClr>
                <a:schemeClr val="dk1"/>
              </a:buClr>
              <a:buFont typeface="Arial"/>
              <a:buNone/>
            </a:pPr>
            <a:r>
              <a:t/>
            </a:r>
            <a:endParaRPr b="1" i="0" sz="2000" u="none" cap="none" strike="noStrike">
              <a:solidFill>
                <a:schemeClr val="dk1"/>
              </a:solidFill>
              <a:latin typeface="Arial"/>
              <a:ea typeface="Arial"/>
              <a:cs typeface="Arial"/>
              <a:sym typeface="Arial"/>
            </a:endParaRPr>
          </a:p>
          <a:p>
            <a:pPr indent="0" lvl="0" marL="0" marR="0" rtl="0" algn="l">
              <a:spcBef>
                <a:spcPts val="1000"/>
              </a:spcBef>
              <a:spcAft>
                <a:spcPts val="0"/>
              </a:spcAft>
              <a:buClr>
                <a:schemeClr val="dk1"/>
              </a:buClr>
              <a:buFont typeface="Arial"/>
              <a:buNone/>
            </a:pPr>
            <a:r>
              <a:t/>
            </a:r>
            <a:endParaRPr b="1" i="0" sz="2000" u="none" cap="none" strike="noStrike">
              <a:solidFill>
                <a:schemeClr val="dk1"/>
              </a:solidFill>
              <a:latin typeface="Arial"/>
              <a:ea typeface="Arial"/>
              <a:cs typeface="Arial"/>
              <a:sym typeface="Arial"/>
            </a:endParaRPr>
          </a:p>
        </p:txBody>
      </p:sp>
      <p:pic>
        <p:nvPicPr>
          <p:cNvPr id="189" name="Google Shape;189;p26"/>
          <p:cNvPicPr preferRelativeResize="0"/>
          <p:nvPr/>
        </p:nvPicPr>
        <p:blipFill rotWithShape="1">
          <a:blip r:embed="rId3">
            <a:alphaModFix/>
          </a:blip>
          <a:srcRect b="0" l="0" r="0" t="0"/>
          <a:stretch/>
        </p:blipFill>
        <p:spPr>
          <a:xfrm>
            <a:off x="3200400" y="2743200"/>
            <a:ext cx="1328351" cy="1143000"/>
          </a:xfrm>
          <a:prstGeom prst="rect">
            <a:avLst/>
          </a:prstGeom>
          <a:noFill/>
          <a:ln>
            <a:noFill/>
          </a:ln>
        </p:spPr>
      </p:pic>
      <p:sp>
        <p:nvSpPr>
          <p:cNvPr id="190" name="Google Shape;190;p26"/>
          <p:cNvSpPr txBox="1"/>
          <p:nvPr>
            <p:ph type="title"/>
          </p:nvPr>
        </p:nvSpPr>
        <p:spPr>
          <a:xfrm>
            <a:off x="457200" y="152725"/>
            <a:ext cx="7620000" cy="13716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dk2"/>
              </a:buClr>
              <a:buFont typeface="Arial Black"/>
              <a:buNone/>
            </a:pPr>
            <a:r>
              <a:rPr lang="en-US"/>
              <a:t>CALCULATING</a:t>
            </a:r>
            <a:r>
              <a:rPr b="0" i="0" lang="en-US" sz="3600" u="none" cap="none" strike="noStrike">
                <a:solidFill>
                  <a:schemeClr val="dk2"/>
                </a:solidFill>
                <a:latin typeface="Arial Black"/>
                <a:ea typeface="Arial Black"/>
                <a:cs typeface="Arial Black"/>
                <a:sym typeface="Arial Black"/>
              </a:rPr>
              <a:t> THE MOLES FR</a:t>
            </a:r>
            <a:r>
              <a:rPr lang="en-US"/>
              <a:t>OM PARTICLES</a:t>
            </a:r>
            <a:endParaRPr b="0" i="0" sz="3600" u="none" cap="none" strike="noStrike">
              <a:solidFill>
                <a:schemeClr val="dk2"/>
              </a:solidFill>
              <a:latin typeface="Arial Black"/>
              <a:ea typeface="Arial Black"/>
              <a:cs typeface="Arial Black"/>
              <a:sym typeface="Arial Blac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7"/>
          <p:cNvSpPr txBox="1"/>
          <p:nvPr>
            <p:ph type="title"/>
          </p:nvPr>
        </p:nvSpPr>
        <p:spPr>
          <a:xfrm>
            <a:off x="615300" y="534750"/>
            <a:ext cx="7461900" cy="1371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2"/>
              </a:buClr>
              <a:buFont typeface="Arial Black"/>
              <a:buNone/>
            </a:pPr>
            <a:r>
              <a:rPr lang="en-US"/>
              <a:t>CALCULATING FROM MASS - Groups of 3 at boards</a:t>
            </a:r>
            <a:endParaRPr/>
          </a:p>
        </p:txBody>
      </p:sp>
      <p:sp>
        <p:nvSpPr>
          <p:cNvPr id="196" name="Google Shape;196;p27"/>
          <p:cNvSpPr/>
          <p:nvPr/>
        </p:nvSpPr>
        <p:spPr>
          <a:xfrm>
            <a:off x="5658625" y="3024600"/>
            <a:ext cx="2475900" cy="1829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7"/>
          <p:cNvSpPr txBox="1"/>
          <p:nvPr/>
        </p:nvSpPr>
        <p:spPr>
          <a:xfrm>
            <a:off x="5879425" y="3305975"/>
            <a:ext cx="2034300" cy="98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t>Amount in chosen unit</a:t>
            </a:r>
            <a:r>
              <a:rPr lang="en-US" sz="1900"/>
              <a:t> (eg dozens or moles)</a:t>
            </a:r>
            <a:endParaRPr sz="1900"/>
          </a:p>
        </p:txBody>
      </p:sp>
      <p:sp>
        <p:nvSpPr>
          <p:cNvPr id="198" name="Google Shape;198;p27"/>
          <p:cNvSpPr/>
          <p:nvPr/>
        </p:nvSpPr>
        <p:spPr>
          <a:xfrm>
            <a:off x="937975" y="2414150"/>
            <a:ext cx="2244900" cy="1583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9" name="Google Shape;199;p27"/>
          <p:cNvCxnSpPr>
            <a:stCxn id="198" idx="6"/>
            <a:endCxn id="196" idx="2"/>
          </p:cNvCxnSpPr>
          <p:nvPr/>
        </p:nvCxnSpPr>
        <p:spPr>
          <a:xfrm>
            <a:off x="3182875" y="3206000"/>
            <a:ext cx="2475900" cy="733500"/>
          </a:xfrm>
          <a:prstGeom prst="straightConnector1">
            <a:avLst/>
          </a:prstGeom>
          <a:noFill/>
          <a:ln cap="flat" cmpd="sng" w="38100">
            <a:solidFill>
              <a:schemeClr val="dk2"/>
            </a:solidFill>
            <a:prstDash val="solid"/>
            <a:round/>
            <a:headEnd len="med" w="med" type="stealth"/>
            <a:tailEnd len="med" w="med" type="stealth"/>
          </a:ln>
        </p:spPr>
      </p:cxnSp>
      <p:sp>
        <p:nvSpPr>
          <p:cNvPr id="200" name="Google Shape;200;p27"/>
          <p:cNvSpPr txBox="1"/>
          <p:nvPr/>
        </p:nvSpPr>
        <p:spPr>
          <a:xfrm>
            <a:off x="937975" y="2626250"/>
            <a:ext cx="1891200" cy="137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500"/>
              <a:t>Amount in Particles</a:t>
            </a:r>
            <a:endParaRPr b="1" sz="2500"/>
          </a:p>
        </p:txBody>
      </p:sp>
      <p:sp>
        <p:nvSpPr>
          <p:cNvPr id="201" name="Google Shape;201;p27"/>
          <p:cNvSpPr/>
          <p:nvPr/>
        </p:nvSpPr>
        <p:spPr>
          <a:xfrm>
            <a:off x="884125" y="4450350"/>
            <a:ext cx="2352600" cy="1829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500"/>
              <a:t>Amount in MASS</a:t>
            </a:r>
            <a:endParaRPr b="1" sz="2500"/>
          </a:p>
        </p:txBody>
      </p:sp>
      <p:cxnSp>
        <p:nvCxnSpPr>
          <p:cNvPr id="202" name="Google Shape;202;p27"/>
          <p:cNvCxnSpPr>
            <a:stCxn id="201" idx="6"/>
            <a:endCxn id="196" idx="3"/>
          </p:cNvCxnSpPr>
          <p:nvPr/>
        </p:nvCxnSpPr>
        <p:spPr>
          <a:xfrm flipH="1" rot="10800000">
            <a:off x="3236725" y="4586400"/>
            <a:ext cx="2784600" cy="778800"/>
          </a:xfrm>
          <a:prstGeom prst="straightConnector1">
            <a:avLst/>
          </a:prstGeom>
          <a:noFill/>
          <a:ln cap="flat" cmpd="sng" w="38100">
            <a:solidFill>
              <a:schemeClr val="dk2"/>
            </a:solidFill>
            <a:prstDash val="solid"/>
            <a:round/>
            <a:headEnd len="med" w="med" type="stealth"/>
            <a:tailEnd len="med" w="med" type="stealth"/>
          </a:ln>
        </p:spPr>
      </p:cxnSp>
      <p:sp>
        <p:nvSpPr>
          <p:cNvPr id="203" name="Google Shape;203;p27"/>
          <p:cNvSpPr txBox="1"/>
          <p:nvPr/>
        </p:nvSpPr>
        <p:spPr>
          <a:xfrm>
            <a:off x="4956775" y="1906350"/>
            <a:ext cx="3626100" cy="896400"/>
          </a:xfrm>
          <a:prstGeom prst="rect">
            <a:avLst/>
          </a:prstGeom>
          <a:solidFill>
            <a:srgbClr val="F4CC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t>Make sure you have the equation for particles to moles on the top arrow</a:t>
            </a:r>
            <a:endParaRPr sz="1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8"/>
          <p:cNvSpPr txBox="1"/>
          <p:nvPr>
            <p:ph type="title"/>
          </p:nvPr>
        </p:nvSpPr>
        <p:spPr>
          <a:xfrm>
            <a:off x="691950" y="123025"/>
            <a:ext cx="7385100" cy="186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If you have 60 g of eggs how many dozens do you have?  (1 dozen eggs = 30g)</a:t>
            </a:r>
            <a:endParaRPr/>
          </a:p>
        </p:txBody>
      </p:sp>
      <p:sp>
        <p:nvSpPr>
          <p:cNvPr id="209" name="Google Shape;209;p28"/>
          <p:cNvSpPr txBox="1"/>
          <p:nvPr>
            <p:ph idx="1" type="body"/>
          </p:nvPr>
        </p:nvSpPr>
        <p:spPr>
          <a:xfrm>
            <a:off x="457200" y="2368000"/>
            <a:ext cx="7620000" cy="37584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sz="2300"/>
              <a:t>Set up an EQUATION to get from amount in mass to amount in DOZENS and solve it using:</a:t>
            </a:r>
            <a:endParaRPr sz="2300"/>
          </a:p>
          <a:p>
            <a:pPr indent="0" lvl="0" marL="0" rtl="0" algn="l">
              <a:spcBef>
                <a:spcPts val="600"/>
              </a:spcBef>
              <a:spcAft>
                <a:spcPts val="0"/>
              </a:spcAft>
              <a:buNone/>
            </a:pPr>
            <a:r>
              <a:t/>
            </a:r>
            <a:endParaRPr sz="2300"/>
          </a:p>
          <a:p>
            <a:pPr indent="0" lvl="0" marL="0" rtl="0" algn="l">
              <a:spcBef>
                <a:spcPts val="600"/>
              </a:spcBef>
              <a:spcAft>
                <a:spcPts val="0"/>
              </a:spcAft>
              <a:buNone/>
            </a:pPr>
            <a:r>
              <a:rPr lang="en-US" sz="2300"/>
              <a:t>m = mass of eggs you have </a:t>
            </a:r>
            <a:endParaRPr sz="2300"/>
          </a:p>
          <a:p>
            <a:pPr indent="0" lvl="0" marL="0" rtl="0" algn="l">
              <a:spcBef>
                <a:spcPts val="600"/>
              </a:spcBef>
              <a:spcAft>
                <a:spcPts val="0"/>
              </a:spcAft>
              <a:buNone/>
            </a:pPr>
            <a:r>
              <a:rPr lang="en-US" sz="2300"/>
              <a:t>MM = mass of 1 dozen eggs</a:t>
            </a:r>
            <a:endParaRPr sz="2300"/>
          </a:p>
          <a:p>
            <a:pPr indent="0" lvl="0" marL="0" rtl="0" algn="l">
              <a:spcBef>
                <a:spcPts val="600"/>
              </a:spcBef>
              <a:spcAft>
                <a:spcPts val="600"/>
              </a:spcAft>
              <a:buNone/>
            </a:pPr>
            <a:r>
              <a:rPr lang="en-US" sz="2300"/>
              <a:t>n = the number of dozens you have</a:t>
            </a:r>
            <a:endParaRPr sz="23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type="title"/>
          </p:nvPr>
        </p:nvSpPr>
        <p:spPr>
          <a:xfrm>
            <a:off x="451650" y="366675"/>
            <a:ext cx="7385100" cy="2375700"/>
          </a:xfrm>
          <a:prstGeom prst="rect">
            <a:avLst/>
          </a:prstGeom>
          <a:ln cap="flat" cmpd="sng" w="19050">
            <a:solidFill>
              <a:srgbClr val="000000"/>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US"/>
              <a:t>Using your equation:</a:t>
            </a:r>
            <a:endParaRPr/>
          </a:p>
          <a:p>
            <a:pPr indent="0" lvl="0" marL="0" rtl="0" algn="l">
              <a:spcBef>
                <a:spcPts val="0"/>
              </a:spcBef>
              <a:spcAft>
                <a:spcPts val="0"/>
              </a:spcAft>
              <a:buNone/>
            </a:pPr>
            <a:r>
              <a:rPr lang="en-US"/>
              <a:t>If you have 3.2 dozen eggs how many grams do you have?  (1 dozen eggs = 30g)</a:t>
            </a:r>
            <a:endParaRPr/>
          </a:p>
        </p:txBody>
      </p:sp>
      <p:sp>
        <p:nvSpPr>
          <p:cNvPr id="215" name="Google Shape;215;p29"/>
          <p:cNvSpPr txBox="1"/>
          <p:nvPr>
            <p:ph type="title"/>
          </p:nvPr>
        </p:nvSpPr>
        <p:spPr>
          <a:xfrm>
            <a:off x="451650" y="3476525"/>
            <a:ext cx="7385100" cy="2731800"/>
          </a:xfrm>
          <a:prstGeom prst="rect">
            <a:avLst/>
          </a:prstGeom>
          <a:ln cap="flat" cmpd="sng" w="19050">
            <a:solidFill>
              <a:srgbClr val="000000"/>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US" sz="3500"/>
              <a:t>Using your equation:</a:t>
            </a:r>
            <a:endParaRPr sz="3500"/>
          </a:p>
          <a:p>
            <a:pPr indent="0" lvl="0" marL="0" rtl="0" algn="l">
              <a:spcBef>
                <a:spcPts val="0"/>
              </a:spcBef>
              <a:spcAft>
                <a:spcPts val="0"/>
              </a:spcAft>
              <a:buNone/>
            </a:pPr>
            <a:r>
              <a:rPr lang="en-US" sz="3500"/>
              <a:t>If you have 3.2 dozen eggs how many EGGS (particles) do you have? Solve on that arrow!</a:t>
            </a:r>
            <a:endParaRPr sz="3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0"/>
          <p:cNvSpPr txBox="1"/>
          <p:nvPr>
            <p:ph type="title"/>
          </p:nvPr>
        </p:nvSpPr>
        <p:spPr>
          <a:xfrm>
            <a:off x="656125" y="1520975"/>
            <a:ext cx="7385100" cy="3258300"/>
          </a:xfrm>
          <a:prstGeom prst="rect">
            <a:avLst/>
          </a:prstGeom>
          <a:ln cap="flat" cmpd="sng" w="19050">
            <a:solidFill>
              <a:srgbClr val="000000"/>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US"/>
              <a:t>For your 3.2 dozen eggs converted to mass of eggs or number of eggs, what is true about the actual quantity of eggs?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1"/>
          <p:cNvSpPr txBox="1"/>
          <p:nvPr>
            <p:ph idx="1" type="body"/>
          </p:nvPr>
        </p:nvSpPr>
        <p:spPr>
          <a:xfrm>
            <a:off x="457200" y="1752600"/>
            <a:ext cx="7620000" cy="489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Font typeface="Arial"/>
              <a:buNone/>
            </a:pPr>
            <a:r>
              <a:rPr b="1" i="0" lang="en-US" sz="2000" u="none" cap="none" strike="noStrike">
                <a:solidFill>
                  <a:schemeClr val="dk1"/>
                </a:solidFill>
                <a:latin typeface="Arial"/>
                <a:ea typeface="Arial"/>
                <a:cs typeface="Arial"/>
                <a:sym typeface="Arial"/>
              </a:rPr>
              <a:t>The number of moles of a substance can be determined using this formula:</a:t>
            </a:r>
            <a:endParaRPr/>
          </a:p>
          <a:p>
            <a:pPr indent="0" lvl="0" marL="0" marR="0" rtl="0" algn="l">
              <a:spcBef>
                <a:spcPts val="1000"/>
              </a:spcBef>
              <a:spcAft>
                <a:spcPts val="0"/>
              </a:spcAft>
              <a:buClr>
                <a:schemeClr val="dk1"/>
              </a:buClr>
              <a:buFont typeface="Arial"/>
              <a:buNone/>
            </a:pPr>
            <a:r>
              <a:t/>
            </a:r>
            <a:endParaRPr b="1" i="0" sz="2000" u="none" cap="none" strike="noStrike">
              <a:solidFill>
                <a:schemeClr val="dk1"/>
              </a:solidFill>
              <a:latin typeface="Arial"/>
              <a:ea typeface="Arial"/>
              <a:cs typeface="Arial"/>
              <a:sym typeface="Arial"/>
            </a:endParaRPr>
          </a:p>
          <a:p>
            <a:pPr indent="0" lvl="0" marL="0" marR="0" rtl="0" algn="l">
              <a:spcBef>
                <a:spcPts val="1000"/>
              </a:spcBef>
              <a:spcAft>
                <a:spcPts val="0"/>
              </a:spcAft>
              <a:buClr>
                <a:schemeClr val="dk1"/>
              </a:buClr>
              <a:buFont typeface="Arial"/>
              <a:buNone/>
            </a:pPr>
            <a:r>
              <a:t/>
            </a:r>
            <a:endParaRPr b="1" i="0" sz="2000" u="none" cap="none" strike="noStrike">
              <a:solidFill>
                <a:schemeClr val="dk1"/>
              </a:solidFill>
              <a:latin typeface="Arial"/>
              <a:ea typeface="Arial"/>
              <a:cs typeface="Arial"/>
              <a:sym typeface="Arial"/>
            </a:endParaRPr>
          </a:p>
          <a:p>
            <a:pPr indent="0" lvl="0" marL="0" marR="0" rtl="0" algn="l">
              <a:spcBef>
                <a:spcPts val="1080"/>
              </a:spcBef>
              <a:spcAft>
                <a:spcPts val="0"/>
              </a:spcAft>
              <a:buClr>
                <a:schemeClr val="dk1"/>
              </a:buClr>
              <a:buFont typeface="Arial"/>
              <a:buNone/>
            </a:pPr>
            <a:r>
              <a:rPr b="1" i="0" lang="en-US" sz="2400" u="none" cap="none" strike="noStrike">
                <a:solidFill>
                  <a:schemeClr val="dk1"/>
                </a:solidFill>
                <a:latin typeface="Arial"/>
                <a:ea typeface="Arial"/>
                <a:cs typeface="Arial"/>
                <a:sym typeface="Arial"/>
              </a:rPr>
              <a:t>	</a:t>
            </a:r>
            <a:endParaRPr/>
          </a:p>
          <a:p>
            <a:pPr indent="0" lvl="0" marL="0" marR="0" rtl="0" algn="l">
              <a:spcBef>
                <a:spcPts val="1080"/>
              </a:spcBef>
              <a:spcAft>
                <a:spcPts val="0"/>
              </a:spcAft>
              <a:buClr>
                <a:schemeClr val="dk1"/>
              </a:buClr>
              <a:buFont typeface="Arial"/>
              <a:buNone/>
            </a:pPr>
            <a:r>
              <a:rPr b="1" i="0" lang="en-US" sz="24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Where:		</a:t>
            </a:r>
            <a:r>
              <a:rPr b="1" i="1" lang="en-US" sz="1800" u="none" cap="none" strike="noStrike">
                <a:solidFill>
                  <a:schemeClr val="dk1"/>
                </a:solidFill>
                <a:latin typeface="Arial"/>
                <a:ea typeface="Arial"/>
                <a:cs typeface="Arial"/>
                <a:sym typeface="Arial"/>
              </a:rPr>
              <a:t>n</a:t>
            </a:r>
            <a:r>
              <a:rPr b="1" i="0" lang="en-US" sz="1800" u="none" cap="none" strike="noStrike">
                <a:solidFill>
                  <a:schemeClr val="dk1"/>
                </a:solidFill>
                <a:latin typeface="Arial"/>
                <a:ea typeface="Arial"/>
                <a:cs typeface="Arial"/>
                <a:sym typeface="Arial"/>
              </a:rPr>
              <a:t> = number of moles.		</a:t>
            </a:r>
            <a:endParaRPr b="1" i="0" sz="1800" u="none" cap="none" strike="noStrike">
              <a:solidFill>
                <a:schemeClr val="dk1"/>
              </a:solidFill>
              <a:latin typeface="Arial"/>
              <a:ea typeface="Arial"/>
              <a:cs typeface="Arial"/>
              <a:sym typeface="Arial"/>
            </a:endParaRPr>
          </a:p>
          <a:p>
            <a:pPr indent="0" lvl="0" marL="0" marR="0" rtl="0" algn="l">
              <a:spcBef>
                <a:spcPts val="960"/>
              </a:spcBef>
              <a:spcAft>
                <a:spcPts val="0"/>
              </a:spcAft>
              <a:buClr>
                <a:schemeClr val="dk1"/>
              </a:buClr>
              <a:buFont typeface="Arial"/>
              <a:buNone/>
            </a:pPr>
            <a:r>
              <a:rPr b="1" i="0" lang="en-US" sz="1800" u="none" cap="none" strike="noStrike">
                <a:solidFill>
                  <a:schemeClr val="dk1"/>
                </a:solidFill>
                <a:latin typeface="Arial"/>
                <a:ea typeface="Arial"/>
                <a:cs typeface="Arial"/>
                <a:sym typeface="Arial"/>
              </a:rPr>
              <a:t>			</a:t>
            </a:r>
            <a:r>
              <a:rPr i="1" lang="en-US" sz="1800"/>
              <a:t>m </a:t>
            </a:r>
            <a:r>
              <a:rPr b="1" i="0" lang="en-US" sz="1800" u="none" cap="none" strike="noStrike">
                <a:solidFill>
                  <a:schemeClr val="dk1"/>
                </a:solidFill>
                <a:latin typeface="Arial"/>
                <a:ea typeface="Arial"/>
                <a:cs typeface="Arial"/>
                <a:sym typeface="Arial"/>
              </a:rPr>
              <a:t>= </a:t>
            </a:r>
            <a:r>
              <a:rPr lang="en-US" sz="1800"/>
              <a:t>mass of sample</a:t>
            </a:r>
            <a:endParaRPr sz="1800"/>
          </a:p>
          <a:p>
            <a:pPr indent="0" lvl="0" marL="0" marR="0" rtl="0" algn="l">
              <a:spcBef>
                <a:spcPts val="960"/>
              </a:spcBef>
              <a:spcAft>
                <a:spcPts val="0"/>
              </a:spcAft>
              <a:buClr>
                <a:schemeClr val="dk1"/>
              </a:buClr>
              <a:buFont typeface="Arial"/>
              <a:buNone/>
            </a:pPr>
            <a:r>
              <a:rPr b="1" i="0" lang="en-US" sz="1800" u="none" cap="none" strike="noStrike">
                <a:solidFill>
                  <a:schemeClr val="dk1"/>
                </a:solidFill>
                <a:latin typeface="Arial"/>
                <a:ea typeface="Arial"/>
                <a:cs typeface="Arial"/>
                <a:sym typeface="Arial"/>
              </a:rPr>
              <a:t>			</a:t>
            </a:r>
            <a:r>
              <a:rPr i="1" lang="en-US" sz="1800"/>
              <a:t>MM</a:t>
            </a:r>
            <a:r>
              <a:rPr b="1" i="0" lang="en-US" sz="1800" u="none" cap="none" strike="noStrike">
                <a:solidFill>
                  <a:schemeClr val="dk1"/>
                </a:solidFill>
                <a:latin typeface="Arial"/>
                <a:ea typeface="Arial"/>
                <a:cs typeface="Arial"/>
                <a:sym typeface="Arial"/>
              </a:rPr>
              <a:t> = </a:t>
            </a:r>
            <a:r>
              <a:rPr lang="en-US" sz="1800"/>
              <a:t>molar mass of the substance</a:t>
            </a:r>
            <a:endParaRPr b="1" i="0" sz="2000" u="none" cap="none" strike="noStrike">
              <a:solidFill>
                <a:schemeClr val="dk1"/>
              </a:solidFill>
              <a:latin typeface="Arial"/>
              <a:ea typeface="Arial"/>
              <a:cs typeface="Arial"/>
              <a:sym typeface="Arial"/>
            </a:endParaRPr>
          </a:p>
          <a:p>
            <a:pPr indent="0" lvl="0" marL="0" marR="0" rtl="0" algn="l">
              <a:spcBef>
                <a:spcPts val="1000"/>
              </a:spcBef>
              <a:spcAft>
                <a:spcPts val="0"/>
              </a:spcAft>
              <a:buClr>
                <a:schemeClr val="dk1"/>
              </a:buClr>
              <a:buFont typeface="Arial"/>
              <a:buNone/>
            </a:pPr>
            <a:r>
              <a:t/>
            </a:r>
            <a:endParaRPr b="1" i="0" sz="2000" u="none" cap="none" strike="noStrike">
              <a:solidFill>
                <a:schemeClr val="dk1"/>
              </a:solidFill>
              <a:latin typeface="Arial"/>
              <a:ea typeface="Arial"/>
              <a:cs typeface="Arial"/>
              <a:sym typeface="Arial"/>
            </a:endParaRPr>
          </a:p>
        </p:txBody>
      </p:sp>
      <p:sp>
        <p:nvSpPr>
          <p:cNvPr id="226" name="Google Shape;226;p31"/>
          <p:cNvSpPr txBox="1"/>
          <p:nvPr>
            <p:ph type="title"/>
          </p:nvPr>
        </p:nvSpPr>
        <p:spPr>
          <a:xfrm>
            <a:off x="457200" y="152725"/>
            <a:ext cx="7620000" cy="13716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dk2"/>
              </a:buClr>
              <a:buFont typeface="Arial Black"/>
              <a:buNone/>
            </a:pPr>
            <a:r>
              <a:rPr lang="en-US"/>
              <a:t>CALCULATING</a:t>
            </a:r>
            <a:r>
              <a:rPr b="0" i="0" lang="en-US" sz="3600" u="none" cap="none" strike="noStrike">
                <a:solidFill>
                  <a:schemeClr val="dk2"/>
                </a:solidFill>
                <a:latin typeface="Arial Black"/>
                <a:ea typeface="Arial Black"/>
                <a:cs typeface="Arial Black"/>
                <a:sym typeface="Arial Black"/>
              </a:rPr>
              <a:t> THE MOLES FR</a:t>
            </a:r>
            <a:r>
              <a:rPr lang="en-US"/>
              <a:t>OM MASS</a:t>
            </a:r>
            <a:endParaRPr b="0" i="0" sz="3600" u="none" cap="none" strike="noStrike">
              <a:solidFill>
                <a:schemeClr val="dk2"/>
              </a:solidFill>
              <a:latin typeface="Arial Black"/>
              <a:ea typeface="Arial Black"/>
              <a:cs typeface="Arial Black"/>
              <a:sym typeface="Arial Black"/>
            </a:endParaRPr>
          </a:p>
        </p:txBody>
      </p:sp>
      <p:sp>
        <p:nvSpPr>
          <p:cNvPr id="227" name="Google Shape;227;p31"/>
          <p:cNvSpPr txBox="1"/>
          <p:nvPr/>
        </p:nvSpPr>
        <p:spPr>
          <a:xfrm>
            <a:off x="2983075" y="2614025"/>
            <a:ext cx="2060400" cy="11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t>       </a:t>
            </a:r>
            <a:r>
              <a:rPr lang="en-US" sz="3000" u="sng"/>
              <a:t>m</a:t>
            </a:r>
            <a:endParaRPr sz="3000" u="sng"/>
          </a:p>
          <a:p>
            <a:pPr indent="0" lvl="0" marL="0" rtl="0" algn="l">
              <a:spcBef>
                <a:spcPts val="0"/>
              </a:spcBef>
              <a:spcAft>
                <a:spcPts val="0"/>
              </a:spcAft>
              <a:buNone/>
            </a:pPr>
            <a:r>
              <a:rPr lang="en-US" sz="3000"/>
              <a:t>n =  MM</a:t>
            </a:r>
            <a:endParaRPr sz="3000"/>
          </a:p>
        </p:txBody>
      </p:sp>
      <p:sp>
        <p:nvSpPr>
          <p:cNvPr id="228" name="Google Shape;228;p31"/>
          <p:cNvSpPr txBox="1"/>
          <p:nvPr/>
        </p:nvSpPr>
        <p:spPr>
          <a:xfrm>
            <a:off x="830350" y="5550975"/>
            <a:ext cx="6719700" cy="907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2200"/>
              <a:t>We will look at </a:t>
            </a:r>
            <a:r>
              <a:rPr lang="en-US" sz="2200"/>
              <a:t>determining molar mass in the next slides!</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2"/>
          <p:cNvSpPr txBox="1"/>
          <p:nvPr>
            <p:ph type="title"/>
          </p:nvPr>
        </p:nvSpPr>
        <p:spPr>
          <a:xfrm>
            <a:off x="457200" y="152718"/>
            <a:ext cx="5791200" cy="13716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dk2"/>
              </a:buClr>
              <a:buFont typeface="Arial Black"/>
              <a:buNone/>
            </a:pPr>
            <a:r>
              <a:rPr b="0" i="0" lang="en-US" sz="3600" u="none" cap="none" strike="noStrike">
                <a:solidFill>
                  <a:schemeClr val="dk2"/>
                </a:solidFill>
                <a:latin typeface="Arial Black"/>
                <a:ea typeface="Arial Black"/>
                <a:cs typeface="Arial Black"/>
                <a:sym typeface="Arial Black"/>
              </a:rPr>
              <a:t>BAD MOLE JOKES </a:t>
            </a:r>
            <a:endParaRPr b="0" i="0" sz="3600" u="none" cap="none" strike="noStrike">
              <a:solidFill>
                <a:schemeClr val="dk2"/>
              </a:solidFill>
              <a:latin typeface="Arial Black"/>
              <a:ea typeface="Arial Black"/>
              <a:cs typeface="Arial Black"/>
              <a:sym typeface="Arial Black"/>
            </a:endParaRPr>
          </a:p>
        </p:txBody>
      </p:sp>
      <p:sp>
        <p:nvSpPr>
          <p:cNvPr id="234" name="Google Shape;234;p32"/>
          <p:cNvSpPr txBox="1"/>
          <p:nvPr>
            <p:ph idx="1" type="body"/>
          </p:nvPr>
        </p:nvSpPr>
        <p:spPr>
          <a:xfrm>
            <a:off x="457200" y="1752600"/>
            <a:ext cx="7620000" cy="43735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Font typeface="Arial"/>
              <a:buNone/>
            </a:pPr>
            <a:r>
              <a:rPr b="1" i="0" lang="en-US" sz="1850" u="none" cap="none" strike="noStrike">
                <a:solidFill>
                  <a:schemeClr val="dk1"/>
                </a:solidFill>
                <a:latin typeface="Arial"/>
                <a:ea typeface="Arial"/>
                <a:cs typeface="Arial"/>
                <a:sym typeface="Arial"/>
              </a:rPr>
              <a:t>Q: How did Avogadro write to his friends? </a:t>
            </a:r>
            <a:endParaRPr/>
          </a:p>
          <a:p>
            <a:pPr indent="0" lvl="0" marL="0" marR="0" rtl="0" algn="l">
              <a:lnSpc>
                <a:spcPct val="90000"/>
              </a:lnSpc>
              <a:spcBef>
                <a:spcPts val="970"/>
              </a:spcBef>
              <a:spcAft>
                <a:spcPts val="0"/>
              </a:spcAft>
              <a:buClr>
                <a:schemeClr val="dk1"/>
              </a:buClr>
              <a:buFont typeface="Arial"/>
              <a:buNone/>
            </a:pPr>
            <a:r>
              <a:rPr b="1" i="0" lang="en-US" sz="1850" u="none" cap="none" strike="noStrike">
                <a:solidFill>
                  <a:schemeClr val="dk1"/>
                </a:solidFill>
                <a:latin typeface="Arial"/>
                <a:ea typeface="Arial"/>
                <a:cs typeface="Arial"/>
                <a:sym typeface="Arial"/>
              </a:rPr>
              <a:t>A: By e-mole! </a:t>
            </a:r>
            <a:endParaRPr/>
          </a:p>
          <a:p>
            <a:pPr indent="0" lvl="0" marL="0" marR="0" rtl="0" algn="l">
              <a:lnSpc>
                <a:spcPct val="90000"/>
              </a:lnSpc>
              <a:spcBef>
                <a:spcPts val="970"/>
              </a:spcBef>
              <a:spcAft>
                <a:spcPts val="0"/>
              </a:spcAft>
              <a:buClr>
                <a:schemeClr val="dk1"/>
              </a:buClr>
              <a:buFont typeface="Arial"/>
              <a:buNone/>
            </a:pPr>
            <a:r>
              <a:rPr b="1" i="0" lang="en-US" sz="1850" u="none" cap="none" strike="noStrike">
                <a:solidFill>
                  <a:schemeClr val="dk1"/>
                </a:solidFill>
                <a:latin typeface="Arial"/>
                <a:ea typeface="Arial"/>
                <a:cs typeface="Arial"/>
                <a:sym typeface="Arial"/>
              </a:rPr>
              <a:t>Q: Why was Avogadro so rich? </a:t>
            </a:r>
            <a:endParaRPr/>
          </a:p>
          <a:p>
            <a:pPr indent="0" lvl="0" marL="0" marR="0" rtl="0" algn="l">
              <a:lnSpc>
                <a:spcPct val="90000"/>
              </a:lnSpc>
              <a:spcBef>
                <a:spcPts val="970"/>
              </a:spcBef>
              <a:spcAft>
                <a:spcPts val="0"/>
              </a:spcAft>
              <a:buClr>
                <a:schemeClr val="dk1"/>
              </a:buClr>
              <a:buFont typeface="Arial"/>
              <a:buNone/>
            </a:pPr>
            <a:r>
              <a:rPr b="1" i="0" lang="en-US" sz="1850" u="none" cap="none" strike="noStrike">
                <a:solidFill>
                  <a:schemeClr val="dk1"/>
                </a:solidFill>
                <a:latin typeface="Arial"/>
                <a:ea typeface="Arial"/>
                <a:cs typeface="Arial"/>
                <a:sym typeface="Arial"/>
              </a:rPr>
              <a:t>A: He's a multi-mole-ionare! </a:t>
            </a:r>
            <a:endParaRPr/>
          </a:p>
          <a:p>
            <a:pPr indent="0" lvl="0" marL="0" marR="0" rtl="0" algn="l">
              <a:lnSpc>
                <a:spcPct val="90000"/>
              </a:lnSpc>
              <a:spcBef>
                <a:spcPts val="970"/>
              </a:spcBef>
              <a:spcAft>
                <a:spcPts val="0"/>
              </a:spcAft>
              <a:buClr>
                <a:schemeClr val="dk1"/>
              </a:buClr>
              <a:buFont typeface="Arial"/>
              <a:buNone/>
            </a:pPr>
            <a:r>
              <a:rPr b="1" i="0" lang="en-US" sz="1850" u="none" cap="none" strike="noStrike">
                <a:solidFill>
                  <a:schemeClr val="dk1"/>
                </a:solidFill>
                <a:latin typeface="Arial"/>
                <a:ea typeface="Arial"/>
                <a:cs typeface="Arial"/>
                <a:sym typeface="Arial"/>
              </a:rPr>
              <a:t>Q: What does Avogadro put in his hot chocolate? </a:t>
            </a:r>
            <a:endParaRPr/>
          </a:p>
          <a:p>
            <a:pPr indent="0" lvl="0" marL="0" marR="0" rtl="0" algn="l">
              <a:lnSpc>
                <a:spcPct val="90000"/>
              </a:lnSpc>
              <a:spcBef>
                <a:spcPts val="970"/>
              </a:spcBef>
              <a:spcAft>
                <a:spcPts val="0"/>
              </a:spcAft>
              <a:buClr>
                <a:schemeClr val="dk1"/>
              </a:buClr>
              <a:buFont typeface="Arial"/>
              <a:buNone/>
            </a:pPr>
            <a:r>
              <a:rPr b="1" i="0" lang="en-US" sz="1850" u="none" cap="none" strike="noStrike">
                <a:solidFill>
                  <a:schemeClr val="dk1"/>
                </a:solidFill>
                <a:latin typeface="Arial"/>
                <a:ea typeface="Arial"/>
                <a:cs typeface="Arial"/>
                <a:sym typeface="Arial"/>
              </a:rPr>
              <a:t>A: Marsh-mole-ows! </a:t>
            </a:r>
            <a:endParaRPr/>
          </a:p>
          <a:p>
            <a:pPr indent="0" lvl="0" marL="0" marR="0" rtl="0" algn="l">
              <a:lnSpc>
                <a:spcPct val="90000"/>
              </a:lnSpc>
              <a:spcBef>
                <a:spcPts val="970"/>
              </a:spcBef>
              <a:spcAft>
                <a:spcPts val="0"/>
              </a:spcAft>
              <a:buClr>
                <a:schemeClr val="dk1"/>
              </a:buClr>
              <a:buFont typeface="Arial"/>
              <a:buNone/>
            </a:pPr>
            <a:r>
              <a:rPr b="1" i="0" lang="en-US" sz="1850" u="none" cap="none" strike="noStrike">
                <a:solidFill>
                  <a:schemeClr val="dk1"/>
                </a:solidFill>
                <a:latin typeface="Arial"/>
                <a:ea typeface="Arial"/>
                <a:cs typeface="Arial"/>
                <a:sym typeface="Arial"/>
              </a:rPr>
              <a:t>Q: Why did Avogadro like Cindy Crawford? </a:t>
            </a:r>
            <a:endParaRPr/>
          </a:p>
          <a:p>
            <a:pPr indent="0" lvl="0" marL="0" marR="0" rtl="0" algn="l">
              <a:lnSpc>
                <a:spcPct val="90000"/>
              </a:lnSpc>
              <a:spcBef>
                <a:spcPts val="970"/>
              </a:spcBef>
              <a:spcAft>
                <a:spcPts val="0"/>
              </a:spcAft>
              <a:buClr>
                <a:schemeClr val="dk1"/>
              </a:buClr>
              <a:buFont typeface="Arial"/>
              <a:buNone/>
            </a:pPr>
            <a:r>
              <a:rPr b="1" i="0" lang="en-US" sz="1850" u="none" cap="none" strike="noStrike">
                <a:solidFill>
                  <a:schemeClr val="dk1"/>
                </a:solidFill>
                <a:latin typeface="Arial"/>
                <a:ea typeface="Arial"/>
                <a:cs typeface="Arial"/>
                <a:sym typeface="Arial"/>
              </a:rPr>
              <a:t>A: She's his favorite super-mole-dle (and she has a mole). </a:t>
            </a:r>
            <a:endParaRPr/>
          </a:p>
          <a:p>
            <a:pPr indent="0" lvl="0" marL="0" marR="0" rtl="0" algn="l">
              <a:lnSpc>
                <a:spcPct val="90000"/>
              </a:lnSpc>
              <a:spcBef>
                <a:spcPts val="970"/>
              </a:spcBef>
              <a:spcAft>
                <a:spcPts val="0"/>
              </a:spcAft>
              <a:buClr>
                <a:schemeClr val="dk1"/>
              </a:buClr>
              <a:buFont typeface="Arial"/>
              <a:buNone/>
            </a:pPr>
            <a:r>
              <a:rPr b="1" i="0" lang="en-US" sz="1850" u="none" cap="none" strike="noStrike">
                <a:solidFill>
                  <a:schemeClr val="dk1"/>
                </a:solidFill>
                <a:latin typeface="Arial"/>
                <a:ea typeface="Arial"/>
                <a:cs typeface="Arial"/>
                <a:sym typeface="Arial"/>
              </a:rPr>
              <a:t>Q: What did the generous Avogadro say when his friends crashed his party? </a:t>
            </a:r>
            <a:endParaRPr/>
          </a:p>
          <a:p>
            <a:pPr indent="0" lvl="0" marL="0" marR="0" rtl="0" algn="l">
              <a:lnSpc>
                <a:spcPct val="90000"/>
              </a:lnSpc>
              <a:spcBef>
                <a:spcPts val="970"/>
              </a:spcBef>
              <a:spcAft>
                <a:spcPts val="0"/>
              </a:spcAft>
              <a:buClr>
                <a:schemeClr val="dk1"/>
              </a:buClr>
              <a:buFont typeface="Arial"/>
              <a:buNone/>
            </a:pPr>
            <a:r>
              <a:rPr b="1" i="0" lang="en-US" sz="1850" u="none" cap="none" strike="noStrike">
                <a:solidFill>
                  <a:schemeClr val="dk1"/>
                </a:solidFill>
                <a:latin typeface="Arial"/>
                <a:ea typeface="Arial"/>
                <a:cs typeface="Arial"/>
                <a:sym typeface="Arial"/>
              </a:rPr>
              <a:t>A: The mole the merrier! </a:t>
            </a:r>
            <a:endParaRPr/>
          </a:p>
          <a:p>
            <a:pPr indent="0" lvl="0" marL="0" marR="0" rtl="0" algn="l">
              <a:lnSpc>
                <a:spcPct val="90000"/>
              </a:lnSpc>
              <a:spcBef>
                <a:spcPts val="970"/>
              </a:spcBef>
              <a:spcAft>
                <a:spcPts val="0"/>
              </a:spcAft>
              <a:buClr>
                <a:schemeClr val="dk1"/>
              </a:buClr>
              <a:buFont typeface="Arial"/>
              <a:buNone/>
            </a:pPr>
            <a:r>
              <a:t/>
            </a:r>
            <a:endParaRPr b="1" i="0" sz="185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4">
                                            <p:txEl>
                                              <p:pRg end="0" st="0"/>
                                            </p:txEl>
                                          </p:spTgt>
                                        </p:tgtEl>
                                        <p:attrNameLst>
                                          <p:attrName>style.visibility</p:attrName>
                                        </p:attrNameLst>
                                      </p:cBhvr>
                                      <p:to>
                                        <p:strVal val="visible"/>
                                      </p:to>
                                    </p:set>
                                    <p:anim calcmode="lin" valueType="num">
                                      <p:cBhvr additive="base">
                                        <p:cTn dur="500"/>
                                        <p:tgtEl>
                                          <p:spTgt spid="234">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234">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4">
                                            <p:txEl>
                                              <p:pRg end="1" st="1"/>
                                            </p:txEl>
                                          </p:spTgt>
                                        </p:tgtEl>
                                        <p:attrNameLst>
                                          <p:attrName>style.visibility</p:attrName>
                                        </p:attrNameLst>
                                      </p:cBhvr>
                                      <p:to>
                                        <p:strVal val="visible"/>
                                      </p:to>
                                    </p:set>
                                    <p:anim calcmode="lin" valueType="num">
                                      <p:cBhvr additive="base">
                                        <p:cTn dur="500"/>
                                        <p:tgtEl>
                                          <p:spTgt spid="234">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234">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4">
                                            <p:txEl>
                                              <p:pRg end="2" st="2"/>
                                            </p:txEl>
                                          </p:spTgt>
                                        </p:tgtEl>
                                        <p:attrNameLst>
                                          <p:attrName>style.visibility</p:attrName>
                                        </p:attrNameLst>
                                      </p:cBhvr>
                                      <p:to>
                                        <p:strVal val="visible"/>
                                      </p:to>
                                    </p:set>
                                    <p:anim calcmode="lin" valueType="num">
                                      <p:cBhvr additive="base">
                                        <p:cTn dur="500"/>
                                        <p:tgtEl>
                                          <p:spTgt spid="234">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234">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4">
                                            <p:txEl>
                                              <p:pRg end="3" st="3"/>
                                            </p:txEl>
                                          </p:spTgt>
                                        </p:tgtEl>
                                        <p:attrNameLst>
                                          <p:attrName>style.visibility</p:attrName>
                                        </p:attrNameLst>
                                      </p:cBhvr>
                                      <p:to>
                                        <p:strVal val="visible"/>
                                      </p:to>
                                    </p:set>
                                    <p:anim calcmode="lin" valueType="num">
                                      <p:cBhvr additive="base">
                                        <p:cTn dur="500"/>
                                        <p:tgtEl>
                                          <p:spTgt spid="234">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234">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4">
                                            <p:txEl>
                                              <p:pRg end="4" st="4"/>
                                            </p:txEl>
                                          </p:spTgt>
                                        </p:tgtEl>
                                        <p:attrNameLst>
                                          <p:attrName>style.visibility</p:attrName>
                                        </p:attrNameLst>
                                      </p:cBhvr>
                                      <p:to>
                                        <p:strVal val="visible"/>
                                      </p:to>
                                    </p:set>
                                    <p:anim calcmode="lin" valueType="num">
                                      <p:cBhvr additive="base">
                                        <p:cTn dur="500"/>
                                        <p:tgtEl>
                                          <p:spTgt spid="234">
                                            <p:txEl>
                                              <p:pRg end="4" st="4"/>
                                            </p:txEl>
                                          </p:spTgt>
                                        </p:tgtEl>
                                        <p:attrNameLst>
                                          <p:attrName>ppt_w</p:attrName>
                                        </p:attrNameLst>
                                      </p:cBhvr>
                                      <p:tavLst>
                                        <p:tav fmla="" tm="0">
                                          <p:val>
                                            <p:strVal val="0"/>
                                          </p:val>
                                        </p:tav>
                                        <p:tav fmla="" tm="100000">
                                          <p:val>
                                            <p:strVal val="#ppt_w"/>
                                          </p:val>
                                        </p:tav>
                                      </p:tavLst>
                                    </p:anim>
                                    <p:anim calcmode="lin" valueType="num">
                                      <p:cBhvr additive="base">
                                        <p:cTn dur="500"/>
                                        <p:tgtEl>
                                          <p:spTgt spid="234">
                                            <p:txEl>
                                              <p:pRg end="4" st="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4">
                                            <p:txEl>
                                              <p:pRg end="5" st="5"/>
                                            </p:txEl>
                                          </p:spTgt>
                                        </p:tgtEl>
                                        <p:attrNameLst>
                                          <p:attrName>style.visibility</p:attrName>
                                        </p:attrNameLst>
                                      </p:cBhvr>
                                      <p:to>
                                        <p:strVal val="visible"/>
                                      </p:to>
                                    </p:set>
                                    <p:anim calcmode="lin" valueType="num">
                                      <p:cBhvr additive="base">
                                        <p:cTn dur="500"/>
                                        <p:tgtEl>
                                          <p:spTgt spid="234">
                                            <p:txEl>
                                              <p:pRg end="5" st="5"/>
                                            </p:txEl>
                                          </p:spTgt>
                                        </p:tgtEl>
                                        <p:attrNameLst>
                                          <p:attrName>ppt_w</p:attrName>
                                        </p:attrNameLst>
                                      </p:cBhvr>
                                      <p:tavLst>
                                        <p:tav fmla="" tm="0">
                                          <p:val>
                                            <p:strVal val="0"/>
                                          </p:val>
                                        </p:tav>
                                        <p:tav fmla="" tm="100000">
                                          <p:val>
                                            <p:strVal val="#ppt_w"/>
                                          </p:val>
                                        </p:tav>
                                      </p:tavLst>
                                    </p:anim>
                                    <p:anim calcmode="lin" valueType="num">
                                      <p:cBhvr additive="base">
                                        <p:cTn dur="500"/>
                                        <p:tgtEl>
                                          <p:spTgt spid="234">
                                            <p:txEl>
                                              <p:pRg end="5" st="5"/>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4">
                                            <p:txEl>
                                              <p:pRg end="6" st="6"/>
                                            </p:txEl>
                                          </p:spTgt>
                                        </p:tgtEl>
                                        <p:attrNameLst>
                                          <p:attrName>style.visibility</p:attrName>
                                        </p:attrNameLst>
                                      </p:cBhvr>
                                      <p:to>
                                        <p:strVal val="visible"/>
                                      </p:to>
                                    </p:set>
                                    <p:anim calcmode="lin" valueType="num">
                                      <p:cBhvr additive="base">
                                        <p:cTn dur="500"/>
                                        <p:tgtEl>
                                          <p:spTgt spid="234">
                                            <p:txEl>
                                              <p:pRg end="6" st="6"/>
                                            </p:txEl>
                                          </p:spTgt>
                                        </p:tgtEl>
                                        <p:attrNameLst>
                                          <p:attrName>ppt_w</p:attrName>
                                        </p:attrNameLst>
                                      </p:cBhvr>
                                      <p:tavLst>
                                        <p:tav fmla="" tm="0">
                                          <p:val>
                                            <p:strVal val="0"/>
                                          </p:val>
                                        </p:tav>
                                        <p:tav fmla="" tm="100000">
                                          <p:val>
                                            <p:strVal val="#ppt_w"/>
                                          </p:val>
                                        </p:tav>
                                      </p:tavLst>
                                    </p:anim>
                                    <p:anim calcmode="lin" valueType="num">
                                      <p:cBhvr additive="base">
                                        <p:cTn dur="500"/>
                                        <p:tgtEl>
                                          <p:spTgt spid="234">
                                            <p:txEl>
                                              <p:pRg end="6" st="6"/>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4">
                                            <p:txEl>
                                              <p:pRg end="7" st="7"/>
                                            </p:txEl>
                                          </p:spTgt>
                                        </p:tgtEl>
                                        <p:attrNameLst>
                                          <p:attrName>style.visibility</p:attrName>
                                        </p:attrNameLst>
                                      </p:cBhvr>
                                      <p:to>
                                        <p:strVal val="visible"/>
                                      </p:to>
                                    </p:set>
                                    <p:anim calcmode="lin" valueType="num">
                                      <p:cBhvr additive="base">
                                        <p:cTn dur="500"/>
                                        <p:tgtEl>
                                          <p:spTgt spid="234">
                                            <p:txEl>
                                              <p:pRg end="7" st="7"/>
                                            </p:txEl>
                                          </p:spTgt>
                                        </p:tgtEl>
                                        <p:attrNameLst>
                                          <p:attrName>ppt_w</p:attrName>
                                        </p:attrNameLst>
                                      </p:cBhvr>
                                      <p:tavLst>
                                        <p:tav fmla="" tm="0">
                                          <p:val>
                                            <p:strVal val="0"/>
                                          </p:val>
                                        </p:tav>
                                        <p:tav fmla="" tm="100000">
                                          <p:val>
                                            <p:strVal val="#ppt_w"/>
                                          </p:val>
                                        </p:tav>
                                      </p:tavLst>
                                    </p:anim>
                                    <p:anim calcmode="lin" valueType="num">
                                      <p:cBhvr additive="base">
                                        <p:cTn dur="500"/>
                                        <p:tgtEl>
                                          <p:spTgt spid="234">
                                            <p:txEl>
                                              <p:pRg end="7" st="7"/>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4">
                                            <p:txEl>
                                              <p:pRg end="8" st="8"/>
                                            </p:txEl>
                                          </p:spTgt>
                                        </p:tgtEl>
                                        <p:attrNameLst>
                                          <p:attrName>style.visibility</p:attrName>
                                        </p:attrNameLst>
                                      </p:cBhvr>
                                      <p:to>
                                        <p:strVal val="visible"/>
                                      </p:to>
                                    </p:set>
                                    <p:anim calcmode="lin" valueType="num">
                                      <p:cBhvr additive="base">
                                        <p:cTn dur="500"/>
                                        <p:tgtEl>
                                          <p:spTgt spid="234">
                                            <p:txEl>
                                              <p:pRg end="8" st="8"/>
                                            </p:txEl>
                                          </p:spTgt>
                                        </p:tgtEl>
                                        <p:attrNameLst>
                                          <p:attrName>ppt_w</p:attrName>
                                        </p:attrNameLst>
                                      </p:cBhvr>
                                      <p:tavLst>
                                        <p:tav fmla="" tm="0">
                                          <p:val>
                                            <p:strVal val="0"/>
                                          </p:val>
                                        </p:tav>
                                        <p:tav fmla="" tm="100000">
                                          <p:val>
                                            <p:strVal val="#ppt_w"/>
                                          </p:val>
                                        </p:tav>
                                      </p:tavLst>
                                    </p:anim>
                                    <p:anim calcmode="lin" valueType="num">
                                      <p:cBhvr additive="base">
                                        <p:cTn dur="500"/>
                                        <p:tgtEl>
                                          <p:spTgt spid="234">
                                            <p:txEl>
                                              <p:pRg end="8" st="8"/>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4">
                                            <p:txEl>
                                              <p:pRg end="9" st="9"/>
                                            </p:txEl>
                                          </p:spTgt>
                                        </p:tgtEl>
                                        <p:attrNameLst>
                                          <p:attrName>style.visibility</p:attrName>
                                        </p:attrNameLst>
                                      </p:cBhvr>
                                      <p:to>
                                        <p:strVal val="visible"/>
                                      </p:to>
                                    </p:set>
                                    <p:anim calcmode="lin" valueType="num">
                                      <p:cBhvr additive="base">
                                        <p:cTn dur="500"/>
                                        <p:tgtEl>
                                          <p:spTgt spid="234">
                                            <p:txEl>
                                              <p:pRg end="9" st="9"/>
                                            </p:txEl>
                                          </p:spTgt>
                                        </p:tgtEl>
                                        <p:attrNameLst>
                                          <p:attrName>ppt_w</p:attrName>
                                        </p:attrNameLst>
                                      </p:cBhvr>
                                      <p:tavLst>
                                        <p:tav fmla="" tm="0">
                                          <p:val>
                                            <p:strVal val="0"/>
                                          </p:val>
                                        </p:tav>
                                        <p:tav fmla="" tm="100000">
                                          <p:val>
                                            <p:strVal val="#ppt_w"/>
                                          </p:val>
                                        </p:tav>
                                      </p:tavLst>
                                    </p:anim>
                                    <p:anim calcmode="lin" valueType="num">
                                      <p:cBhvr additive="base">
                                        <p:cTn dur="500"/>
                                        <p:tgtEl>
                                          <p:spTgt spid="234">
                                            <p:txEl>
                                              <p:pRg end="9" st="9"/>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4">
                                            <p:txEl>
                                              <p:pRg end="10" st="10"/>
                                            </p:txEl>
                                          </p:spTgt>
                                        </p:tgtEl>
                                        <p:attrNameLst>
                                          <p:attrName>style.visibility</p:attrName>
                                        </p:attrNameLst>
                                      </p:cBhvr>
                                      <p:to>
                                        <p:strVal val="visible"/>
                                      </p:to>
                                    </p:set>
                                    <p:anim calcmode="lin" valueType="num">
                                      <p:cBhvr additive="base">
                                        <p:cTn dur="500"/>
                                        <p:tgtEl>
                                          <p:spTgt spid="234">
                                            <p:txEl>
                                              <p:pRg end="10" st="10"/>
                                            </p:txEl>
                                          </p:spTgt>
                                        </p:tgtEl>
                                        <p:attrNameLst>
                                          <p:attrName>ppt_w</p:attrName>
                                        </p:attrNameLst>
                                      </p:cBhvr>
                                      <p:tavLst>
                                        <p:tav fmla="" tm="0">
                                          <p:val>
                                            <p:strVal val="0"/>
                                          </p:val>
                                        </p:tav>
                                        <p:tav fmla="" tm="100000">
                                          <p:val>
                                            <p:strVal val="#ppt_w"/>
                                          </p:val>
                                        </p:tav>
                                      </p:tavLst>
                                    </p:anim>
                                    <p:anim calcmode="lin" valueType="num">
                                      <p:cBhvr additive="base">
                                        <p:cTn dur="500"/>
                                        <p:tgtEl>
                                          <p:spTgt spid="234">
                                            <p:txEl>
                                              <p:pRg end="10" st="10"/>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Essential">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