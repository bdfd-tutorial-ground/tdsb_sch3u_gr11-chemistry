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9144000"/>
  <p:notesSz cx="6858000" cy="9144000"/>
  <p:embeddedFontLst>
    <p:embeddedFont>
      <p:font typeface="Tahoma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slide" Target="slides/slide4.xml"/><Relationship Id="rId12" Type="http://schemas.openxmlformats.org/officeDocument/2006/relationships/font" Target="fonts/Tahoma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Chemsheets AS006 (Electron arrangement)</a:t>
            </a:r>
            <a:endParaRPr/>
          </a:p>
        </p:txBody>
      </p:sp>
      <p:sp>
        <p:nvSpPr>
          <p:cNvPr id="166" name="Google Shape;166;p1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24/12/2016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:notes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EBCF"/>
            </a:gs>
            <a:gs pos="5000">
              <a:srgbClr val="008000"/>
            </a:gs>
            <a:gs pos="71001">
              <a:srgbClr val="66FF66"/>
            </a:gs>
            <a:gs pos="95000">
              <a:srgbClr val="00FF00"/>
            </a:gs>
            <a:gs pos="100000">
              <a:srgbClr val="00FF00"/>
            </a:gs>
          </a:gsLst>
          <a:lin ang="5400000" scaled="0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54669" y="2852936"/>
            <a:ext cx="842493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MOLAR RATIOS</a:t>
            </a:r>
            <a:endParaRPr b="1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C900238955[1]"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790575"/>
            <a:ext cx="1152525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1763688" y="1132310"/>
            <a:ext cx="65961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</a:t>
            </a:r>
            <a:r>
              <a:rPr b="1" i="0" lang="en-GB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CHEMSHEETS</a:t>
            </a: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.CO.UK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1115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27"/>
          <p:cNvCxnSpPr/>
          <p:nvPr/>
        </p:nvCxnSpPr>
        <p:spPr>
          <a:xfrm>
            <a:off x="4356100" y="1052513"/>
            <a:ext cx="7921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84" name="Google Shape;184;p27"/>
          <p:cNvSpPr txBox="1"/>
          <p:nvPr/>
        </p:nvSpPr>
        <p:spPr>
          <a:xfrm>
            <a:off x="611188" y="2060575"/>
            <a:ext cx="35052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N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3 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cxnSp>
        <p:nvCxnSpPr>
          <p:cNvPr id="185" name="Google Shape;185;p27"/>
          <p:cNvCxnSpPr/>
          <p:nvPr/>
        </p:nvCxnSpPr>
        <p:spPr>
          <a:xfrm>
            <a:off x="4283075" y="2492375"/>
            <a:ext cx="7921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86" name="Google Shape;186;p27"/>
          <p:cNvSpPr txBox="1"/>
          <p:nvPr/>
        </p:nvSpPr>
        <p:spPr>
          <a:xfrm>
            <a:off x="5364163" y="2060575"/>
            <a:ext cx="24225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2 NH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684213" y="2924175"/>
            <a:ext cx="171291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molecule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2555875" y="2924175"/>
            <a:ext cx="1825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molecules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5867400" y="2924175"/>
            <a:ext cx="1825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molecules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1189038" y="3789363"/>
            <a:ext cx="460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3060700" y="3789363"/>
            <a:ext cx="460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36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6372225" y="3789363"/>
            <a:ext cx="460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900113" y="4221163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dozen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2844800" y="4221163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dozen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6083300" y="4221163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dozen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973138" y="5157788"/>
            <a:ext cx="10636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 x 10</a:t>
            </a:r>
            <a:r>
              <a:rPr b="0" baseline="3000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973138" y="5734050"/>
            <a:ext cx="944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mole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504825" y="5516563"/>
            <a:ext cx="1860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600000000000000000000000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2773363" y="5157788"/>
            <a:ext cx="12017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 x 10</a:t>
            </a:r>
            <a:r>
              <a:rPr b="0" baseline="3000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2773363" y="5734050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2305050" y="5516563"/>
            <a:ext cx="1930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1800000000000000000000000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6156325" y="5157788"/>
            <a:ext cx="1201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x 10</a:t>
            </a:r>
            <a:r>
              <a:rPr b="0" baseline="3000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6156325" y="5734050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5688013" y="5516563"/>
            <a:ext cx="1930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1200000000000000000000000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692150"/>
            <a:ext cx="1439863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/>
          <p:nvPr/>
        </p:nvSpPr>
        <p:spPr>
          <a:xfrm>
            <a:off x="0" y="29670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404813"/>
            <a:ext cx="2592388" cy="16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0" y="29098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0063" y="333375"/>
            <a:ext cx="2879725" cy="171608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1115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/>
          <p:nvPr/>
        </p:nvSpPr>
        <p:spPr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28"/>
          <p:cNvCxnSpPr/>
          <p:nvPr/>
        </p:nvCxnSpPr>
        <p:spPr>
          <a:xfrm>
            <a:off x="4356100" y="1052513"/>
            <a:ext cx="7921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21" name="Google Shape;221;p28"/>
          <p:cNvSpPr txBox="1"/>
          <p:nvPr/>
        </p:nvSpPr>
        <p:spPr>
          <a:xfrm>
            <a:off x="611188" y="2060575"/>
            <a:ext cx="35052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N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3 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cxnSp>
        <p:nvCxnSpPr>
          <p:cNvPr id="222" name="Google Shape;222;p28"/>
          <p:cNvCxnSpPr/>
          <p:nvPr/>
        </p:nvCxnSpPr>
        <p:spPr>
          <a:xfrm>
            <a:off x="4283075" y="2492375"/>
            <a:ext cx="7921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23" name="Google Shape;223;p28"/>
          <p:cNvSpPr txBox="1"/>
          <p:nvPr/>
        </p:nvSpPr>
        <p:spPr>
          <a:xfrm>
            <a:off x="5364163" y="2060575"/>
            <a:ext cx="24225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2 NH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901700" y="3068638"/>
            <a:ext cx="9445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mole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2701925" y="3068638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6084888" y="3068638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692150"/>
            <a:ext cx="1439863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/>
        </p:nvSpPr>
        <p:spPr>
          <a:xfrm>
            <a:off x="0" y="29670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404813"/>
            <a:ext cx="2592388" cy="16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0" y="29098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0063" y="333375"/>
            <a:ext cx="2879725" cy="17160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900127" y="3789375"/>
            <a:ext cx="144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2700353" y="3789375"/>
            <a:ext cx="144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083300" y="3789375"/>
            <a:ext cx="1377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900113" y="4508500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2700338" y="4508500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083300" y="4508500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900127" y="5157800"/>
            <a:ext cx="144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2700352" y="5157800"/>
            <a:ext cx="144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083300" y="5157800"/>
            <a:ext cx="1377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900113" y="5805488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2700353" y="5805500"/>
            <a:ext cx="144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6083300" y="5805488"/>
            <a:ext cx="1057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1115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224" y="638845"/>
            <a:ext cx="2126274" cy="82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5736" y="116632"/>
            <a:ext cx="1344612" cy="95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8643" y="860215"/>
            <a:ext cx="963613" cy="38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5685" y="260648"/>
            <a:ext cx="1535602" cy="10799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9"/>
          <p:cNvCxnSpPr/>
          <p:nvPr/>
        </p:nvCxnSpPr>
        <p:spPr>
          <a:xfrm>
            <a:off x="3995738" y="1052513"/>
            <a:ext cx="7921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55" name="Google Shape;255;p29"/>
          <p:cNvSpPr txBox="1"/>
          <p:nvPr/>
        </p:nvSpPr>
        <p:spPr>
          <a:xfrm>
            <a:off x="250825" y="2060575"/>
            <a:ext cx="36391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5O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56" name="Google Shape;256;p29"/>
          <p:cNvCxnSpPr/>
          <p:nvPr/>
        </p:nvCxnSpPr>
        <p:spPr>
          <a:xfrm>
            <a:off x="3922713" y="2492375"/>
            <a:ext cx="7921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57" name="Google Shape;257;p29"/>
          <p:cNvSpPr txBox="1"/>
          <p:nvPr/>
        </p:nvSpPr>
        <p:spPr>
          <a:xfrm>
            <a:off x="5003800" y="2060575"/>
            <a:ext cx="414248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3CO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+  4H</a:t>
            </a:r>
            <a:r>
              <a:rPr b="1" baseline="-2500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GB" sz="4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474175" y="3068960"/>
            <a:ext cx="944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mole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2274400" y="3068960"/>
            <a:ext cx="1066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5161866" y="3068960"/>
            <a:ext cx="1066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7380312" y="3068960"/>
            <a:ext cx="1066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2" name="Google Shape;26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8280" y="404664"/>
            <a:ext cx="963613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5981" y="1340768"/>
            <a:ext cx="963613" cy="3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1588" y="981075"/>
            <a:ext cx="1535113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6848" y="821903"/>
            <a:ext cx="1344613" cy="95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08320" y="1441102"/>
            <a:ext cx="1347787" cy="95091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/>
        </p:nvSpPr>
        <p:spPr>
          <a:xfrm>
            <a:off x="395536" y="3781327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2195736" y="3781327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5076056" y="3781327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254653" y="3781327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395536" y="4509120"/>
            <a:ext cx="11464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2195736" y="4509120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5076056" y="4509120"/>
            <a:ext cx="11464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6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7254653" y="4509120"/>
            <a:ext cx="11464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8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395536" y="5261138"/>
            <a:ext cx="12827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2195736" y="5261138"/>
            <a:ext cx="12827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5125532" y="5261138"/>
            <a:ext cx="12827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7322106" y="5261138"/>
            <a:ext cx="1066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404469" y="5981218"/>
            <a:ext cx="11464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3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2204669" y="5981218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5084989" y="5981218"/>
            <a:ext cx="12266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9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7263586" y="5981218"/>
            <a:ext cx="12057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 moles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3851920" y="6581775"/>
            <a:ext cx="53238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© www.chemsheets.co.uk       GCSE 1115        24-Dec-2016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hemsheets GCSE 1011 (Identify the particle)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