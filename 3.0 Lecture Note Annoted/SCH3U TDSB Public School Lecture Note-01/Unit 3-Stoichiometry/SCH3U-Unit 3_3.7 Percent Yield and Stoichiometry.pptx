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6858000" cx="9144000"/>
  <p:notesSz cx="6858000" cy="9144000"/>
  <p:embeddedFontLst>
    <p:embeddedFont>
      <p:font typeface="Tahoma"/>
      <p:regular r:id="rId15"/>
      <p:bold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Tahoma-regular.fntdata"/><Relationship Id="rId14" Type="http://schemas.openxmlformats.org/officeDocument/2006/relationships/slide" Target="slides/slide10.xml"/><Relationship Id="rId16" Type="http://schemas.openxmlformats.org/officeDocument/2006/relationships/font" Target="fonts/Tahoma-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p3: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5: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6: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857eafa59a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857eafa59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79458e0c0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79458e0c0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2ade5b42d1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2ade5b42d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7: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8: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9: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10: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solidFill>
          <a:schemeClr val="lt1"/>
        </a:solidFill>
      </p:bgPr>
    </p:bg>
    <p:spTree>
      <p:nvGrpSpPr>
        <p:cNvPr id="14" name="Shape 14"/>
        <p:cNvGrpSpPr/>
        <p:nvPr/>
      </p:nvGrpSpPr>
      <p:grpSpPr>
        <a:xfrm>
          <a:off x="0" y="0"/>
          <a:ext cx="0" cy="0"/>
          <a:chOff x="0" y="0"/>
          <a:chExt cx="0" cy="0"/>
        </a:xfrm>
      </p:grpSpPr>
      <p:grpSp>
        <p:nvGrpSpPr>
          <p:cNvPr id="15" name="Google Shape;15;p2"/>
          <p:cNvGrpSpPr/>
          <p:nvPr/>
        </p:nvGrpSpPr>
        <p:grpSpPr>
          <a:xfrm>
            <a:off x="0" y="0"/>
            <a:ext cx="8458200" cy="5943600"/>
            <a:chOff x="0" y="0"/>
            <a:chExt cx="8458200" cy="5943600"/>
          </a:xfrm>
        </p:grpSpPr>
        <p:sp>
          <p:nvSpPr>
            <p:cNvPr id="16" name="Google Shape;16;p2"/>
            <p:cNvSpPr/>
            <p:nvPr/>
          </p:nvSpPr>
          <p:spPr>
            <a:xfrm>
              <a:off x="0" y="2286000"/>
              <a:ext cx="8183562" cy="3657600"/>
            </a:xfrm>
            <a:custGeom>
              <a:rect b="b" l="l" r="r" t="t"/>
              <a:pathLst>
                <a:path extrusionOk="0" h="120000" w="120000">
                  <a:moveTo>
                    <a:pt x="119976" y="92135"/>
                  </a:moveTo>
                  <a:lnTo>
                    <a:pt x="0" y="120000"/>
                  </a:lnTo>
                  <a:lnTo>
                    <a:pt x="0" y="65208"/>
                  </a:lnTo>
                  <a:lnTo>
                    <a:pt x="120000" y="0"/>
                  </a:lnTo>
                  <a:lnTo>
                    <a:pt x="120000" y="73750"/>
                  </a:lnTo>
                  <a:lnTo>
                    <a:pt x="119976" y="92135"/>
                  </a:lnTo>
                  <a:close/>
                </a:path>
              </a:pathLst>
            </a:custGeom>
            <a:gradFill>
              <a:gsLst>
                <a:gs pos="0">
                  <a:schemeClr val="lt1"/>
                </a:gs>
                <a:gs pos="100000">
                  <a:srgbClr val="690000"/>
                </a:gs>
              </a:gsLst>
              <a:lin ang="108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7" name="Google Shape;17;p2"/>
            <p:cNvSpPr/>
            <p:nvPr/>
          </p:nvSpPr>
          <p:spPr>
            <a:xfrm>
              <a:off x="0" y="0"/>
              <a:ext cx="8458200" cy="5856287"/>
            </a:xfrm>
            <a:custGeom>
              <a:rect b="b" l="l" r="r" t="t"/>
              <a:pathLst>
                <a:path extrusionOk="0" h="120000" w="120000">
                  <a:moveTo>
                    <a:pt x="119617" y="104386"/>
                  </a:moveTo>
                  <a:lnTo>
                    <a:pt x="0" y="120000"/>
                  </a:lnTo>
                  <a:lnTo>
                    <a:pt x="0" y="292"/>
                  </a:lnTo>
                  <a:lnTo>
                    <a:pt x="120000" y="0"/>
                  </a:lnTo>
                  <a:lnTo>
                    <a:pt x="119617" y="104386"/>
                  </a:lnTo>
                  <a:close/>
                </a:path>
              </a:pathLst>
            </a:custGeom>
            <a:gradFill>
              <a:gsLst>
                <a:gs pos="0">
                  <a:schemeClr val="lt1"/>
                </a:gs>
                <a:gs pos="100000">
                  <a:schemeClr val="lt2"/>
                </a:gs>
              </a:gsLst>
              <a:lin ang="108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18" name="Google Shape;18;p2"/>
          <p:cNvSpPr txBox="1"/>
          <p:nvPr>
            <p:ph idx="1" type="subTitle"/>
          </p:nvPr>
        </p:nvSpPr>
        <p:spPr>
          <a:xfrm>
            <a:off x="1371600" y="3886200"/>
            <a:ext cx="6400800" cy="1752600"/>
          </a:xfrm>
          <a:prstGeom prst="rect">
            <a:avLst/>
          </a:prstGeom>
          <a:noFill/>
          <a:ln>
            <a:noFill/>
          </a:ln>
        </p:spPr>
        <p:txBody>
          <a:bodyPr anchorCtr="0" anchor="t" bIns="91425" lIns="91425" spcFirstLastPara="1" rIns="91425" wrap="square" tIns="91425">
            <a:noAutofit/>
          </a:bodyPr>
          <a:lstStyle>
            <a:lvl1pPr indent="-342900" lvl="0" marL="342900" marR="0" rtl="0" algn="l">
              <a:lnSpc>
                <a:spcPct val="100000"/>
              </a:lnSpc>
              <a:spcBef>
                <a:spcPts val="640"/>
              </a:spcBef>
              <a:spcAft>
                <a:spcPts val="0"/>
              </a:spcAft>
              <a:buClr>
                <a:schemeClr val="hlink"/>
              </a:buClr>
              <a:buSzPts val="2560"/>
              <a:buFont typeface="Noto Sans Symbols"/>
              <a:buChar char="■"/>
              <a:defRPr b="0" i="0" sz="3200" u="none" cap="none" strike="noStrike">
                <a:solidFill>
                  <a:schemeClr val="dk1"/>
                </a:solidFill>
                <a:latin typeface="Tahoma"/>
                <a:ea typeface="Tahoma"/>
                <a:cs typeface="Tahoma"/>
                <a:sym typeface="Tahoma"/>
              </a:defRPr>
            </a:lvl1pPr>
            <a:lvl2pPr indent="-285750" lvl="1" marL="742950" marR="0" rtl="0" algn="l">
              <a:lnSpc>
                <a:spcPct val="100000"/>
              </a:lnSpc>
              <a:spcBef>
                <a:spcPts val="560"/>
              </a:spcBef>
              <a:spcAft>
                <a:spcPts val="0"/>
              </a:spcAft>
              <a:buClr>
                <a:schemeClr val="dk1"/>
              </a:buClr>
              <a:buSzPts val="2800"/>
              <a:buFont typeface="Tahoma"/>
              <a:buChar char="–"/>
              <a:defRPr b="0" i="0" sz="2800" u="none" cap="none" strike="noStrike">
                <a:solidFill>
                  <a:schemeClr val="dk1"/>
                </a:solidFill>
                <a:latin typeface="Tahoma"/>
                <a:ea typeface="Tahoma"/>
                <a:cs typeface="Tahoma"/>
                <a:sym typeface="Tahoma"/>
              </a:defRPr>
            </a:lvl2pPr>
            <a:lvl3pPr indent="-228600" lvl="2" marL="1143000" marR="0" rtl="0" algn="l">
              <a:lnSpc>
                <a:spcPct val="100000"/>
              </a:lnSpc>
              <a:spcBef>
                <a:spcPts val="480"/>
              </a:spcBef>
              <a:spcAft>
                <a:spcPts val="0"/>
              </a:spcAft>
              <a:buClr>
                <a:schemeClr val="hlink"/>
              </a:buClr>
              <a:buSzPts val="2400"/>
              <a:buFont typeface="Noto Sans Symbols"/>
              <a:buChar char="▪"/>
              <a:defRPr b="0" i="0" sz="2400" u="none" cap="none" strike="noStrike">
                <a:solidFill>
                  <a:schemeClr val="dk1"/>
                </a:solidFill>
                <a:latin typeface="Tahoma"/>
                <a:ea typeface="Tahoma"/>
                <a:cs typeface="Tahoma"/>
                <a:sym typeface="Tahoma"/>
              </a:defRPr>
            </a:lvl3pPr>
            <a:lvl4pPr indent="-228600" lvl="3" marL="1600200" marR="0" rtl="0" algn="l">
              <a:lnSpc>
                <a:spcPct val="100000"/>
              </a:lnSpc>
              <a:spcBef>
                <a:spcPts val="400"/>
              </a:spcBef>
              <a:spcAft>
                <a:spcPts val="0"/>
              </a:spcAft>
              <a:buClr>
                <a:schemeClr val="dk1"/>
              </a:buClr>
              <a:buSzPts val="2000"/>
              <a:buFont typeface="Tahoma"/>
              <a:buChar char="–"/>
              <a:defRPr b="0" i="0" sz="2000" u="none" cap="none" strike="noStrike">
                <a:solidFill>
                  <a:schemeClr val="dk1"/>
                </a:solidFill>
                <a:latin typeface="Tahoma"/>
                <a:ea typeface="Tahoma"/>
                <a:cs typeface="Tahoma"/>
                <a:sym typeface="Tahoma"/>
              </a:defRPr>
            </a:lvl4pPr>
            <a:lvl5pPr indent="-228600" lvl="4" marL="2057400" marR="0" rtl="0" algn="l">
              <a:lnSpc>
                <a:spcPct val="100000"/>
              </a:lnSpc>
              <a:spcBef>
                <a:spcPts val="400"/>
              </a:spcBef>
              <a:spcAft>
                <a:spcPts val="0"/>
              </a:spcAft>
              <a:buClr>
                <a:schemeClr val="hlink"/>
              </a:buClr>
              <a:buSzPts val="2000"/>
              <a:buFont typeface="Noto Sans Symbols"/>
              <a:buChar char="▪"/>
              <a:defRPr b="0" i="0" sz="2000" u="none" cap="none" strike="noStrike">
                <a:solidFill>
                  <a:schemeClr val="dk1"/>
                </a:solidFill>
                <a:latin typeface="Tahoma"/>
                <a:ea typeface="Tahoma"/>
                <a:cs typeface="Tahoma"/>
                <a:sym typeface="Tahoma"/>
              </a:defRPr>
            </a:lvl5pPr>
            <a:lvl6pPr indent="-228600" lvl="5" marL="2514600" marR="0" rtl="0" algn="l">
              <a:lnSpc>
                <a:spcPct val="100000"/>
              </a:lnSpc>
              <a:spcBef>
                <a:spcPts val="400"/>
              </a:spcBef>
              <a:spcAft>
                <a:spcPts val="0"/>
              </a:spcAft>
              <a:buClr>
                <a:schemeClr val="hlink"/>
              </a:buClr>
              <a:buSzPts val="2000"/>
              <a:buFont typeface="Noto Sans Symbols"/>
              <a:buChar char="▪"/>
              <a:defRPr b="0" i="0" sz="2000" u="none" cap="none" strike="noStrike">
                <a:solidFill>
                  <a:schemeClr val="dk1"/>
                </a:solidFill>
                <a:latin typeface="Tahoma"/>
                <a:ea typeface="Tahoma"/>
                <a:cs typeface="Tahoma"/>
                <a:sym typeface="Tahoma"/>
              </a:defRPr>
            </a:lvl6pPr>
            <a:lvl7pPr indent="-228600" lvl="6" marL="3429000" marR="0" rtl="0" algn="l">
              <a:lnSpc>
                <a:spcPct val="100000"/>
              </a:lnSpc>
              <a:spcBef>
                <a:spcPts val="400"/>
              </a:spcBef>
              <a:spcAft>
                <a:spcPts val="0"/>
              </a:spcAft>
              <a:buClr>
                <a:schemeClr val="hlink"/>
              </a:buClr>
              <a:buSzPts val="2000"/>
              <a:buFont typeface="Noto Sans Symbols"/>
              <a:buChar char="▪"/>
              <a:defRPr b="0" i="0" sz="2000" u="none" cap="none" strike="noStrike">
                <a:solidFill>
                  <a:schemeClr val="dk1"/>
                </a:solidFill>
                <a:latin typeface="Tahoma"/>
                <a:ea typeface="Tahoma"/>
                <a:cs typeface="Tahoma"/>
                <a:sym typeface="Tahoma"/>
              </a:defRPr>
            </a:lvl7pPr>
            <a:lvl8pPr indent="-228600" lvl="7" marL="4800600" marR="0" rtl="0" algn="l">
              <a:lnSpc>
                <a:spcPct val="100000"/>
              </a:lnSpc>
              <a:spcBef>
                <a:spcPts val="400"/>
              </a:spcBef>
              <a:spcAft>
                <a:spcPts val="0"/>
              </a:spcAft>
              <a:buClr>
                <a:schemeClr val="hlink"/>
              </a:buClr>
              <a:buSzPts val="2000"/>
              <a:buFont typeface="Noto Sans Symbols"/>
              <a:buChar char="▪"/>
              <a:defRPr b="0" i="0" sz="2000" u="none" cap="none" strike="noStrike">
                <a:solidFill>
                  <a:schemeClr val="dk1"/>
                </a:solidFill>
                <a:latin typeface="Tahoma"/>
                <a:ea typeface="Tahoma"/>
                <a:cs typeface="Tahoma"/>
                <a:sym typeface="Tahoma"/>
              </a:defRPr>
            </a:lvl8pPr>
            <a:lvl9pPr indent="-228600" lvl="8" marL="6629400" marR="0" rtl="0" algn="l">
              <a:lnSpc>
                <a:spcPct val="100000"/>
              </a:lnSpc>
              <a:spcBef>
                <a:spcPts val="400"/>
              </a:spcBef>
              <a:spcAft>
                <a:spcPts val="0"/>
              </a:spcAft>
              <a:buClr>
                <a:schemeClr val="hlink"/>
              </a:buClr>
              <a:buSzPts val="2000"/>
              <a:buFont typeface="Noto Sans Symbols"/>
              <a:buChar char="▪"/>
              <a:defRPr b="0" i="0" sz="2000" u="none" cap="none" strike="noStrike">
                <a:solidFill>
                  <a:schemeClr val="dk1"/>
                </a:solidFill>
                <a:latin typeface="Tahoma"/>
                <a:ea typeface="Tahoma"/>
                <a:cs typeface="Tahoma"/>
                <a:sym typeface="Tahoma"/>
              </a:defRPr>
            </a:lvl9pPr>
          </a:lstStyle>
          <a:p/>
        </p:txBody>
      </p:sp>
      <p:sp>
        <p:nvSpPr>
          <p:cNvPr id="19" name="Google Shape;19;p2"/>
          <p:cNvSpPr txBox="1"/>
          <p:nvPr>
            <p:ph idx="10" type="dt"/>
          </p:nvPr>
        </p:nvSpPr>
        <p:spPr>
          <a:xfrm>
            <a:off x="457200" y="6248400"/>
            <a:ext cx="2133600" cy="457200"/>
          </a:xfrm>
          <a:prstGeom prst="rect">
            <a:avLst/>
          </a:prstGeom>
          <a:noFill/>
          <a:ln>
            <a:noFill/>
          </a:ln>
        </p:spPr>
        <p:txBody>
          <a:bodyPr anchorCtr="0" anchor="b" bIns="91425" lIns="91425" spcFirstLastPara="1" rIns="91425" wrap="square" tIns="91425">
            <a:noAutofit/>
          </a:bodyPr>
          <a:lstStyle>
            <a:lvl1pPr indent="0" lvl="0" marL="0" marR="0" rtl="0" algn="l">
              <a:lnSpc>
                <a:spcPct val="100000"/>
              </a:lnSpc>
              <a:spcBef>
                <a:spcPts val="0"/>
              </a:spcBef>
              <a:spcAft>
                <a:spcPts val="0"/>
              </a:spcAft>
              <a:buSzPts val="1400"/>
              <a:buNone/>
              <a:defRPr b="0" i="0" sz="1200" u="none">
                <a:solidFill>
                  <a:schemeClr val="dk1"/>
                </a:solidFill>
                <a:latin typeface="Tahoma"/>
                <a:ea typeface="Tahoma"/>
                <a:cs typeface="Tahoma"/>
                <a:sym typeface="Tahoma"/>
              </a:defRPr>
            </a:lvl1pPr>
            <a:lvl2pPr indent="0" lvl="1" marL="4572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0" name="Google Shape;20;p2"/>
          <p:cNvSpPr txBox="1"/>
          <p:nvPr>
            <p:ph idx="11" type="ftr"/>
          </p:nvPr>
        </p:nvSpPr>
        <p:spPr>
          <a:xfrm>
            <a:off x="3124200" y="6248400"/>
            <a:ext cx="2895600" cy="457200"/>
          </a:xfrm>
          <a:prstGeom prst="rect">
            <a:avLst/>
          </a:prstGeom>
          <a:noFill/>
          <a:ln>
            <a:noFill/>
          </a:ln>
        </p:spPr>
        <p:txBody>
          <a:bodyPr anchorCtr="0" anchor="b" bIns="91425" lIns="91425" spcFirstLastPara="1" rIns="91425" wrap="square" tIns="91425">
            <a:noAutofit/>
          </a:bodyPr>
          <a:lstStyle>
            <a:lvl1pPr indent="0" lvl="0" marL="0" marR="0" rtl="0" algn="ctr">
              <a:lnSpc>
                <a:spcPct val="100000"/>
              </a:lnSpc>
              <a:spcBef>
                <a:spcPts val="0"/>
              </a:spcBef>
              <a:spcAft>
                <a:spcPts val="0"/>
              </a:spcAft>
              <a:buSzPts val="1400"/>
              <a:buNone/>
              <a:defRPr b="0" i="0" sz="1200" u="none">
                <a:solidFill>
                  <a:schemeClr val="dk1"/>
                </a:solidFill>
                <a:latin typeface="Tahoma"/>
                <a:ea typeface="Tahoma"/>
                <a:cs typeface="Tahoma"/>
                <a:sym typeface="Tahoma"/>
              </a:defRPr>
            </a:lvl1pPr>
            <a:lvl2pPr indent="0" lvl="1" marL="4572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1" name="Google Shape;21;p2"/>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Font typeface="Tahoma"/>
              <a:buNone/>
              <a:defRPr b="0" i="0" sz="1200" u="none">
                <a:solidFill>
                  <a:schemeClr val="dk1"/>
                </a:solidFill>
                <a:latin typeface="Tahoma"/>
                <a:ea typeface="Tahoma"/>
                <a:cs typeface="Tahoma"/>
                <a:sym typeface="Tahoma"/>
              </a:defRPr>
            </a:lvl1pPr>
            <a:lvl2pPr indent="0" lvl="1" marL="0" marR="0" rtl="0" algn="r">
              <a:lnSpc>
                <a:spcPct val="100000"/>
              </a:lnSpc>
              <a:spcBef>
                <a:spcPts val="0"/>
              </a:spcBef>
              <a:spcAft>
                <a:spcPts val="0"/>
              </a:spcAft>
              <a:buClr>
                <a:schemeClr val="dk1"/>
              </a:buClr>
              <a:buFont typeface="Tahoma"/>
              <a:buNone/>
              <a:defRPr b="0" i="0" sz="1200" u="none">
                <a:solidFill>
                  <a:schemeClr val="dk1"/>
                </a:solidFill>
                <a:latin typeface="Tahoma"/>
                <a:ea typeface="Tahoma"/>
                <a:cs typeface="Tahoma"/>
                <a:sym typeface="Tahoma"/>
              </a:defRPr>
            </a:lvl2pPr>
            <a:lvl3pPr indent="0" lvl="2" marL="0" marR="0" rtl="0" algn="r">
              <a:lnSpc>
                <a:spcPct val="100000"/>
              </a:lnSpc>
              <a:spcBef>
                <a:spcPts val="0"/>
              </a:spcBef>
              <a:spcAft>
                <a:spcPts val="0"/>
              </a:spcAft>
              <a:buClr>
                <a:schemeClr val="dk1"/>
              </a:buClr>
              <a:buFont typeface="Tahoma"/>
              <a:buNone/>
              <a:defRPr b="0" i="0" sz="1200" u="none">
                <a:solidFill>
                  <a:schemeClr val="dk1"/>
                </a:solidFill>
                <a:latin typeface="Tahoma"/>
                <a:ea typeface="Tahoma"/>
                <a:cs typeface="Tahoma"/>
                <a:sym typeface="Tahoma"/>
              </a:defRPr>
            </a:lvl3pPr>
            <a:lvl4pPr indent="0" lvl="3" marL="0" marR="0" rtl="0" algn="r">
              <a:lnSpc>
                <a:spcPct val="100000"/>
              </a:lnSpc>
              <a:spcBef>
                <a:spcPts val="0"/>
              </a:spcBef>
              <a:spcAft>
                <a:spcPts val="0"/>
              </a:spcAft>
              <a:buClr>
                <a:schemeClr val="dk1"/>
              </a:buClr>
              <a:buFont typeface="Tahoma"/>
              <a:buNone/>
              <a:defRPr b="0" i="0" sz="1200" u="none">
                <a:solidFill>
                  <a:schemeClr val="dk1"/>
                </a:solidFill>
                <a:latin typeface="Tahoma"/>
                <a:ea typeface="Tahoma"/>
                <a:cs typeface="Tahoma"/>
                <a:sym typeface="Tahoma"/>
              </a:defRPr>
            </a:lvl4pPr>
            <a:lvl5pPr indent="0" lvl="4" marL="0" marR="0" rtl="0" algn="r">
              <a:lnSpc>
                <a:spcPct val="100000"/>
              </a:lnSpc>
              <a:spcBef>
                <a:spcPts val="0"/>
              </a:spcBef>
              <a:spcAft>
                <a:spcPts val="0"/>
              </a:spcAft>
              <a:buClr>
                <a:schemeClr val="dk1"/>
              </a:buClr>
              <a:buFont typeface="Tahoma"/>
              <a:buNone/>
              <a:defRPr b="0" i="0" sz="1200" u="none">
                <a:solidFill>
                  <a:schemeClr val="dk1"/>
                </a:solidFill>
                <a:latin typeface="Tahoma"/>
                <a:ea typeface="Tahoma"/>
                <a:cs typeface="Tahoma"/>
                <a:sym typeface="Tahoma"/>
              </a:defRPr>
            </a:lvl5pPr>
            <a:lvl6pPr indent="0" lvl="5" marL="0" marR="0" rtl="0" algn="r">
              <a:lnSpc>
                <a:spcPct val="100000"/>
              </a:lnSpc>
              <a:spcBef>
                <a:spcPts val="0"/>
              </a:spcBef>
              <a:spcAft>
                <a:spcPts val="0"/>
              </a:spcAft>
              <a:buClr>
                <a:schemeClr val="dk1"/>
              </a:buClr>
              <a:buFont typeface="Tahoma"/>
              <a:buNone/>
              <a:defRPr b="0" i="0" sz="1200" u="none">
                <a:solidFill>
                  <a:schemeClr val="dk1"/>
                </a:solidFill>
                <a:latin typeface="Tahoma"/>
                <a:ea typeface="Tahoma"/>
                <a:cs typeface="Tahoma"/>
                <a:sym typeface="Tahoma"/>
              </a:defRPr>
            </a:lvl6pPr>
            <a:lvl7pPr indent="0" lvl="6" marL="0" marR="0" rtl="0" algn="r">
              <a:lnSpc>
                <a:spcPct val="100000"/>
              </a:lnSpc>
              <a:spcBef>
                <a:spcPts val="0"/>
              </a:spcBef>
              <a:spcAft>
                <a:spcPts val="0"/>
              </a:spcAft>
              <a:buClr>
                <a:schemeClr val="dk1"/>
              </a:buClr>
              <a:buFont typeface="Tahoma"/>
              <a:buNone/>
              <a:defRPr b="0" i="0" sz="1200" u="none">
                <a:solidFill>
                  <a:schemeClr val="dk1"/>
                </a:solidFill>
                <a:latin typeface="Tahoma"/>
                <a:ea typeface="Tahoma"/>
                <a:cs typeface="Tahoma"/>
                <a:sym typeface="Tahoma"/>
              </a:defRPr>
            </a:lvl7pPr>
            <a:lvl8pPr indent="0" lvl="7" marL="0" marR="0" rtl="0" algn="r">
              <a:lnSpc>
                <a:spcPct val="100000"/>
              </a:lnSpc>
              <a:spcBef>
                <a:spcPts val="0"/>
              </a:spcBef>
              <a:spcAft>
                <a:spcPts val="0"/>
              </a:spcAft>
              <a:buClr>
                <a:schemeClr val="dk1"/>
              </a:buClr>
              <a:buFont typeface="Tahoma"/>
              <a:buNone/>
              <a:defRPr b="0" i="0" sz="1200" u="none">
                <a:solidFill>
                  <a:schemeClr val="dk1"/>
                </a:solidFill>
                <a:latin typeface="Tahoma"/>
                <a:ea typeface="Tahoma"/>
                <a:cs typeface="Tahoma"/>
                <a:sym typeface="Tahoma"/>
              </a:defRPr>
            </a:lvl8pPr>
            <a:lvl9pPr indent="0" lvl="8" marL="0" marR="0" rtl="0" algn="r">
              <a:lnSpc>
                <a:spcPct val="100000"/>
              </a:lnSpc>
              <a:spcBef>
                <a:spcPts val="0"/>
              </a:spcBef>
              <a:spcAft>
                <a:spcPts val="0"/>
              </a:spcAft>
              <a:buClr>
                <a:schemeClr val="dk1"/>
              </a:buClr>
              <a:buFont typeface="Tahoma"/>
              <a:buNone/>
              <a:defRPr b="0" i="0" sz="12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
        <p:nvSpPr>
          <p:cNvPr id="22" name="Google Shape;22;p2"/>
          <p:cNvSpPr txBox="1"/>
          <p:nvPr>
            <p:ph type="ctrTitle"/>
          </p:nvPr>
        </p:nvSpPr>
        <p:spPr>
          <a:xfrm>
            <a:off x="685800" y="1768475"/>
            <a:ext cx="7772400" cy="1736725"/>
          </a:xfrm>
          <a:prstGeom prst="rect">
            <a:avLst/>
          </a:prstGeom>
          <a:noFill/>
          <a:ln>
            <a:noFill/>
          </a:ln>
        </p:spPr>
        <p:txBody>
          <a:bodyPr anchorCtr="1" anchor="b" bIns="91425" lIns="91425" spcFirstLastPara="1" rIns="91425" wrap="square" tIns="91425">
            <a:noAutofit/>
          </a:bodyPr>
          <a:lstStyle>
            <a:lvl1pPr indent="0" lvl="0" marL="0" marR="0" rtl="0" algn="ctr">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indent="0" lvl="1" marL="0" marR="0" rtl="0" algn="ctr">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indent="0" lvl="2" marL="0" marR="0" rtl="0" algn="ctr">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indent="0" lvl="3" marL="0" marR="0" rtl="0" algn="ctr">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indent="0" lvl="4" marL="0" marR="0" rtl="0" algn="ctr">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indent="0" lvl="5" marL="0" marR="0" rtl="0" algn="ctr">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indent="0" lvl="6" marL="0" marR="0" rtl="0" algn="ctr">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indent="0" lvl="7" marL="0" marR="0" rtl="0" algn="ctr">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indent="0" lvl="8" marL="0" marR="0" rtl="0" algn="ctr">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tx">
  <p:cSld name="TITLE_AND_BODY">
    <p:spTree>
      <p:nvGrpSpPr>
        <p:cNvPr id="23" name="Shape 23"/>
        <p:cNvGrpSpPr/>
        <p:nvPr/>
      </p:nvGrpSpPr>
      <p:grpSpPr>
        <a:xfrm>
          <a:off x="0" y="0"/>
          <a:ext cx="0" cy="0"/>
          <a:chOff x="0" y="0"/>
          <a:chExt cx="0" cy="0"/>
        </a:xfrm>
      </p:grpSpPr>
      <p:sp>
        <p:nvSpPr>
          <p:cNvPr id="24" name="Google Shape;24;p3"/>
          <p:cNvSpPr txBox="1"/>
          <p:nvPr>
            <p:ph type="title"/>
          </p:nvPr>
        </p:nvSpPr>
        <p:spPr>
          <a:xfrm>
            <a:off x="457200" y="274637"/>
            <a:ext cx="8229600" cy="1143000"/>
          </a:xfrm>
          <a:prstGeom prst="rect">
            <a:avLst/>
          </a:prstGeom>
          <a:noFill/>
          <a:ln>
            <a:noFill/>
          </a:ln>
        </p:spPr>
        <p:txBody>
          <a:bodyPr anchorCtr="0" anchor="ctr" bIns="91425" lIns="91425" spcFirstLastPara="1" rIns="91425" wrap="square" tIns="91425">
            <a:noAutofit/>
          </a:bodyPr>
          <a:lstStyle>
            <a:lvl1pPr indent="0" lvl="0" marL="0" marR="0" rtl="0" algn="ctr">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indent="0" lvl="1" marL="0" marR="0" rtl="0" algn="ctr">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indent="0" lvl="2" marL="0" marR="0" rtl="0" algn="ctr">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indent="0" lvl="3" marL="0" marR="0" rtl="0" algn="ctr">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indent="0" lvl="4" marL="0" marR="0" rtl="0" algn="ctr">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indent="0" lvl="5" marL="0" marR="0" rtl="0" algn="ctr">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indent="0" lvl="6" marL="0" marR="0" rtl="0" algn="ctr">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indent="0" lvl="7" marL="0" marR="0" rtl="0" algn="ctr">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indent="0" lvl="8" marL="0" marR="0" rtl="0" algn="ctr">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25" name="Google Shape;25;p3"/>
          <p:cNvSpPr txBox="1"/>
          <p:nvPr>
            <p:ph idx="1" type="body"/>
          </p:nvPr>
        </p:nvSpPr>
        <p:spPr>
          <a:xfrm>
            <a:off x="457200" y="1600200"/>
            <a:ext cx="8229600" cy="4495800"/>
          </a:xfrm>
          <a:prstGeom prst="rect">
            <a:avLst/>
          </a:prstGeom>
          <a:noFill/>
          <a:ln>
            <a:noFill/>
          </a:ln>
        </p:spPr>
        <p:txBody>
          <a:bodyPr anchorCtr="0" anchor="t" bIns="91425" lIns="91425" spcFirstLastPara="1" rIns="91425" wrap="square" tIns="91425">
            <a:noAutofit/>
          </a:bodyPr>
          <a:lstStyle>
            <a:lvl1pPr indent="-391160" lvl="0" marL="457200" marR="0" rtl="0" algn="l">
              <a:lnSpc>
                <a:spcPct val="100000"/>
              </a:lnSpc>
              <a:spcBef>
                <a:spcPts val="640"/>
              </a:spcBef>
              <a:spcAft>
                <a:spcPts val="0"/>
              </a:spcAft>
              <a:buClr>
                <a:schemeClr val="hlink"/>
              </a:buClr>
              <a:buSzPts val="2560"/>
              <a:buFont typeface="Noto Sans Symbols"/>
              <a:buChar char="■"/>
              <a:defRPr b="0" i="0" sz="3200" u="none" cap="none" strike="noStrike">
                <a:solidFill>
                  <a:schemeClr val="dk1"/>
                </a:solidFill>
                <a:latin typeface="Tahoma"/>
                <a:ea typeface="Tahoma"/>
                <a:cs typeface="Tahoma"/>
                <a:sym typeface="Tahoma"/>
              </a:defRPr>
            </a:lvl1pPr>
            <a:lvl2pPr indent="-406400" lvl="1" marL="914400" marR="0" rtl="0" algn="l">
              <a:lnSpc>
                <a:spcPct val="100000"/>
              </a:lnSpc>
              <a:spcBef>
                <a:spcPts val="560"/>
              </a:spcBef>
              <a:spcAft>
                <a:spcPts val="0"/>
              </a:spcAft>
              <a:buClr>
                <a:schemeClr val="dk1"/>
              </a:buClr>
              <a:buSzPts val="2800"/>
              <a:buFont typeface="Tahoma"/>
              <a:buChar char="–"/>
              <a:defRPr b="0" i="0" sz="2800" u="none" cap="none" strike="noStrike">
                <a:solidFill>
                  <a:schemeClr val="dk1"/>
                </a:solidFill>
                <a:latin typeface="Tahoma"/>
                <a:ea typeface="Tahoma"/>
                <a:cs typeface="Tahoma"/>
                <a:sym typeface="Tahoma"/>
              </a:defRPr>
            </a:lvl2pPr>
            <a:lvl3pPr indent="-381000" lvl="2" marL="1371600" marR="0" rtl="0" algn="l">
              <a:lnSpc>
                <a:spcPct val="100000"/>
              </a:lnSpc>
              <a:spcBef>
                <a:spcPts val="480"/>
              </a:spcBef>
              <a:spcAft>
                <a:spcPts val="0"/>
              </a:spcAft>
              <a:buClr>
                <a:schemeClr val="hlink"/>
              </a:buClr>
              <a:buSzPts val="2400"/>
              <a:buFont typeface="Noto Sans Symbols"/>
              <a:buChar char="▪"/>
              <a:defRPr b="0" i="0" sz="2400" u="none" cap="none" strike="noStrike">
                <a:solidFill>
                  <a:schemeClr val="dk1"/>
                </a:solidFill>
                <a:latin typeface="Tahoma"/>
                <a:ea typeface="Tahoma"/>
                <a:cs typeface="Tahoma"/>
                <a:sym typeface="Tahoma"/>
              </a:defRPr>
            </a:lvl3pPr>
            <a:lvl4pPr indent="-355600" lvl="3" marL="1828800" marR="0" rtl="0" algn="l">
              <a:lnSpc>
                <a:spcPct val="100000"/>
              </a:lnSpc>
              <a:spcBef>
                <a:spcPts val="400"/>
              </a:spcBef>
              <a:spcAft>
                <a:spcPts val="0"/>
              </a:spcAft>
              <a:buClr>
                <a:schemeClr val="dk1"/>
              </a:buClr>
              <a:buSzPts val="2000"/>
              <a:buFont typeface="Tahoma"/>
              <a:buChar char="–"/>
              <a:defRPr b="0" i="0" sz="2000" u="none" cap="none" strike="noStrike">
                <a:solidFill>
                  <a:schemeClr val="dk1"/>
                </a:solidFill>
                <a:latin typeface="Tahoma"/>
                <a:ea typeface="Tahoma"/>
                <a:cs typeface="Tahoma"/>
                <a:sym typeface="Tahoma"/>
              </a:defRPr>
            </a:lvl4pPr>
            <a:lvl5pPr indent="-355600" lvl="4" marL="2286000" marR="0" rtl="0" algn="l">
              <a:lnSpc>
                <a:spcPct val="100000"/>
              </a:lnSpc>
              <a:spcBef>
                <a:spcPts val="400"/>
              </a:spcBef>
              <a:spcAft>
                <a:spcPts val="0"/>
              </a:spcAft>
              <a:buClr>
                <a:schemeClr val="hlink"/>
              </a:buClr>
              <a:buSzPts val="2000"/>
              <a:buFont typeface="Noto Sans Symbols"/>
              <a:buChar char="▪"/>
              <a:defRPr b="0" i="0" sz="2000" u="none" cap="none" strike="noStrike">
                <a:solidFill>
                  <a:schemeClr val="dk1"/>
                </a:solidFill>
                <a:latin typeface="Tahoma"/>
                <a:ea typeface="Tahoma"/>
                <a:cs typeface="Tahoma"/>
                <a:sym typeface="Tahoma"/>
              </a:defRPr>
            </a:lvl5pPr>
            <a:lvl6pPr indent="-355600" lvl="5" marL="2743200" marR="0" rtl="0" algn="l">
              <a:lnSpc>
                <a:spcPct val="100000"/>
              </a:lnSpc>
              <a:spcBef>
                <a:spcPts val="400"/>
              </a:spcBef>
              <a:spcAft>
                <a:spcPts val="0"/>
              </a:spcAft>
              <a:buClr>
                <a:schemeClr val="hlink"/>
              </a:buClr>
              <a:buSzPts val="2000"/>
              <a:buFont typeface="Noto Sans Symbols"/>
              <a:buChar char="▪"/>
              <a:defRPr b="0" i="0" sz="2000" u="none" cap="none" strike="noStrike">
                <a:solidFill>
                  <a:schemeClr val="dk1"/>
                </a:solidFill>
                <a:latin typeface="Tahoma"/>
                <a:ea typeface="Tahoma"/>
                <a:cs typeface="Tahoma"/>
                <a:sym typeface="Tahoma"/>
              </a:defRPr>
            </a:lvl6pPr>
            <a:lvl7pPr indent="-355600" lvl="6" marL="3200400" marR="0" rtl="0" algn="l">
              <a:lnSpc>
                <a:spcPct val="100000"/>
              </a:lnSpc>
              <a:spcBef>
                <a:spcPts val="400"/>
              </a:spcBef>
              <a:spcAft>
                <a:spcPts val="0"/>
              </a:spcAft>
              <a:buClr>
                <a:schemeClr val="hlink"/>
              </a:buClr>
              <a:buSzPts val="2000"/>
              <a:buFont typeface="Noto Sans Symbols"/>
              <a:buChar char="▪"/>
              <a:defRPr b="0" i="0" sz="2000" u="none" cap="none" strike="noStrike">
                <a:solidFill>
                  <a:schemeClr val="dk1"/>
                </a:solidFill>
                <a:latin typeface="Tahoma"/>
                <a:ea typeface="Tahoma"/>
                <a:cs typeface="Tahoma"/>
                <a:sym typeface="Tahoma"/>
              </a:defRPr>
            </a:lvl7pPr>
            <a:lvl8pPr indent="-355600" lvl="7" marL="3657600" marR="0" rtl="0" algn="l">
              <a:lnSpc>
                <a:spcPct val="100000"/>
              </a:lnSpc>
              <a:spcBef>
                <a:spcPts val="400"/>
              </a:spcBef>
              <a:spcAft>
                <a:spcPts val="0"/>
              </a:spcAft>
              <a:buClr>
                <a:schemeClr val="hlink"/>
              </a:buClr>
              <a:buSzPts val="2000"/>
              <a:buFont typeface="Noto Sans Symbols"/>
              <a:buChar char="▪"/>
              <a:defRPr b="0" i="0" sz="2000" u="none" cap="none" strike="noStrike">
                <a:solidFill>
                  <a:schemeClr val="dk1"/>
                </a:solidFill>
                <a:latin typeface="Tahoma"/>
                <a:ea typeface="Tahoma"/>
                <a:cs typeface="Tahoma"/>
                <a:sym typeface="Tahoma"/>
              </a:defRPr>
            </a:lvl8pPr>
            <a:lvl9pPr indent="-355600" lvl="8" marL="4114800" marR="0" rtl="0" algn="l">
              <a:lnSpc>
                <a:spcPct val="100000"/>
              </a:lnSpc>
              <a:spcBef>
                <a:spcPts val="400"/>
              </a:spcBef>
              <a:spcAft>
                <a:spcPts val="0"/>
              </a:spcAft>
              <a:buClr>
                <a:schemeClr val="hlink"/>
              </a:buClr>
              <a:buSzPts val="2000"/>
              <a:buFont typeface="Noto Sans Symbols"/>
              <a:buChar char="▪"/>
              <a:defRPr b="0" i="0" sz="2000" u="none" cap="none" strike="noStrike">
                <a:solidFill>
                  <a:schemeClr val="dk1"/>
                </a:solidFill>
                <a:latin typeface="Tahoma"/>
                <a:ea typeface="Tahoma"/>
                <a:cs typeface="Tahoma"/>
                <a:sym typeface="Tahoma"/>
              </a:defRPr>
            </a:lvl9pPr>
          </a:lstStyle>
          <a:p/>
        </p:txBody>
      </p:sp>
      <p:sp>
        <p:nvSpPr>
          <p:cNvPr id="26" name="Google Shape;26;p3"/>
          <p:cNvSpPr txBox="1"/>
          <p:nvPr>
            <p:ph idx="10" type="dt"/>
          </p:nvPr>
        </p:nvSpPr>
        <p:spPr>
          <a:xfrm>
            <a:off x="457200" y="6248400"/>
            <a:ext cx="2133600" cy="457200"/>
          </a:xfrm>
          <a:prstGeom prst="rect">
            <a:avLst/>
          </a:prstGeom>
          <a:noFill/>
          <a:ln>
            <a:noFill/>
          </a:ln>
        </p:spPr>
        <p:txBody>
          <a:bodyPr anchorCtr="0" anchor="b" bIns="91425" lIns="91425" spcFirstLastPara="1" rIns="91425" wrap="square" tIns="91425">
            <a:noAutofit/>
          </a:bodyPr>
          <a:lstStyle>
            <a:lvl1pPr indent="0" lvl="0" marL="0" marR="0" rtl="0" algn="l">
              <a:lnSpc>
                <a:spcPct val="100000"/>
              </a:lnSpc>
              <a:spcBef>
                <a:spcPts val="0"/>
              </a:spcBef>
              <a:spcAft>
                <a:spcPts val="0"/>
              </a:spcAft>
              <a:buSzPts val="1400"/>
              <a:buNone/>
              <a:defRPr b="0" i="0" sz="1200" u="none">
                <a:solidFill>
                  <a:schemeClr val="dk1"/>
                </a:solidFill>
                <a:latin typeface="Tahoma"/>
                <a:ea typeface="Tahoma"/>
                <a:cs typeface="Tahoma"/>
                <a:sym typeface="Tahoma"/>
              </a:defRPr>
            </a:lvl1pPr>
            <a:lvl2pPr indent="0" lvl="1" marL="4572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7" name="Google Shape;27;p3"/>
          <p:cNvSpPr txBox="1"/>
          <p:nvPr>
            <p:ph idx="11" type="ftr"/>
          </p:nvPr>
        </p:nvSpPr>
        <p:spPr>
          <a:xfrm>
            <a:off x="3124200" y="6248400"/>
            <a:ext cx="2895600" cy="457200"/>
          </a:xfrm>
          <a:prstGeom prst="rect">
            <a:avLst/>
          </a:prstGeom>
          <a:noFill/>
          <a:ln>
            <a:noFill/>
          </a:ln>
        </p:spPr>
        <p:txBody>
          <a:bodyPr anchorCtr="0" anchor="b" bIns="91425" lIns="91425" spcFirstLastPara="1" rIns="91425" wrap="square" tIns="91425">
            <a:noAutofit/>
          </a:bodyPr>
          <a:lstStyle>
            <a:lvl1pPr indent="0" lvl="0" marL="0" marR="0" rtl="0" algn="ctr">
              <a:lnSpc>
                <a:spcPct val="100000"/>
              </a:lnSpc>
              <a:spcBef>
                <a:spcPts val="0"/>
              </a:spcBef>
              <a:spcAft>
                <a:spcPts val="0"/>
              </a:spcAft>
              <a:buSzPts val="1400"/>
              <a:buNone/>
              <a:defRPr b="0" i="0" sz="1200" u="none">
                <a:solidFill>
                  <a:schemeClr val="dk1"/>
                </a:solidFill>
                <a:latin typeface="Tahoma"/>
                <a:ea typeface="Tahoma"/>
                <a:cs typeface="Tahoma"/>
                <a:sym typeface="Tahoma"/>
              </a:defRPr>
            </a:lvl1pPr>
            <a:lvl2pPr indent="0" lvl="1" marL="4572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8" name="Google Shape;28;p3"/>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None/>
              <a:defRPr b="0" i="0" sz="1200" u="none">
                <a:solidFill>
                  <a:schemeClr val="dk1"/>
                </a:solidFill>
                <a:latin typeface="Tahoma"/>
                <a:ea typeface="Tahoma"/>
                <a:cs typeface="Tahoma"/>
                <a:sym typeface="Tahoma"/>
              </a:defRPr>
            </a:lvl1pPr>
            <a:lvl2pPr indent="0" lvl="1" marL="0" marR="0" rtl="0" algn="r">
              <a:lnSpc>
                <a:spcPct val="100000"/>
              </a:lnSpc>
              <a:spcBef>
                <a:spcPts val="0"/>
              </a:spcBef>
              <a:spcAft>
                <a:spcPts val="0"/>
              </a:spcAft>
              <a:buNone/>
              <a:defRPr b="0" i="0" sz="1200" u="none">
                <a:solidFill>
                  <a:schemeClr val="dk1"/>
                </a:solidFill>
                <a:latin typeface="Tahoma"/>
                <a:ea typeface="Tahoma"/>
                <a:cs typeface="Tahoma"/>
                <a:sym typeface="Tahoma"/>
              </a:defRPr>
            </a:lvl2pPr>
            <a:lvl3pPr indent="0" lvl="2" marL="0" marR="0" rtl="0" algn="r">
              <a:lnSpc>
                <a:spcPct val="100000"/>
              </a:lnSpc>
              <a:spcBef>
                <a:spcPts val="0"/>
              </a:spcBef>
              <a:spcAft>
                <a:spcPts val="0"/>
              </a:spcAft>
              <a:buNone/>
              <a:defRPr b="0" i="0" sz="1200" u="none">
                <a:solidFill>
                  <a:schemeClr val="dk1"/>
                </a:solidFill>
                <a:latin typeface="Tahoma"/>
                <a:ea typeface="Tahoma"/>
                <a:cs typeface="Tahoma"/>
                <a:sym typeface="Tahoma"/>
              </a:defRPr>
            </a:lvl3pPr>
            <a:lvl4pPr indent="0" lvl="3" marL="0" marR="0" rtl="0" algn="r">
              <a:lnSpc>
                <a:spcPct val="100000"/>
              </a:lnSpc>
              <a:spcBef>
                <a:spcPts val="0"/>
              </a:spcBef>
              <a:spcAft>
                <a:spcPts val="0"/>
              </a:spcAft>
              <a:buNone/>
              <a:defRPr b="0" i="0" sz="1200" u="none">
                <a:solidFill>
                  <a:schemeClr val="dk1"/>
                </a:solidFill>
                <a:latin typeface="Tahoma"/>
                <a:ea typeface="Tahoma"/>
                <a:cs typeface="Tahoma"/>
                <a:sym typeface="Tahoma"/>
              </a:defRPr>
            </a:lvl4pPr>
            <a:lvl5pPr indent="0" lvl="4" marL="0" marR="0" rtl="0" algn="r">
              <a:lnSpc>
                <a:spcPct val="100000"/>
              </a:lnSpc>
              <a:spcBef>
                <a:spcPts val="0"/>
              </a:spcBef>
              <a:spcAft>
                <a:spcPts val="0"/>
              </a:spcAft>
              <a:buNone/>
              <a:defRPr b="0" i="0" sz="1200" u="none">
                <a:solidFill>
                  <a:schemeClr val="dk1"/>
                </a:solidFill>
                <a:latin typeface="Tahoma"/>
                <a:ea typeface="Tahoma"/>
                <a:cs typeface="Tahoma"/>
                <a:sym typeface="Tahoma"/>
              </a:defRPr>
            </a:lvl5pPr>
            <a:lvl6pPr indent="0" lvl="5" marL="0" marR="0" rtl="0" algn="r">
              <a:lnSpc>
                <a:spcPct val="100000"/>
              </a:lnSpc>
              <a:spcBef>
                <a:spcPts val="0"/>
              </a:spcBef>
              <a:spcAft>
                <a:spcPts val="0"/>
              </a:spcAft>
              <a:buNone/>
              <a:defRPr b="0" i="0" sz="1200" u="none">
                <a:solidFill>
                  <a:schemeClr val="dk1"/>
                </a:solidFill>
                <a:latin typeface="Tahoma"/>
                <a:ea typeface="Tahoma"/>
                <a:cs typeface="Tahoma"/>
                <a:sym typeface="Tahoma"/>
              </a:defRPr>
            </a:lvl6pPr>
            <a:lvl7pPr indent="0" lvl="6" marL="0" marR="0" rtl="0" algn="r">
              <a:lnSpc>
                <a:spcPct val="100000"/>
              </a:lnSpc>
              <a:spcBef>
                <a:spcPts val="0"/>
              </a:spcBef>
              <a:spcAft>
                <a:spcPts val="0"/>
              </a:spcAft>
              <a:buNone/>
              <a:defRPr b="0" i="0" sz="1200" u="none">
                <a:solidFill>
                  <a:schemeClr val="dk1"/>
                </a:solidFill>
                <a:latin typeface="Tahoma"/>
                <a:ea typeface="Tahoma"/>
                <a:cs typeface="Tahoma"/>
                <a:sym typeface="Tahoma"/>
              </a:defRPr>
            </a:lvl7pPr>
            <a:lvl8pPr indent="0" lvl="7" marL="0" marR="0" rtl="0" algn="r">
              <a:lnSpc>
                <a:spcPct val="100000"/>
              </a:lnSpc>
              <a:spcBef>
                <a:spcPts val="0"/>
              </a:spcBef>
              <a:spcAft>
                <a:spcPts val="0"/>
              </a:spcAft>
              <a:buNone/>
              <a:defRPr b="0" i="0" sz="1200" u="none">
                <a:solidFill>
                  <a:schemeClr val="dk1"/>
                </a:solidFill>
                <a:latin typeface="Tahoma"/>
                <a:ea typeface="Tahoma"/>
                <a:cs typeface="Tahoma"/>
                <a:sym typeface="Tahoma"/>
              </a:defRPr>
            </a:lvl8pPr>
            <a:lvl9pPr indent="0" lvl="8" marL="0" marR="0" rtl="0" algn="r">
              <a:lnSpc>
                <a:spcPct val="100000"/>
              </a:lnSpc>
              <a:spcBef>
                <a:spcPts val="0"/>
              </a:spcBef>
              <a:spcAft>
                <a:spcPts val="0"/>
              </a:spcAft>
              <a:buNone/>
              <a:defRPr b="0" i="0" sz="12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AUTOLAYOUT_1">
    <p:spTree>
      <p:nvGrpSpPr>
        <p:cNvPr id="29" name="Shape 29"/>
        <p:cNvGrpSpPr/>
        <p:nvPr/>
      </p:nvGrpSpPr>
      <p:grpSpPr>
        <a:xfrm>
          <a:off x="0" y="0"/>
          <a:ext cx="0" cy="0"/>
          <a:chOff x="0" y="0"/>
          <a:chExt cx="0" cy="0"/>
        </a:xfrm>
      </p:grpSpPr>
      <p:sp>
        <p:nvSpPr>
          <p:cNvPr id="30" name="Google Shape;30;p4"/>
          <p:cNvSpPr/>
          <p:nvPr/>
        </p:nvSpPr>
        <p:spPr>
          <a:xfrm>
            <a:off x="0" y="0"/>
            <a:ext cx="9144000" cy="68580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a:off x="3341300" y="419833"/>
            <a:ext cx="5486400" cy="6017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0" y="0"/>
            <a:ext cx="3048000" cy="6858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a:off x="3341300" y="419833"/>
            <a:ext cx="5486400" cy="151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txBox="1"/>
          <p:nvPr>
            <p:ph type="title"/>
          </p:nvPr>
        </p:nvSpPr>
        <p:spPr>
          <a:xfrm>
            <a:off x="348300" y="570933"/>
            <a:ext cx="2351400" cy="5866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FFFFFF"/>
              </a:buClr>
              <a:buSzPts val="2800"/>
              <a:buNone/>
              <a:defRPr b="1" sz="2800">
                <a:solidFill>
                  <a:srgbClr val="FFFFFF"/>
                </a:solidFill>
              </a:defRPr>
            </a:lvl1pPr>
            <a:lvl2pPr lvl="1" algn="l">
              <a:lnSpc>
                <a:spcPct val="100000"/>
              </a:lnSpc>
              <a:spcBef>
                <a:spcPts val="0"/>
              </a:spcBef>
              <a:spcAft>
                <a:spcPts val="0"/>
              </a:spcAft>
              <a:buClr>
                <a:srgbClr val="FFFFFF"/>
              </a:buClr>
              <a:buSzPts val="2800"/>
              <a:buNone/>
              <a:defRPr b="1" sz="2800">
                <a:solidFill>
                  <a:srgbClr val="FFFFFF"/>
                </a:solidFill>
              </a:defRPr>
            </a:lvl2pPr>
            <a:lvl3pPr lvl="2" algn="l">
              <a:lnSpc>
                <a:spcPct val="100000"/>
              </a:lnSpc>
              <a:spcBef>
                <a:spcPts val="0"/>
              </a:spcBef>
              <a:spcAft>
                <a:spcPts val="0"/>
              </a:spcAft>
              <a:buClr>
                <a:srgbClr val="FFFFFF"/>
              </a:buClr>
              <a:buSzPts val="2800"/>
              <a:buNone/>
              <a:defRPr b="1" sz="2800">
                <a:solidFill>
                  <a:srgbClr val="FFFFFF"/>
                </a:solidFill>
              </a:defRPr>
            </a:lvl3pPr>
            <a:lvl4pPr lvl="3" algn="l">
              <a:lnSpc>
                <a:spcPct val="100000"/>
              </a:lnSpc>
              <a:spcBef>
                <a:spcPts val="0"/>
              </a:spcBef>
              <a:spcAft>
                <a:spcPts val="0"/>
              </a:spcAft>
              <a:buClr>
                <a:srgbClr val="FFFFFF"/>
              </a:buClr>
              <a:buSzPts val="2800"/>
              <a:buNone/>
              <a:defRPr b="1" sz="2800">
                <a:solidFill>
                  <a:srgbClr val="FFFFFF"/>
                </a:solidFill>
              </a:defRPr>
            </a:lvl4pPr>
            <a:lvl5pPr lvl="4" algn="l">
              <a:lnSpc>
                <a:spcPct val="100000"/>
              </a:lnSpc>
              <a:spcBef>
                <a:spcPts val="0"/>
              </a:spcBef>
              <a:spcAft>
                <a:spcPts val="0"/>
              </a:spcAft>
              <a:buClr>
                <a:srgbClr val="FFFFFF"/>
              </a:buClr>
              <a:buSzPts val="2800"/>
              <a:buNone/>
              <a:defRPr b="1" sz="2800">
                <a:solidFill>
                  <a:srgbClr val="FFFFFF"/>
                </a:solidFill>
              </a:defRPr>
            </a:lvl5pPr>
            <a:lvl6pPr lvl="5" algn="l">
              <a:lnSpc>
                <a:spcPct val="100000"/>
              </a:lnSpc>
              <a:spcBef>
                <a:spcPts val="0"/>
              </a:spcBef>
              <a:spcAft>
                <a:spcPts val="0"/>
              </a:spcAft>
              <a:buClr>
                <a:srgbClr val="FFFFFF"/>
              </a:buClr>
              <a:buSzPts val="2800"/>
              <a:buNone/>
              <a:defRPr b="1" sz="2800">
                <a:solidFill>
                  <a:srgbClr val="FFFFFF"/>
                </a:solidFill>
              </a:defRPr>
            </a:lvl6pPr>
            <a:lvl7pPr lvl="6" algn="l">
              <a:lnSpc>
                <a:spcPct val="100000"/>
              </a:lnSpc>
              <a:spcBef>
                <a:spcPts val="0"/>
              </a:spcBef>
              <a:spcAft>
                <a:spcPts val="0"/>
              </a:spcAft>
              <a:buClr>
                <a:srgbClr val="FFFFFF"/>
              </a:buClr>
              <a:buSzPts val="2800"/>
              <a:buNone/>
              <a:defRPr b="1" sz="2800">
                <a:solidFill>
                  <a:srgbClr val="FFFFFF"/>
                </a:solidFill>
              </a:defRPr>
            </a:lvl7pPr>
            <a:lvl8pPr lvl="7" algn="l">
              <a:lnSpc>
                <a:spcPct val="100000"/>
              </a:lnSpc>
              <a:spcBef>
                <a:spcPts val="0"/>
              </a:spcBef>
              <a:spcAft>
                <a:spcPts val="0"/>
              </a:spcAft>
              <a:buClr>
                <a:srgbClr val="FFFFFF"/>
              </a:buClr>
              <a:buSzPts val="2800"/>
              <a:buNone/>
              <a:defRPr b="1" sz="2800">
                <a:solidFill>
                  <a:srgbClr val="FFFFFF"/>
                </a:solidFill>
              </a:defRPr>
            </a:lvl8pPr>
            <a:lvl9pPr lvl="8" algn="l">
              <a:lnSpc>
                <a:spcPct val="100000"/>
              </a:lnSpc>
              <a:spcBef>
                <a:spcPts val="0"/>
              </a:spcBef>
              <a:spcAft>
                <a:spcPts val="0"/>
              </a:spcAft>
              <a:buClr>
                <a:srgbClr val="FFFFFF"/>
              </a:buClr>
              <a:buSzPts val="2800"/>
              <a:buNone/>
              <a:defRPr b="1" sz="2800">
                <a:solidFill>
                  <a:srgbClr val="FFFFFF"/>
                </a:solidFill>
              </a:defRPr>
            </a:lvl9pPr>
          </a:lstStyle>
          <a:p/>
        </p:txBody>
      </p:sp>
      <p:sp>
        <p:nvSpPr>
          <p:cNvPr id="35" name="Google Shape;35;p4"/>
          <p:cNvSpPr txBox="1"/>
          <p:nvPr>
            <p:ph idx="1" type="body"/>
          </p:nvPr>
        </p:nvSpPr>
        <p:spPr>
          <a:xfrm>
            <a:off x="3539325" y="791867"/>
            <a:ext cx="5090400" cy="53487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640"/>
              </a:spcBef>
              <a:spcAft>
                <a:spcPts val="0"/>
              </a:spcAft>
              <a:buClr>
                <a:srgbClr val="666666"/>
              </a:buClr>
              <a:buSzPts val="1400"/>
              <a:buChar char="■"/>
              <a:defRPr sz="1400">
                <a:solidFill>
                  <a:srgbClr val="666666"/>
                </a:solidFill>
              </a:defRPr>
            </a:lvl1pPr>
            <a:lvl2pPr indent="-304800" lvl="1" marL="914400" algn="l">
              <a:lnSpc>
                <a:spcPct val="115000"/>
              </a:lnSpc>
              <a:spcBef>
                <a:spcPts val="1600"/>
              </a:spcBef>
              <a:spcAft>
                <a:spcPts val="0"/>
              </a:spcAft>
              <a:buClr>
                <a:srgbClr val="666666"/>
              </a:buClr>
              <a:buSzPts val="1200"/>
              <a:buChar char="–"/>
              <a:defRPr sz="1200">
                <a:solidFill>
                  <a:srgbClr val="666666"/>
                </a:solidFill>
              </a:defRPr>
            </a:lvl2pPr>
            <a:lvl3pPr indent="-304800" lvl="2" marL="1371600" algn="l">
              <a:lnSpc>
                <a:spcPct val="115000"/>
              </a:lnSpc>
              <a:spcBef>
                <a:spcPts val="1600"/>
              </a:spcBef>
              <a:spcAft>
                <a:spcPts val="0"/>
              </a:spcAft>
              <a:buClr>
                <a:srgbClr val="666666"/>
              </a:buClr>
              <a:buSzPts val="1200"/>
              <a:buChar char="▪"/>
              <a:defRPr sz="1200">
                <a:solidFill>
                  <a:srgbClr val="666666"/>
                </a:solidFill>
              </a:defRPr>
            </a:lvl3pPr>
            <a:lvl4pPr indent="-304800" lvl="3" marL="1828800" algn="l">
              <a:lnSpc>
                <a:spcPct val="115000"/>
              </a:lnSpc>
              <a:spcBef>
                <a:spcPts val="1600"/>
              </a:spcBef>
              <a:spcAft>
                <a:spcPts val="0"/>
              </a:spcAft>
              <a:buClr>
                <a:srgbClr val="666666"/>
              </a:buClr>
              <a:buSzPts val="1200"/>
              <a:buChar char="–"/>
              <a:defRPr sz="1200">
                <a:solidFill>
                  <a:srgbClr val="666666"/>
                </a:solidFill>
              </a:defRPr>
            </a:lvl4pPr>
            <a:lvl5pPr indent="-304800" lvl="4" marL="2286000" algn="l">
              <a:lnSpc>
                <a:spcPct val="115000"/>
              </a:lnSpc>
              <a:spcBef>
                <a:spcPts val="1600"/>
              </a:spcBef>
              <a:spcAft>
                <a:spcPts val="0"/>
              </a:spcAft>
              <a:buClr>
                <a:srgbClr val="666666"/>
              </a:buClr>
              <a:buSzPts val="1200"/>
              <a:buChar char="▪"/>
              <a:defRPr sz="1200">
                <a:solidFill>
                  <a:srgbClr val="666666"/>
                </a:solidFill>
              </a:defRPr>
            </a:lvl5pPr>
            <a:lvl6pPr indent="-304800" lvl="5" marL="2743200" algn="l">
              <a:lnSpc>
                <a:spcPct val="115000"/>
              </a:lnSpc>
              <a:spcBef>
                <a:spcPts val="1600"/>
              </a:spcBef>
              <a:spcAft>
                <a:spcPts val="0"/>
              </a:spcAft>
              <a:buClr>
                <a:srgbClr val="666666"/>
              </a:buClr>
              <a:buSzPts val="1200"/>
              <a:buChar char="▪"/>
              <a:defRPr sz="1200">
                <a:solidFill>
                  <a:srgbClr val="666666"/>
                </a:solidFill>
              </a:defRPr>
            </a:lvl6pPr>
            <a:lvl7pPr indent="-304800" lvl="6" marL="3200400" algn="l">
              <a:lnSpc>
                <a:spcPct val="115000"/>
              </a:lnSpc>
              <a:spcBef>
                <a:spcPts val="1600"/>
              </a:spcBef>
              <a:spcAft>
                <a:spcPts val="0"/>
              </a:spcAft>
              <a:buClr>
                <a:srgbClr val="666666"/>
              </a:buClr>
              <a:buSzPts val="1200"/>
              <a:buChar char="▪"/>
              <a:defRPr sz="1200">
                <a:solidFill>
                  <a:srgbClr val="666666"/>
                </a:solidFill>
              </a:defRPr>
            </a:lvl7pPr>
            <a:lvl8pPr indent="-304800" lvl="7" marL="3657600" algn="l">
              <a:lnSpc>
                <a:spcPct val="115000"/>
              </a:lnSpc>
              <a:spcBef>
                <a:spcPts val="1600"/>
              </a:spcBef>
              <a:spcAft>
                <a:spcPts val="0"/>
              </a:spcAft>
              <a:buClr>
                <a:srgbClr val="666666"/>
              </a:buClr>
              <a:buSzPts val="1200"/>
              <a:buChar char="▪"/>
              <a:defRPr sz="1200">
                <a:solidFill>
                  <a:srgbClr val="666666"/>
                </a:solidFill>
              </a:defRPr>
            </a:lvl8pPr>
            <a:lvl9pPr indent="-304800" lvl="8" marL="4114800" algn="l">
              <a:lnSpc>
                <a:spcPct val="115000"/>
              </a:lnSpc>
              <a:spcBef>
                <a:spcPts val="1600"/>
              </a:spcBef>
              <a:spcAft>
                <a:spcPts val="1600"/>
              </a:spcAft>
              <a:buClr>
                <a:srgbClr val="666666"/>
              </a:buClr>
              <a:buSzPts val="1200"/>
              <a:buChar char="▪"/>
              <a:defRPr sz="1200">
                <a:solidFill>
                  <a:srgbClr val="666666"/>
                </a:solidFill>
              </a:defRPr>
            </a:lvl9pPr>
          </a:lstStyle>
          <a:p/>
        </p:txBody>
      </p:sp>
      <p:sp>
        <p:nvSpPr>
          <p:cNvPr id="36" name="Google Shape;36;p4"/>
          <p:cNvSpPr txBox="1"/>
          <p:nvPr>
            <p:ph idx="12" type="sldNum"/>
          </p:nvPr>
        </p:nvSpPr>
        <p:spPr>
          <a:xfrm>
            <a:off x="8472458" y="6217622"/>
            <a:ext cx="548700" cy="524700"/>
          </a:xfrm>
          <a:prstGeom prst="rect">
            <a:avLst/>
          </a:prstGeom>
          <a:noFill/>
        </p:spPr>
        <p:txBody>
          <a:bodyPr anchorCtr="0" anchor="ctr" bIns="45700" lIns="91425" spcFirstLastPara="1" rIns="91425" wrap="square" tIns="45700">
            <a:noAutofit/>
          </a:bodyPr>
          <a:lstStyle>
            <a:lvl1pPr lvl="0" algn="r">
              <a:lnSpc>
                <a:spcPct val="100000"/>
              </a:lnSpc>
              <a:spcAft>
                <a:spcPts val="0"/>
              </a:spcAft>
              <a:buNone/>
              <a:defRPr sz="1000">
                <a:solidFill>
                  <a:srgbClr val="666666"/>
                </a:solidFill>
              </a:defRPr>
            </a:lvl1pPr>
            <a:lvl2pPr lvl="1" algn="r">
              <a:lnSpc>
                <a:spcPct val="100000"/>
              </a:lnSpc>
              <a:spcAft>
                <a:spcPts val="0"/>
              </a:spcAft>
              <a:buNone/>
              <a:defRPr sz="1000">
                <a:solidFill>
                  <a:srgbClr val="666666"/>
                </a:solidFill>
              </a:defRPr>
            </a:lvl2pPr>
            <a:lvl3pPr lvl="2" algn="r">
              <a:lnSpc>
                <a:spcPct val="100000"/>
              </a:lnSpc>
              <a:spcAft>
                <a:spcPts val="0"/>
              </a:spcAft>
              <a:buNone/>
              <a:defRPr sz="1000">
                <a:solidFill>
                  <a:srgbClr val="666666"/>
                </a:solidFill>
              </a:defRPr>
            </a:lvl3pPr>
            <a:lvl4pPr lvl="3" algn="r">
              <a:lnSpc>
                <a:spcPct val="100000"/>
              </a:lnSpc>
              <a:spcAft>
                <a:spcPts val="0"/>
              </a:spcAft>
              <a:buNone/>
              <a:defRPr sz="1000">
                <a:solidFill>
                  <a:srgbClr val="666666"/>
                </a:solidFill>
              </a:defRPr>
            </a:lvl4pPr>
            <a:lvl5pPr lvl="4" algn="r">
              <a:lnSpc>
                <a:spcPct val="100000"/>
              </a:lnSpc>
              <a:spcAft>
                <a:spcPts val="0"/>
              </a:spcAft>
              <a:buNone/>
              <a:defRPr sz="1000">
                <a:solidFill>
                  <a:srgbClr val="666666"/>
                </a:solidFill>
              </a:defRPr>
            </a:lvl5pPr>
            <a:lvl6pPr lvl="5" algn="r">
              <a:lnSpc>
                <a:spcPct val="100000"/>
              </a:lnSpc>
              <a:spcAft>
                <a:spcPts val="0"/>
              </a:spcAft>
              <a:buNone/>
              <a:defRPr sz="1000">
                <a:solidFill>
                  <a:srgbClr val="666666"/>
                </a:solidFill>
              </a:defRPr>
            </a:lvl6pPr>
            <a:lvl7pPr lvl="6" algn="r">
              <a:lnSpc>
                <a:spcPct val="100000"/>
              </a:lnSpc>
              <a:spcAft>
                <a:spcPts val="0"/>
              </a:spcAft>
              <a:buNone/>
              <a:defRPr sz="1000">
                <a:solidFill>
                  <a:srgbClr val="666666"/>
                </a:solidFill>
              </a:defRPr>
            </a:lvl7pPr>
            <a:lvl8pPr lvl="7" algn="r">
              <a:lnSpc>
                <a:spcPct val="100000"/>
              </a:lnSpc>
              <a:spcAft>
                <a:spcPts val="0"/>
              </a:spcAft>
              <a:buNone/>
              <a:defRPr sz="1000">
                <a:solidFill>
                  <a:srgbClr val="666666"/>
                </a:solidFill>
              </a:defRPr>
            </a:lvl8pPr>
            <a:lvl9pPr lvl="8" algn="r">
              <a:lnSpc>
                <a:spcPct val="100000"/>
              </a:lnSpc>
              <a:spcAft>
                <a:spcPts val="0"/>
              </a:spcAft>
              <a:buNone/>
              <a:defRPr sz="1000">
                <a:solidFill>
                  <a:srgbClr val="666666"/>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grpSp>
        <p:nvGrpSpPr>
          <p:cNvPr id="6" name="Google Shape;6;p1"/>
          <p:cNvGrpSpPr/>
          <p:nvPr/>
        </p:nvGrpSpPr>
        <p:grpSpPr>
          <a:xfrm>
            <a:off x="0" y="0"/>
            <a:ext cx="7242175" cy="1981199"/>
            <a:chOff x="0" y="0"/>
            <a:chExt cx="7242175" cy="1981199"/>
          </a:xfrm>
        </p:grpSpPr>
        <p:sp>
          <p:nvSpPr>
            <p:cNvPr id="7" name="Google Shape;7;p1"/>
            <p:cNvSpPr/>
            <p:nvPr/>
          </p:nvSpPr>
          <p:spPr>
            <a:xfrm>
              <a:off x="0" y="925512"/>
              <a:ext cx="7123112" cy="1055687"/>
            </a:xfrm>
            <a:custGeom>
              <a:rect b="b" l="l" r="r" t="t"/>
              <a:pathLst>
                <a:path extrusionOk="0" h="120000" w="120000">
                  <a:moveTo>
                    <a:pt x="119850" y="53954"/>
                  </a:moveTo>
                  <a:lnTo>
                    <a:pt x="0" y="120000"/>
                  </a:lnTo>
                  <a:lnTo>
                    <a:pt x="0" y="0"/>
                  </a:lnTo>
                  <a:lnTo>
                    <a:pt x="120000" y="180"/>
                  </a:lnTo>
                  <a:lnTo>
                    <a:pt x="119850" y="27609"/>
                  </a:lnTo>
                  <a:lnTo>
                    <a:pt x="119850" y="53954"/>
                  </a:lnTo>
                  <a:close/>
                </a:path>
              </a:pathLst>
            </a:custGeom>
            <a:gradFill>
              <a:gsLst>
                <a:gs pos="0">
                  <a:schemeClr val="lt1"/>
                </a:gs>
                <a:gs pos="100000">
                  <a:srgbClr val="6E0000"/>
                </a:gs>
              </a:gsLst>
              <a:lin ang="108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 name="Google Shape;8;p1"/>
            <p:cNvSpPr/>
            <p:nvPr/>
          </p:nvSpPr>
          <p:spPr>
            <a:xfrm>
              <a:off x="0" y="0"/>
              <a:ext cx="7242175" cy="1903412"/>
            </a:xfrm>
            <a:custGeom>
              <a:rect b="b" l="l" r="r" t="t"/>
              <a:pathLst>
                <a:path extrusionOk="0" h="120000" w="120000">
                  <a:moveTo>
                    <a:pt x="119947" y="93277"/>
                  </a:moveTo>
                  <a:lnTo>
                    <a:pt x="0" y="120000"/>
                  </a:lnTo>
                  <a:lnTo>
                    <a:pt x="0" y="0"/>
                  </a:lnTo>
                  <a:lnTo>
                    <a:pt x="120000" y="0"/>
                  </a:lnTo>
                  <a:lnTo>
                    <a:pt x="119947" y="93277"/>
                  </a:lnTo>
                  <a:lnTo>
                    <a:pt x="119947" y="93277"/>
                  </a:lnTo>
                  <a:close/>
                </a:path>
              </a:pathLst>
            </a:custGeom>
            <a:gradFill>
              <a:gsLst>
                <a:gs pos="0">
                  <a:schemeClr val="lt1"/>
                </a:gs>
                <a:gs pos="100000">
                  <a:schemeClr val="lt2"/>
                </a:gs>
              </a:gsLst>
              <a:lin ang="108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9" name="Google Shape;9;p1"/>
          <p:cNvSpPr txBox="1"/>
          <p:nvPr>
            <p:ph type="title"/>
          </p:nvPr>
        </p:nvSpPr>
        <p:spPr>
          <a:xfrm>
            <a:off x="457200" y="274637"/>
            <a:ext cx="8229600" cy="1143000"/>
          </a:xfrm>
          <a:prstGeom prst="rect">
            <a:avLst/>
          </a:prstGeom>
          <a:noFill/>
          <a:ln>
            <a:noFill/>
          </a:ln>
        </p:spPr>
        <p:txBody>
          <a:bodyPr anchorCtr="0" anchor="ctr" bIns="91425" lIns="91425" spcFirstLastPara="1" rIns="91425" wrap="square" tIns="91425">
            <a:noAutofit/>
          </a:bodyPr>
          <a:lstStyle>
            <a:lvl1pPr indent="0" lvl="0" marL="0" marR="0" rtl="0" algn="ctr">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indent="0" lvl="1" marL="0" marR="0" rtl="0" algn="ctr">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indent="0" lvl="2" marL="0" marR="0" rtl="0" algn="ctr">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indent="0" lvl="3" marL="0" marR="0" rtl="0" algn="ctr">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indent="0" lvl="4" marL="0" marR="0" rtl="0" algn="ctr">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indent="0" lvl="5" marL="0" marR="0" rtl="0" algn="ctr">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indent="0" lvl="6" marL="0" marR="0" rtl="0" algn="ctr">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indent="0" lvl="7" marL="0" marR="0" rtl="0" algn="ctr">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indent="0" lvl="8" marL="0" marR="0" rtl="0" algn="ctr">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10" name="Google Shape;10;p1"/>
          <p:cNvSpPr txBox="1"/>
          <p:nvPr>
            <p:ph idx="1" type="body"/>
          </p:nvPr>
        </p:nvSpPr>
        <p:spPr>
          <a:xfrm>
            <a:off x="457200" y="1600200"/>
            <a:ext cx="8229600" cy="4495800"/>
          </a:xfrm>
          <a:prstGeom prst="rect">
            <a:avLst/>
          </a:prstGeom>
          <a:noFill/>
          <a:ln>
            <a:noFill/>
          </a:ln>
        </p:spPr>
        <p:txBody>
          <a:bodyPr anchorCtr="0" anchor="t" bIns="91425" lIns="91425" spcFirstLastPara="1" rIns="91425" wrap="square" tIns="91425">
            <a:noAutofit/>
          </a:bodyPr>
          <a:lstStyle>
            <a:lvl1pPr indent="-391160" lvl="0" marL="457200" marR="0" rtl="0" algn="l">
              <a:lnSpc>
                <a:spcPct val="100000"/>
              </a:lnSpc>
              <a:spcBef>
                <a:spcPts val="640"/>
              </a:spcBef>
              <a:spcAft>
                <a:spcPts val="0"/>
              </a:spcAft>
              <a:buClr>
                <a:schemeClr val="hlink"/>
              </a:buClr>
              <a:buSzPts val="2560"/>
              <a:buFont typeface="Noto Sans Symbols"/>
              <a:buChar char="■"/>
              <a:defRPr b="0" i="0" sz="3200" u="none" cap="none" strike="noStrike">
                <a:solidFill>
                  <a:schemeClr val="dk1"/>
                </a:solidFill>
                <a:latin typeface="Tahoma"/>
                <a:ea typeface="Tahoma"/>
                <a:cs typeface="Tahoma"/>
                <a:sym typeface="Tahoma"/>
              </a:defRPr>
            </a:lvl1pPr>
            <a:lvl2pPr indent="-406400" lvl="1" marL="914400" marR="0" rtl="0" algn="l">
              <a:lnSpc>
                <a:spcPct val="100000"/>
              </a:lnSpc>
              <a:spcBef>
                <a:spcPts val="560"/>
              </a:spcBef>
              <a:spcAft>
                <a:spcPts val="0"/>
              </a:spcAft>
              <a:buClr>
                <a:schemeClr val="dk1"/>
              </a:buClr>
              <a:buSzPts val="2800"/>
              <a:buFont typeface="Tahoma"/>
              <a:buChar char="–"/>
              <a:defRPr b="0" i="0" sz="2800" u="none" cap="none" strike="noStrike">
                <a:solidFill>
                  <a:schemeClr val="dk1"/>
                </a:solidFill>
                <a:latin typeface="Tahoma"/>
                <a:ea typeface="Tahoma"/>
                <a:cs typeface="Tahoma"/>
                <a:sym typeface="Tahoma"/>
              </a:defRPr>
            </a:lvl2pPr>
            <a:lvl3pPr indent="-381000" lvl="2" marL="1371600" marR="0" rtl="0" algn="l">
              <a:lnSpc>
                <a:spcPct val="100000"/>
              </a:lnSpc>
              <a:spcBef>
                <a:spcPts val="480"/>
              </a:spcBef>
              <a:spcAft>
                <a:spcPts val="0"/>
              </a:spcAft>
              <a:buClr>
                <a:schemeClr val="hlink"/>
              </a:buClr>
              <a:buSzPts val="2400"/>
              <a:buFont typeface="Noto Sans Symbols"/>
              <a:buChar char="▪"/>
              <a:defRPr b="0" i="0" sz="2400" u="none" cap="none" strike="noStrike">
                <a:solidFill>
                  <a:schemeClr val="dk1"/>
                </a:solidFill>
                <a:latin typeface="Tahoma"/>
                <a:ea typeface="Tahoma"/>
                <a:cs typeface="Tahoma"/>
                <a:sym typeface="Tahoma"/>
              </a:defRPr>
            </a:lvl3pPr>
            <a:lvl4pPr indent="-355600" lvl="3" marL="1828800" marR="0" rtl="0" algn="l">
              <a:lnSpc>
                <a:spcPct val="100000"/>
              </a:lnSpc>
              <a:spcBef>
                <a:spcPts val="400"/>
              </a:spcBef>
              <a:spcAft>
                <a:spcPts val="0"/>
              </a:spcAft>
              <a:buClr>
                <a:schemeClr val="dk1"/>
              </a:buClr>
              <a:buSzPts val="2000"/>
              <a:buFont typeface="Tahoma"/>
              <a:buChar char="–"/>
              <a:defRPr b="0" i="0" sz="2000" u="none" cap="none" strike="noStrike">
                <a:solidFill>
                  <a:schemeClr val="dk1"/>
                </a:solidFill>
                <a:latin typeface="Tahoma"/>
                <a:ea typeface="Tahoma"/>
                <a:cs typeface="Tahoma"/>
                <a:sym typeface="Tahoma"/>
              </a:defRPr>
            </a:lvl4pPr>
            <a:lvl5pPr indent="-355600" lvl="4" marL="2286000" marR="0" rtl="0" algn="l">
              <a:lnSpc>
                <a:spcPct val="100000"/>
              </a:lnSpc>
              <a:spcBef>
                <a:spcPts val="400"/>
              </a:spcBef>
              <a:spcAft>
                <a:spcPts val="0"/>
              </a:spcAft>
              <a:buClr>
                <a:schemeClr val="hlink"/>
              </a:buClr>
              <a:buSzPts val="2000"/>
              <a:buFont typeface="Noto Sans Symbols"/>
              <a:buChar char="▪"/>
              <a:defRPr b="0" i="0" sz="2000" u="none" cap="none" strike="noStrike">
                <a:solidFill>
                  <a:schemeClr val="dk1"/>
                </a:solidFill>
                <a:latin typeface="Tahoma"/>
                <a:ea typeface="Tahoma"/>
                <a:cs typeface="Tahoma"/>
                <a:sym typeface="Tahoma"/>
              </a:defRPr>
            </a:lvl5pPr>
            <a:lvl6pPr indent="-355600" lvl="5" marL="2743200" marR="0" rtl="0" algn="l">
              <a:lnSpc>
                <a:spcPct val="100000"/>
              </a:lnSpc>
              <a:spcBef>
                <a:spcPts val="400"/>
              </a:spcBef>
              <a:spcAft>
                <a:spcPts val="0"/>
              </a:spcAft>
              <a:buClr>
                <a:schemeClr val="hlink"/>
              </a:buClr>
              <a:buSzPts val="2000"/>
              <a:buFont typeface="Noto Sans Symbols"/>
              <a:buChar char="▪"/>
              <a:defRPr b="0" i="0" sz="2000" u="none" cap="none" strike="noStrike">
                <a:solidFill>
                  <a:schemeClr val="dk1"/>
                </a:solidFill>
                <a:latin typeface="Tahoma"/>
                <a:ea typeface="Tahoma"/>
                <a:cs typeface="Tahoma"/>
                <a:sym typeface="Tahoma"/>
              </a:defRPr>
            </a:lvl6pPr>
            <a:lvl7pPr indent="-355600" lvl="6" marL="3200400" marR="0" rtl="0" algn="l">
              <a:lnSpc>
                <a:spcPct val="100000"/>
              </a:lnSpc>
              <a:spcBef>
                <a:spcPts val="400"/>
              </a:spcBef>
              <a:spcAft>
                <a:spcPts val="0"/>
              </a:spcAft>
              <a:buClr>
                <a:schemeClr val="hlink"/>
              </a:buClr>
              <a:buSzPts val="2000"/>
              <a:buFont typeface="Noto Sans Symbols"/>
              <a:buChar char="▪"/>
              <a:defRPr b="0" i="0" sz="2000" u="none" cap="none" strike="noStrike">
                <a:solidFill>
                  <a:schemeClr val="dk1"/>
                </a:solidFill>
                <a:latin typeface="Tahoma"/>
                <a:ea typeface="Tahoma"/>
                <a:cs typeface="Tahoma"/>
                <a:sym typeface="Tahoma"/>
              </a:defRPr>
            </a:lvl7pPr>
            <a:lvl8pPr indent="-355600" lvl="7" marL="3657600" marR="0" rtl="0" algn="l">
              <a:lnSpc>
                <a:spcPct val="100000"/>
              </a:lnSpc>
              <a:spcBef>
                <a:spcPts val="400"/>
              </a:spcBef>
              <a:spcAft>
                <a:spcPts val="0"/>
              </a:spcAft>
              <a:buClr>
                <a:schemeClr val="hlink"/>
              </a:buClr>
              <a:buSzPts val="2000"/>
              <a:buFont typeface="Noto Sans Symbols"/>
              <a:buChar char="▪"/>
              <a:defRPr b="0" i="0" sz="2000" u="none" cap="none" strike="noStrike">
                <a:solidFill>
                  <a:schemeClr val="dk1"/>
                </a:solidFill>
                <a:latin typeface="Tahoma"/>
                <a:ea typeface="Tahoma"/>
                <a:cs typeface="Tahoma"/>
                <a:sym typeface="Tahoma"/>
              </a:defRPr>
            </a:lvl8pPr>
            <a:lvl9pPr indent="-355600" lvl="8" marL="4114800" marR="0" rtl="0" algn="l">
              <a:lnSpc>
                <a:spcPct val="100000"/>
              </a:lnSpc>
              <a:spcBef>
                <a:spcPts val="400"/>
              </a:spcBef>
              <a:spcAft>
                <a:spcPts val="0"/>
              </a:spcAft>
              <a:buClr>
                <a:schemeClr val="hlink"/>
              </a:buClr>
              <a:buSzPts val="2000"/>
              <a:buFont typeface="Noto Sans Symbols"/>
              <a:buChar char="▪"/>
              <a:defRPr b="0" i="0" sz="2000" u="none" cap="none" strike="noStrike">
                <a:solidFill>
                  <a:schemeClr val="dk1"/>
                </a:solidFill>
                <a:latin typeface="Tahoma"/>
                <a:ea typeface="Tahoma"/>
                <a:cs typeface="Tahoma"/>
                <a:sym typeface="Tahoma"/>
              </a:defRPr>
            </a:lvl9pPr>
          </a:lstStyle>
          <a:p/>
        </p:txBody>
      </p:sp>
      <p:sp>
        <p:nvSpPr>
          <p:cNvPr id="11" name="Google Shape;11;p1"/>
          <p:cNvSpPr txBox="1"/>
          <p:nvPr>
            <p:ph idx="10" type="dt"/>
          </p:nvPr>
        </p:nvSpPr>
        <p:spPr>
          <a:xfrm>
            <a:off x="457200" y="6248400"/>
            <a:ext cx="2133600" cy="457200"/>
          </a:xfrm>
          <a:prstGeom prst="rect">
            <a:avLst/>
          </a:prstGeom>
          <a:noFill/>
          <a:ln>
            <a:noFill/>
          </a:ln>
        </p:spPr>
        <p:txBody>
          <a:bodyPr anchorCtr="0" anchor="b" bIns="91425" lIns="91425" spcFirstLastPara="1" rIns="91425" wrap="square" tIns="91425">
            <a:noAutofit/>
          </a:bodyPr>
          <a:lstStyle>
            <a:lvl1pPr indent="0" lvl="0" marL="0" marR="0" rtl="0" algn="l">
              <a:lnSpc>
                <a:spcPct val="100000"/>
              </a:lnSpc>
              <a:spcBef>
                <a:spcPts val="0"/>
              </a:spcBef>
              <a:spcAft>
                <a:spcPts val="0"/>
              </a:spcAft>
              <a:buSzPts val="1400"/>
              <a:buNone/>
              <a:defRPr b="0" i="0" sz="1200" u="none">
                <a:solidFill>
                  <a:schemeClr val="dk1"/>
                </a:solidFill>
                <a:latin typeface="Tahoma"/>
                <a:ea typeface="Tahoma"/>
                <a:cs typeface="Tahoma"/>
                <a:sym typeface="Tahoma"/>
              </a:defRPr>
            </a:lvl1pPr>
            <a:lvl2pPr indent="0" lvl="1" marL="4572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2" name="Google Shape;12;p1"/>
          <p:cNvSpPr txBox="1"/>
          <p:nvPr>
            <p:ph idx="11" type="ftr"/>
          </p:nvPr>
        </p:nvSpPr>
        <p:spPr>
          <a:xfrm>
            <a:off x="3124200" y="6248400"/>
            <a:ext cx="2895600" cy="457200"/>
          </a:xfrm>
          <a:prstGeom prst="rect">
            <a:avLst/>
          </a:prstGeom>
          <a:noFill/>
          <a:ln>
            <a:noFill/>
          </a:ln>
        </p:spPr>
        <p:txBody>
          <a:bodyPr anchorCtr="0" anchor="b" bIns="91425" lIns="91425" spcFirstLastPara="1" rIns="91425" wrap="square" tIns="91425">
            <a:noAutofit/>
          </a:bodyPr>
          <a:lstStyle>
            <a:lvl1pPr indent="0" lvl="0" marL="0" marR="0" rtl="0" algn="ctr">
              <a:lnSpc>
                <a:spcPct val="100000"/>
              </a:lnSpc>
              <a:spcBef>
                <a:spcPts val="0"/>
              </a:spcBef>
              <a:spcAft>
                <a:spcPts val="0"/>
              </a:spcAft>
              <a:buSzPts val="1400"/>
              <a:buNone/>
              <a:defRPr b="0" i="0" sz="1200" u="none">
                <a:solidFill>
                  <a:schemeClr val="dk1"/>
                </a:solidFill>
                <a:latin typeface="Tahoma"/>
                <a:ea typeface="Tahoma"/>
                <a:cs typeface="Tahoma"/>
                <a:sym typeface="Tahoma"/>
              </a:defRPr>
            </a:lvl1pPr>
            <a:lvl2pPr indent="0" lvl="1" marL="4572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Font typeface="Tahoma"/>
              <a:buNone/>
              <a:defRPr b="0" i="0" sz="1200" u="none">
                <a:solidFill>
                  <a:schemeClr val="dk1"/>
                </a:solidFill>
                <a:latin typeface="Tahoma"/>
                <a:ea typeface="Tahoma"/>
                <a:cs typeface="Tahoma"/>
                <a:sym typeface="Tahoma"/>
              </a:defRPr>
            </a:lvl1pPr>
            <a:lvl2pPr indent="0" lvl="1" marL="0" marR="0" rtl="0" algn="r">
              <a:lnSpc>
                <a:spcPct val="100000"/>
              </a:lnSpc>
              <a:spcBef>
                <a:spcPts val="0"/>
              </a:spcBef>
              <a:spcAft>
                <a:spcPts val="0"/>
              </a:spcAft>
              <a:buClr>
                <a:schemeClr val="dk1"/>
              </a:buClr>
              <a:buFont typeface="Tahoma"/>
              <a:buNone/>
              <a:defRPr b="0" i="0" sz="1200" u="none">
                <a:solidFill>
                  <a:schemeClr val="dk1"/>
                </a:solidFill>
                <a:latin typeface="Tahoma"/>
                <a:ea typeface="Tahoma"/>
                <a:cs typeface="Tahoma"/>
                <a:sym typeface="Tahoma"/>
              </a:defRPr>
            </a:lvl2pPr>
            <a:lvl3pPr indent="0" lvl="2" marL="0" marR="0" rtl="0" algn="r">
              <a:lnSpc>
                <a:spcPct val="100000"/>
              </a:lnSpc>
              <a:spcBef>
                <a:spcPts val="0"/>
              </a:spcBef>
              <a:spcAft>
                <a:spcPts val="0"/>
              </a:spcAft>
              <a:buClr>
                <a:schemeClr val="dk1"/>
              </a:buClr>
              <a:buFont typeface="Tahoma"/>
              <a:buNone/>
              <a:defRPr b="0" i="0" sz="1200" u="none">
                <a:solidFill>
                  <a:schemeClr val="dk1"/>
                </a:solidFill>
                <a:latin typeface="Tahoma"/>
                <a:ea typeface="Tahoma"/>
                <a:cs typeface="Tahoma"/>
                <a:sym typeface="Tahoma"/>
              </a:defRPr>
            </a:lvl3pPr>
            <a:lvl4pPr indent="0" lvl="3" marL="0" marR="0" rtl="0" algn="r">
              <a:lnSpc>
                <a:spcPct val="100000"/>
              </a:lnSpc>
              <a:spcBef>
                <a:spcPts val="0"/>
              </a:spcBef>
              <a:spcAft>
                <a:spcPts val="0"/>
              </a:spcAft>
              <a:buClr>
                <a:schemeClr val="dk1"/>
              </a:buClr>
              <a:buFont typeface="Tahoma"/>
              <a:buNone/>
              <a:defRPr b="0" i="0" sz="1200" u="none">
                <a:solidFill>
                  <a:schemeClr val="dk1"/>
                </a:solidFill>
                <a:latin typeface="Tahoma"/>
                <a:ea typeface="Tahoma"/>
                <a:cs typeface="Tahoma"/>
                <a:sym typeface="Tahoma"/>
              </a:defRPr>
            </a:lvl4pPr>
            <a:lvl5pPr indent="0" lvl="4" marL="0" marR="0" rtl="0" algn="r">
              <a:lnSpc>
                <a:spcPct val="100000"/>
              </a:lnSpc>
              <a:spcBef>
                <a:spcPts val="0"/>
              </a:spcBef>
              <a:spcAft>
                <a:spcPts val="0"/>
              </a:spcAft>
              <a:buClr>
                <a:schemeClr val="dk1"/>
              </a:buClr>
              <a:buFont typeface="Tahoma"/>
              <a:buNone/>
              <a:defRPr b="0" i="0" sz="1200" u="none">
                <a:solidFill>
                  <a:schemeClr val="dk1"/>
                </a:solidFill>
                <a:latin typeface="Tahoma"/>
                <a:ea typeface="Tahoma"/>
                <a:cs typeface="Tahoma"/>
                <a:sym typeface="Tahoma"/>
              </a:defRPr>
            </a:lvl5pPr>
            <a:lvl6pPr indent="0" lvl="5" marL="0" marR="0" rtl="0" algn="r">
              <a:lnSpc>
                <a:spcPct val="100000"/>
              </a:lnSpc>
              <a:spcBef>
                <a:spcPts val="0"/>
              </a:spcBef>
              <a:spcAft>
                <a:spcPts val="0"/>
              </a:spcAft>
              <a:buClr>
                <a:schemeClr val="dk1"/>
              </a:buClr>
              <a:buFont typeface="Tahoma"/>
              <a:buNone/>
              <a:defRPr b="0" i="0" sz="1200" u="none">
                <a:solidFill>
                  <a:schemeClr val="dk1"/>
                </a:solidFill>
                <a:latin typeface="Tahoma"/>
                <a:ea typeface="Tahoma"/>
                <a:cs typeface="Tahoma"/>
                <a:sym typeface="Tahoma"/>
              </a:defRPr>
            </a:lvl6pPr>
            <a:lvl7pPr indent="0" lvl="6" marL="0" marR="0" rtl="0" algn="r">
              <a:lnSpc>
                <a:spcPct val="100000"/>
              </a:lnSpc>
              <a:spcBef>
                <a:spcPts val="0"/>
              </a:spcBef>
              <a:spcAft>
                <a:spcPts val="0"/>
              </a:spcAft>
              <a:buClr>
                <a:schemeClr val="dk1"/>
              </a:buClr>
              <a:buFont typeface="Tahoma"/>
              <a:buNone/>
              <a:defRPr b="0" i="0" sz="1200" u="none">
                <a:solidFill>
                  <a:schemeClr val="dk1"/>
                </a:solidFill>
                <a:latin typeface="Tahoma"/>
                <a:ea typeface="Tahoma"/>
                <a:cs typeface="Tahoma"/>
                <a:sym typeface="Tahoma"/>
              </a:defRPr>
            </a:lvl7pPr>
            <a:lvl8pPr indent="0" lvl="7" marL="0" marR="0" rtl="0" algn="r">
              <a:lnSpc>
                <a:spcPct val="100000"/>
              </a:lnSpc>
              <a:spcBef>
                <a:spcPts val="0"/>
              </a:spcBef>
              <a:spcAft>
                <a:spcPts val="0"/>
              </a:spcAft>
              <a:buClr>
                <a:schemeClr val="dk1"/>
              </a:buClr>
              <a:buFont typeface="Tahoma"/>
              <a:buNone/>
              <a:defRPr b="0" i="0" sz="1200" u="none">
                <a:solidFill>
                  <a:schemeClr val="dk1"/>
                </a:solidFill>
                <a:latin typeface="Tahoma"/>
                <a:ea typeface="Tahoma"/>
                <a:cs typeface="Tahoma"/>
                <a:sym typeface="Tahoma"/>
              </a:defRPr>
            </a:lvl8pPr>
            <a:lvl9pPr indent="0" lvl="8" marL="0" marR="0" rtl="0" algn="r">
              <a:lnSpc>
                <a:spcPct val="100000"/>
              </a:lnSpc>
              <a:spcBef>
                <a:spcPts val="0"/>
              </a:spcBef>
              <a:spcAft>
                <a:spcPts val="0"/>
              </a:spcAft>
              <a:buClr>
                <a:schemeClr val="dk1"/>
              </a:buClr>
              <a:buFont typeface="Tahoma"/>
              <a:buNone/>
              <a:defRPr b="0" i="0" sz="12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 name="Shape 40"/>
        <p:cNvGrpSpPr/>
        <p:nvPr/>
      </p:nvGrpSpPr>
      <p:grpSpPr>
        <a:xfrm>
          <a:off x="0" y="0"/>
          <a:ext cx="0" cy="0"/>
          <a:chOff x="0" y="0"/>
          <a:chExt cx="0" cy="0"/>
        </a:xfrm>
      </p:grpSpPr>
      <p:sp>
        <p:nvSpPr>
          <p:cNvPr id="41" name="Google Shape;41;p5"/>
          <p:cNvSpPr txBox="1"/>
          <p:nvPr>
            <p:ph type="ctrTitle"/>
          </p:nvPr>
        </p:nvSpPr>
        <p:spPr>
          <a:xfrm>
            <a:off x="685800" y="1768475"/>
            <a:ext cx="7772400" cy="1736725"/>
          </a:xfrm>
          <a:prstGeom prst="rect">
            <a:avLst/>
          </a:prstGeom>
          <a:noFill/>
          <a:ln>
            <a:noFill/>
          </a:ln>
        </p:spPr>
        <p:txBody>
          <a:bodyPr anchorCtr="1" anchor="b" bIns="45700" lIns="91425" spcFirstLastPara="1" rIns="91425" wrap="square" tIns="45700">
            <a:noAutofit/>
          </a:bodyPr>
          <a:lstStyle/>
          <a:p>
            <a:pPr indent="0" lvl="0" marL="0" marR="0" rtl="0" algn="ctr">
              <a:lnSpc>
                <a:spcPct val="100000"/>
              </a:lnSpc>
              <a:spcBef>
                <a:spcPts val="0"/>
              </a:spcBef>
              <a:spcAft>
                <a:spcPts val="0"/>
              </a:spcAft>
              <a:buClr>
                <a:schemeClr val="dk2"/>
              </a:buClr>
              <a:buFont typeface="Tahoma"/>
              <a:buNone/>
            </a:pPr>
            <a:r>
              <a:rPr b="0" i="0" lang="en-US" sz="5400" u="none" cap="none" strike="noStrike">
                <a:solidFill>
                  <a:schemeClr val="dk2"/>
                </a:solidFill>
                <a:latin typeface="Tahoma"/>
                <a:ea typeface="Tahoma"/>
                <a:cs typeface="Tahoma"/>
                <a:sym typeface="Tahoma"/>
              </a:rPr>
              <a:t>Percent Yield and Stoichiometry</a:t>
            </a:r>
            <a:endParaRPr/>
          </a:p>
        </p:txBody>
      </p:sp>
      <p:sp>
        <p:nvSpPr>
          <p:cNvPr id="42" name="Google Shape;42;p5"/>
          <p:cNvSpPr txBox="1"/>
          <p:nvPr>
            <p:ph idx="1" type="subTitle"/>
          </p:nvPr>
        </p:nvSpPr>
        <p:spPr>
          <a:xfrm>
            <a:off x="1371600" y="3886200"/>
            <a:ext cx="6400800" cy="990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hlink"/>
              </a:buClr>
              <a:buFont typeface="Noto Sans Symbols"/>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 name="Shape 46"/>
        <p:cNvGrpSpPr/>
        <p:nvPr/>
      </p:nvGrpSpPr>
      <p:grpSpPr>
        <a:xfrm>
          <a:off x="0" y="0"/>
          <a:ext cx="0" cy="0"/>
          <a:chOff x="0" y="0"/>
          <a:chExt cx="0" cy="0"/>
        </a:xfrm>
      </p:grpSpPr>
      <p:sp>
        <p:nvSpPr>
          <p:cNvPr id="47" name="Google Shape;47;p6"/>
          <p:cNvSpPr txBox="1"/>
          <p:nvPr>
            <p:ph idx="1" type="body"/>
          </p:nvPr>
        </p:nvSpPr>
        <p:spPr>
          <a:xfrm>
            <a:off x="304800" y="533400"/>
            <a:ext cx="8229600" cy="6096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240"/>
              <a:buFont typeface="Noto Sans Symbols"/>
              <a:buChar char="■"/>
            </a:pPr>
            <a:r>
              <a:rPr b="1" i="0" lang="en-US" sz="2800" u="sng" cap="none" strike="noStrike">
                <a:solidFill>
                  <a:schemeClr val="dk1"/>
                </a:solidFill>
                <a:latin typeface="Tahoma"/>
                <a:ea typeface="Tahoma"/>
                <a:cs typeface="Tahoma"/>
                <a:sym typeface="Tahoma"/>
              </a:rPr>
              <a:t>Percent Yield</a:t>
            </a:r>
            <a:r>
              <a:rPr b="0" i="0" lang="en-US" sz="2800" u="sng" cap="none" strike="noStrike">
                <a:solidFill>
                  <a:schemeClr val="dk1"/>
                </a:solidFill>
                <a:latin typeface="Tahoma"/>
                <a:ea typeface="Tahoma"/>
                <a:cs typeface="Tahoma"/>
                <a:sym typeface="Tahoma"/>
              </a:rPr>
              <a:t> </a:t>
            </a:r>
            <a:r>
              <a:rPr b="0" i="0" lang="en-US" sz="2800" u="none" cap="none" strike="noStrike">
                <a:solidFill>
                  <a:schemeClr val="dk1"/>
                </a:solidFill>
                <a:latin typeface="Tahoma"/>
                <a:ea typeface="Tahoma"/>
                <a:cs typeface="Tahoma"/>
                <a:sym typeface="Tahoma"/>
              </a:rPr>
              <a:t>describes how much product was actually made in the lab versus the amount that theoretically could be made.</a:t>
            </a:r>
            <a:endParaRPr b="0" i="0" sz="2800" u="sng" cap="none" strike="noStrike">
              <a:solidFill>
                <a:schemeClr val="dk1"/>
              </a:solidFill>
              <a:latin typeface="Tahoma"/>
              <a:ea typeface="Tahoma"/>
              <a:cs typeface="Tahoma"/>
              <a:sym typeface="Tahoma"/>
            </a:endParaRPr>
          </a:p>
          <a:p>
            <a:pPr indent="-342900" lvl="0" marL="342900" marR="0" rtl="0" algn="l">
              <a:lnSpc>
                <a:spcPct val="100000"/>
              </a:lnSpc>
              <a:spcBef>
                <a:spcPts val="560"/>
              </a:spcBef>
              <a:spcAft>
                <a:spcPts val="0"/>
              </a:spcAft>
              <a:buClr>
                <a:schemeClr val="hlink"/>
              </a:buClr>
              <a:buFont typeface="Noto Sans Symbols"/>
              <a:buNone/>
            </a:pPr>
            <a:r>
              <a:rPr b="0" i="0" lang="en-US" sz="2800" u="none" cap="none" strike="noStrike">
                <a:solidFill>
                  <a:schemeClr val="dk1"/>
                </a:solidFill>
                <a:latin typeface="Tahoma"/>
                <a:ea typeface="Tahoma"/>
                <a:cs typeface="Tahoma"/>
                <a:sym typeface="Tahoma"/>
              </a:rPr>
              <a:t>			</a:t>
            </a:r>
            <a:r>
              <a:rPr b="0" i="0" lang="en-US" sz="2800" u="sng" cap="none" strike="noStrike">
                <a:solidFill>
                  <a:schemeClr val="dk1"/>
                </a:solidFill>
                <a:latin typeface="Tahoma"/>
                <a:ea typeface="Tahoma"/>
                <a:cs typeface="Tahoma"/>
                <a:sym typeface="Tahoma"/>
              </a:rPr>
              <a:t>  Actual Yield      </a:t>
            </a:r>
            <a:r>
              <a:rPr b="0" i="0" lang="en-US" sz="2800" u="none" cap="none" strike="noStrike">
                <a:solidFill>
                  <a:schemeClr val="dk1"/>
                </a:solidFill>
                <a:latin typeface="Tahoma"/>
                <a:ea typeface="Tahoma"/>
                <a:cs typeface="Tahoma"/>
                <a:sym typeface="Tahoma"/>
              </a:rPr>
              <a:t> ∙ 100 = Percent Yield</a:t>
            </a:r>
            <a:endParaRPr/>
          </a:p>
          <a:p>
            <a:pPr indent="-342900" lvl="0" marL="342900" marR="0" rtl="0" algn="l">
              <a:lnSpc>
                <a:spcPct val="100000"/>
              </a:lnSpc>
              <a:spcBef>
                <a:spcPts val="560"/>
              </a:spcBef>
              <a:spcAft>
                <a:spcPts val="0"/>
              </a:spcAft>
              <a:buClr>
                <a:schemeClr val="hlink"/>
              </a:buClr>
              <a:buFont typeface="Noto Sans Symbols"/>
              <a:buNone/>
            </a:pPr>
            <a:r>
              <a:rPr b="0" i="0" lang="en-US" sz="2800" u="none" cap="none" strike="noStrike">
                <a:solidFill>
                  <a:schemeClr val="dk1"/>
                </a:solidFill>
                <a:latin typeface="Tahoma"/>
                <a:ea typeface="Tahoma"/>
                <a:cs typeface="Tahoma"/>
                <a:sym typeface="Tahoma"/>
              </a:rPr>
              <a:t>			 Theoretical Yield</a:t>
            </a:r>
            <a:endParaRPr/>
          </a:p>
          <a:p>
            <a:pPr indent="-342900" lvl="0" marL="342900" marR="0" rtl="0" algn="l">
              <a:lnSpc>
                <a:spcPct val="100000"/>
              </a:lnSpc>
              <a:spcBef>
                <a:spcPts val="560"/>
              </a:spcBef>
              <a:spcAft>
                <a:spcPts val="0"/>
              </a:spcAft>
              <a:buClr>
                <a:schemeClr val="hlink"/>
              </a:buClr>
              <a:buSzPts val="2240"/>
              <a:buFont typeface="Noto Sans Symbols"/>
              <a:buChar char="■"/>
            </a:pPr>
            <a:r>
              <a:rPr b="0" i="0" lang="en-US" sz="2800" u="none" cap="none" strike="noStrike">
                <a:solidFill>
                  <a:schemeClr val="dk1"/>
                </a:solidFill>
                <a:latin typeface="Tahoma"/>
                <a:ea typeface="Tahoma"/>
                <a:cs typeface="Tahoma"/>
                <a:sym typeface="Tahoma"/>
              </a:rPr>
              <a:t>Percent yield tells you how close you were to the 100% mark.</a:t>
            </a:r>
            <a:endParaRPr b="0" i="0" sz="2800" u="none" cap="none" strike="noStrike">
              <a:solidFill>
                <a:schemeClr val="dk1"/>
              </a:solidFill>
              <a:latin typeface="Tahoma"/>
              <a:ea typeface="Tahoma"/>
              <a:cs typeface="Tahoma"/>
              <a:sym typeface="Tahoma"/>
            </a:endParaRPr>
          </a:p>
          <a:p>
            <a:pPr indent="-342900" lvl="0" marL="342900" marR="0" rtl="0" algn="l">
              <a:lnSpc>
                <a:spcPct val="100000"/>
              </a:lnSpc>
              <a:spcBef>
                <a:spcPts val="560"/>
              </a:spcBef>
              <a:spcAft>
                <a:spcPts val="0"/>
              </a:spcAft>
              <a:buClr>
                <a:schemeClr val="hlink"/>
              </a:buClr>
              <a:buFont typeface="Noto Sans Symbols"/>
              <a:buNone/>
            </a:pPr>
            <a:r>
              <a:t/>
            </a:r>
            <a:endParaRPr b="0" i="0" sz="2800" u="none" cap="none" strike="noStrike">
              <a:solidFill>
                <a:schemeClr val="dk1"/>
              </a:solidFill>
              <a:latin typeface="Tahoma"/>
              <a:ea typeface="Tahoma"/>
              <a:cs typeface="Tahoma"/>
              <a:sym typeface="Tahoma"/>
            </a:endParaRPr>
          </a:p>
          <a:p>
            <a:pPr indent="-342900" lvl="0" marL="342900" marR="0" rtl="0" algn="l">
              <a:lnSpc>
                <a:spcPct val="100000"/>
              </a:lnSpc>
              <a:spcBef>
                <a:spcPts val="560"/>
              </a:spcBef>
              <a:spcAft>
                <a:spcPts val="0"/>
              </a:spcAft>
              <a:buClr>
                <a:schemeClr val="hlink"/>
              </a:buClr>
              <a:buSzPts val="2240"/>
              <a:buFont typeface="Noto Sans Symbols"/>
              <a:buChar char="■"/>
            </a:pPr>
            <a:r>
              <a:rPr b="0" i="0" lang="en-US" sz="2800" u="none" cap="none" strike="noStrike">
                <a:solidFill>
                  <a:schemeClr val="dk1"/>
                </a:solidFill>
                <a:latin typeface="Tahoma"/>
                <a:ea typeface="Tahoma"/>
                <a:cs typeface="Tahoma"/>
                <a:sym typeface="Tahoma"/>
              </a:rPr>
              <a:t>Reactions do not always work perfectly.  Experimental error (spills, contamination) often means that the amount of product made in the lab does not match the ideal amount that could have been made.</a:t>
            </a:r>
            <a:endParaRPr/>
          </a:p>
        </p:txBody>
      </p:sp>
      <p:grpSp>
        <p:nvGrpSpPr>
          <p:cNvPr id="48" name="Google Shape;48;p6"/>
          <p:cNvGrpSpPr/>
          <p:nvPr/>
        </p:nvGrpSpPr>
        <p:grpSpPr>
          <a:xfrm>
            <a:off x="7010401" y="3352800"/>
            <a:ext cx="1371600" cy="1371600"/>
            <a:chOff x="15559088" y="3721100"/>
            <a:chExt cx="2286000" cy="2286000"/>
          </a:xfrm>
        </p:grpSpPr>
        <p:sp>
          <p:nvSpPr>
            <p:cNvPr id="49" name="Google Shape;49;p6"/>
            <p:cNvSpPr/>
            <p:nvPr/>
          </p:nvSpPr>
          <p:spPr>
            <a:xfrm>
              <a:off x="15559088" y="3721100"/>
              <a:ext cx="2286000" cy="2286000"/>
            </a:xfrm>
            <a:prstGeom prst="ellipse">
              <a:avLst/>
            </a:prstGeom>
            <a:solidFill>
              <a:srgbClr val="FFFFFF"/>
            </a:solidFill>
            <a:ln cap="flat" cmpd="sng" w="9525">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0" name="Google Shape;50;p6"/>
            <p:cNvSpPr/>
            <p:nvPr/>
          </p:nvSpPr>
          <p:spPr>
            <a:xfrm>
              <a:off x="15844838" y="4006850"/>
              <a:ext cx="1714500" cy="1714500"/>
            </a:xfrm>
            <a:prstGeom prst="ellipse">
              <a:avLst/>
            </a:prstGeom>
            <a:solidFill>
              <a:srgbClr val="C0C0C0"/>
            </a:solidFill>
            <a:ln cap="flat" cmpd="sng" w="9525">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1" name="Google Shape;51;p6"/>
            <p:cNvSpPr/>
            <p:nvPr/>
          </p:nvSpPr>
          <p:spPr>
            <a:xfrm>
              <a:off x="16130588" y="4292600"/>
              <a:ext cx="1143000" cy="1143000"/>
            </a:xfrm>
            <a:prstGeom prst="ellipse">
              <a:avLst/>
            </a:prstGeom>
            <a:solidFill>
              <a:srgbClr val="FFFFFF"/>
            </a:solidFill>
            <a:ln cap="flat" cmpd="sng" w="9525">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2" name="Google Shape;52;p6"/>
            <p:cNvSpPr/>
            <p:nvPr/>
          </p:nvSpPr>
          <p:spPr>
            <a:xfrm>
              <a:off x="16416338" y="4578350"/>
              <a:ext cx="571500" cy="571500"/>
            </a:xfrm>
            <a:prstGeom prst="star5">
              <a:avLst>
                <a:gd fmla="val 19098" name="adj"/>
                <a:gd fmla="val 105146" name="hf"/>
                <a:gd fmla="val 110557" name="vf"/>
              </a:avLst>
            </a:prstGeom>
            <a:solidFill>
              <a:srgbClr val="FF0000"/>
            </a:solidFill>
            <a:ln cap="flat" cmpd="sng" w="9525">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6" name="Shape 56"/>
        <p:cNvGrpSpPr/>
        <p:nvPr/>
      </p:nvGrpSpPr>
      <p:grpSpPr>
        <a:xfrm>
          <a:off x="0" y="0"/>
          <a:ext cx="0" cy="0"/>
          <a:chOff x="0" y="0"/>
          <a:chExt cx="0" cy="0"/>
        </a:xfrm>
      </p:grpSpPr>
      <p:sp>
        <p:nvSpPr>
          <p:cNvPr id="57" name="Google Shape;57;p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4400" u="none" cap="none" strike="noStrike">
              <a:solidFill>
                <a:schemeClr val="dk2"/>
              </a:solidFill>
              <a:latin typeface="Tahoma"/>
              <a:ea typeface="Tahoma"/>
              <a:cs typeface="Tahoma"/>
              <a:sym typeface="Tahoma"/>
            </a:endParaRPr>
          </a:p>
        </p:txBody>
      </p:sp>
      <p:sp>
        <p:nvSpPr>
          <p:cNvPr id="58" name="Google Shape;58;p7"/>
          <p:cNvSpPr txBox="1"/>
          <p:nvPr>
            <p:ph idx="1" type="body"/>
          </p:nvPr>
        </p:nvSpPr>
        <p:spPr>
          <a:xfrm>
            <a:off x="457200" y="1600200"/>
            <a:ext cx="8229600" cy="4495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560"/>
              <a:buFont typeface="Noto Sans Symbols"/>
              <a:buChar char="■"/>
            </a:pPr>
            <a:r>
              <a:rPr b="1" i="0" lang="en-US" sz="3200" u="sng" cap="none" strike="noStrike">
                <a:solidFill>
                  <a:schemeClr val="dk1"/>
                </a:solidFill>
                <a:latin typeface="Tahoma"/>
                <a:ea typeface="Tahoma"/>
                <a:cs typeface="Tahoma"/>
                <a:sym typeface="Tahoma"/>
              </a:rPr>
              <a:t>Theoretical Yield</a:t>
            </a:r>
            <a:r>
              <a:rPr b="0" i="0" lang="en-US" sz="3200" u="none" cap="none" strike="noStrike">
                <a:solidFill>
                  <a:schemeClr val="dk1"/>
                </a:solidFill>
                <a:latin typeface="Tahoma"/>
                <a:ea typeface="Tahoma"/>
                <a:cs typeface="Tahoma"/>
                <a:sym typeface="Tahoma"/>
              </a:rPr>
              <a:t> = The maximum amount of product that could be formed from given amounts of reactants.</a:t>
            </a:r>
            <a:endParaRPr/>
          </a:p>
          <a:p>
            <a:pPr indent="-180340" lvl="0" marL="342900" marR="0" rtl="0" algn="l">
              <a:lnSpc>
                <a:spcPct val="100000"/>
              </a:lnSpc>
              <a:spcBef>
                <a:spcPts val="640"/>
              </a:spcBef>
              <a:spcAft>
                <a:spcPts val="0"/>
              </a:spcAft>
              <a:buClr>
                <a:schemeClr val="hlink"/>
              </a:buClr>
              <a:buSzPts val="2560"/>
              <a:buFont typeface="Noto Sans Symbols"/>
              <a:buNone/>
            </a:pPr>
            <a:r>
              <a:t/>
            </a:r>
            <a:endParaRPr b="0" i="0" sz="3200" u="none" cap="none" strike="noStrike">
              <a:solidFill>
                <a:schemeClr val="dk1"/>
              </a:solidFill>
              <a:latin typeface="Tahoma"/>
              <a:ea typeface="Tahoma"/>
              <a:cs typeface="Tahoma"/>
              <a:sym typeface="Tahoma"/>
            </a:endParaRPr>
          </a:p>
          <a:p>
            <a:pPr indent="-342900" lvl="0" marL="342900" marR="0" rtl="0" algn="l">
              <a:lnSpc>
                <a:spcPct val="100000"/>
              </a:lnSpc>
              <a:spcBef>
                <a:spcPts val="640"/>
              </a:spcBef>
              <a:spcAft>
                <a:spcPts val="0"/>
              </a:spcAft>
              <a:buClr>
                <a:schemeClr val="hlink"/>
              </a:buClr>
              <a:buSzPts val="2560"/>
              <a:buFont typeface="Noto Sans Symbols"/>
              <a:buChar char="■"/>
            </a:pPr>
            <a:r>
              <a:rPr b="0" i="0" lang="en-US" sz="3200" u="none" cap="none" strike="noStrike">
                <a:solidFill>
                  <a:schemeClr val="dk1"/>
                </a:solidFill>
                <a:latin typeface="Tahoma"/>
                <a:ea typeface="Tahoma"/>
                <a:cs typeface="Tahoma"/>
                <a:sym typeface="Tahoma"/>
              </a:rPr>
              <a:t> </a:t>
            </a:r>
            <a:r>
              <a:rPr b="1" i="0" lang="en-US" sz="3200" u="sng" cap="none" strike="noStrike">
                <a:solidFill>
                  <a:schemeClr val="dk1"/>
                </a:solidFill>
                <a:latin typeface="Tahoma"/>
                <a:ea typeface="Tahoma"/>
                <a:cs typeface="Tahoma"/>
                <a:sym typeface="Tahoma"/>
              </a:rPr>
              <a:t>Actual Yield</a:t>
            </a:r>
            <a:r>
              <a:rPr b="0" i="0" lang="en-US" sz="3200" u="none" cap="none" strike="noStrike">
                <a:solidFill>
                  <a:schemeClr val="dk1"/>
                </a:solidFill>
                <a:latin typeface="Tahoma"/>
                <a:ea typeface="Tahoma"/>
                <a:cs typeface="Tahoma"/>
                <a:sym typeface="Tahoma"/>
              </a:rPr>
              <a:t> = The amount of product actually formed or recovered when the reaction is carried out in the laboratory.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8"/>
          <p:cNvSpPr txBox="1"/>
          <p:nvPr>
            <p:ph type="title"/>
          </p:nvPr>
        </p:nvSpPr>
        <p:spPr>
          <a:xfrm>
            <a:off x="348300" y="570933"/>
            <a:ext cx="2351400" cy="586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What might reduce yield?</a:t>
            </a:r>
            <a:endParaRPr/>
          </a:p>
        </p:txBody>
      </p:sp>
      <p:sp>
        <p:nvSpPr>
          <p:cNvPr id="64" name="Google Shape;64;p8"/>
          <p:cNvSpPr txBox="1"/>
          <p:nvPr>
            <p:ph idx="1" type="body"/>
          </p:nvPr>
        </p:nvSpPr>
        <p:spPr>
          <a:xfrm>
            <a:off x="3539325" y="791867"/>
            <a:ext cx="5090400" cy="5348700"/>
          </a:xfrm>
          <a:prstGeom prst="rect">
            <a:avLst/>
          </a:prstGeom>
        </p:spPr>
        <p:txBody>
          <a:bodyPr anchorCtr="0" anchor="t" bIns="91425" lIns="91425" spcFirstLastPara="1" rIns="91425" wrap="square" tIns="91425">
            <a:noAutofit/>
          </a:bodyPr>
          <a:lstStyle/>
          <a:p>
            <a:pPr indent="0" lvl="0" marL="0" rtl="0" algn="l">
              <a:spcBef>
                <a:spcPts val="640"/>
              </a:spcBef>
              <a:spcAft>
                <a:spcPts val="0"/>
              </a:spcAft>
              <a:buNone/>
            </a:pPr>
            <a:r>
              <a:rPr lang="en-US" sz="2800"/>
              <a:t>Brainstorm some ideas, thinking of experiments you have done or even baking and cooking? </a:t>
            </a:r>
            <a:endParaRPr sz="2800"/>
          </a:p>
          <a:p>
            <a:pPr indent="0" lvl="0" marL="0" rtl="0" algn="l">
              <a:spcBef>
                <a:spcPts val="1600"/>
              </a:spcBef>
              <a:spcAft>
                <a:spcPts val="0"/>
              </a:spcAft>
              <a:buNone/>
            </a:pPr>
            <a:r>
              <a:rPr lang="en-US" sz="2800"/>
              <a:t>Why did you not get the maximum amount of product from the reactant you put in?</a:t>
            </a:r>
            <a:endParaRPr sz="2800"/>
          </a:p>
          <a:p>
            <a:pPr indent="0" lvl="0" marL="0" rtl="0" algn="l">
              <a:spcBef>
                <a:spcPts val="1600"/>
              </a:spcBef>
              <a:spcAft>
                <a:spcPts val="1600"/>
              </a:spcAft>
              <a:buNone/>
            </a:pPr>
            <a:r>
              <a:rPr lang="en-US" sz="2800"/>
              <a:t>Check your ideas in comparison to the next slide</a:t>
            </a:r>
            <a:endParaRPr sz="2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8" name="Shape 68"/>
        <p:cNvGrpSpPr/>
        <p:nvPr/>
      </p:nvGrpSpPr>
      <p:grpSpPr>
        <a:xfrm>
          <a:off x="0" y="0"/>
          <a:ext cx="0" cy="0"/>
          <a:chOff x="0" y="0"/>
          <a:chExt cx="0" cy="0"/>
        </a:xfrm>
      </p:grpSpPr>
      <p:sp>
        <p:nvSpPr>
          <p:cNvPr id="69" name="Google Shape;69;p9"/>
          <p:cNvSpPr txBox="1"/>
          <p:nvPr>
            <p:ph type="title"/>
          </p:nvPr>
        </p:nvSpPr>
        <p:spPr>
          <a:xfrm>
            <a:off x="457200" y="274637"/>
            <a:ext cx="8229600" cy="1143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 name="Google Shape;70;p9"/>
          <p:cNvSpPr txBox="1"/>
          <p:nvPr>
            <p:ph idx="1" type="body"/>
          </p:nvPr>
        </p:nvSpPr>
        <p:spPr>
          <a:xfrm>
            <a:off x="457200" y="1600200"/>
            <a:ext cx="8229600" cy="4495800"/>
          </a:xfrm>
          <a:prstGeom prst="rect">
            <a:avLst/>
          </a:prstGeom>
        </p:spPr>
        <p:txBody>
          <a:bodyPr anchorCtr="0" anchor="t" bIns="91425" lIns="91425" spcFirstLastPara="1" rIns="91425" wrap="square" tIns="91425">
            <a:noAutofit/>
          </a:bodyPr>
          <a:lstStyle/>
          <a:p>
            <a:pPr indent="0" lvl="0" marL="0" rtl="0" algn="l">
              <a:spcBef>
                <a:spcPts val="640"/>
              </a:spcBef>
              <a:spcAft>
                <a:spcPts val="0"/>
              </a:spcAft>
              <a:buNone/>
            </a:pPr>
            <a:r>
              <a:rPr lang="en-US"/>
              <a:t>Next slide, type in student ideas in yellow box.</a:t>
            </a:r>
            <a:endParaRPr/>
          </a:p>
          <a:p>
            <a:pPr indent="0" lvl="0" marL="0" rtl="0" algn="l">
              <a:spcBef>
                <a:spcPts val="640"/>
              </a:spcBef>
              <a:spcAft>
                <a:spcPts val="0"/>
              </a:spcAft>
              <a:buNone/>
            </a:pPr>
            <a:r>
              <a:rPr lang="en-US"/>
              <a:t>Move to see teacher list once done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0"/>
          <p:cNvSpPr txBox="1"/>
          <p:nvPr>
            <p:ph type="title"/>
          </p:nvPr>
        </p:nvSpPr>
        <p:spPr>
          <a:xfrm>
            <a:off x="457200" y="274637"/>
            <a:ext cx="8229600" cy="1143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US"/>
              <a:t>Factors affecting yield?</a:t>
            </a:r>
            <a:endParaRPr/>
          </a:p>
        </p:txBody>
      </p:sp>
      <p:sp>
        <p:nvSpPr>
          <p:cNvPr id="76" name="Google Shape;76;p10"/>
          <p:cNvSpPr txBox="1"/>
          <p:nvPr>
            <p:ph idx="1" type="body"/>
          </p:nvPr>
        </p:nvSpPr>
        <p:spPr>
          <a:xfrm>
            <a:off x="457200" y="1600200"/>
            <a:ext cx="8229600" cy="44958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Clr>
                <a:srgbClr val="FFFFFF"/>
              </a:buClr>
              <a:buSzPts val="2400"/>
              <a:buFont typeface="Arial"/>
              <a:buChar char="●"/>
            </a:pPr>
            <a:r>
              <a:rPr lang="en-US" sz="2400">
                <a:solidFill>
                  <a:srgbClr val="FFFFFF"/>
                </a:solidFill>
                <a:latin typeface="Arial"/>
                <a:ea typeface="Arial"/>
                <a:cs typeface="Arial"/>
                <a:sym typeface="Arial"/>
              </a:rPr>
              <a:t>Side reactions with unpredicted chemicals</a:t>
            </a:r>
            <a:endParaRPr sz="2400">
              <a:solidFill>
                <a:srgbClr val="FFFFFF"/>
              </a:solidFill>
              <a:latin typeface="Arial"/>
              <a:ea typeface="Arial"/>
              <a:cs typeface="Arial"/>
              <a:sym typeface="Arial"/>
            </a:endParaRPr>
          </a:p>
          <a:p>
            <a:pPr indent="-381000" lvl="0" marL="457200" rtl="0" algn="l">
              <a:spcBef>
                <a:spcPts val="0"/>
              </a:spcBef>
              <a:spcAft>
                <a:spcPts val="0"/>
              </a:spcAft>
              <a:buClr>
                <a:srgbClr val="FFFFFF"/>
              </a:buClr>
              <a:buSzPts val="2400"/>
              <a:buFont typeface="Arial"/>
              <a:buChar char="●"/>
            </a:pPr>
            <a:r>
              <a:rPr lang="en-US" sz="2400">
                <a:solidFill>
                  <a:srgbClr val="FFFFFF"/>
                </a:solidFill>
                <a:latin typeface="Arial"/>
                <a:ea typeface="Arial"/>
                <a:cs typeface="Arial"/>
                <a:sym typeface="Arial"/>
              </a:rPr>
              <a:t>Undesired products</a:t>
            </a:r>
            <a:endParaRPr sz="2400">
              <a:solidFill>
                <a:srgbClr val="FFFFFF"/>
              </a:solidFill>
              <a:latin typeface="Arial"/>
              <a:ea typeface="Arial"/>
              <a:cs typeface="Arial"/>
              <a:sym typeface="Arial"/>
            </a:endParaRPr>
          </a:p>
          <a:p>
            <a:pPr indent="-381000" lvl="0" marL="457200" rtl="0" algn="l">
              <a:spcBef>
                <a:spcPts val="0"/>
              </a:spcBef>
              <a:spcAft>
                <a:spcPts val="0"/>
              </a:spcAft>
              <a:buClr>
                <a:srgbClr val="FFFFFF"/>
              </a:buClr>
              <a:buSzPts val="2400"/>
              <a:buFont typeface="Arial"/>
              <a:buChar char="●"/>
            </a:pPr>
            <a:r>
              <a:rPr lang="en-US" sz="2400">
                <a:solidFill>
                  <a:srgbClr val="FFFFFF"/>
                </a:solidFill>
                <a:latin typeface="Arial"/>
                <a:ea typeface="Arial"/>
                <a:cs typeface="Arial"/>
                <a:sym typeface="Arial"/>
              </a:rPr>
              <a:t>Insufficient reactants</a:t>
            </a:r>
            <a:endParaRPr sz="2400">
              <a:solidFill>
                <a:srgbClr val="FFFFFF"/>
              </a:solidFill>
              <a:latin typeface="Arial"/>
              <a:ea typeface="Arial"/>
              <a:cs typeface="Arial"/>
              <a:sym typeface="Arial"/>
            </a:endParaRPr>
          </a:p>
          <a:p>
            <a:pPr indent="-381000" lvl="0" marL="457200" rtl="0" algn="l">
              <a:spcBef>
                <a:spcPts val="0"/>
              </a:spcBef>
              <a:spcAft>
                <a:spcPts val="0"/>
              </a:spcAft>
              <a:buClr>
                <a:srgbClr val="FFFFFF"/>
              </a:buClr>
              <a:buSzPts val="2400"/>
              <a:buFont typeface="Arial"/>
              <a:buChar char="●"/>
            </a:pPr>
            <a:r>
              <a:rPr lang="en-US" sz="2400">
                <a:solidFill>
                  <a:srgbClr val="FFFFFF"/>
                </a:solidFill>
                <a:latin typeface="Arial"/>
                <a:ea typeface="Arial"/>
                <a:cs typeface="Arial"/>
                <a:sym typeface="Arial"/>
              </a:rPr>
              <a:t>Loss of reactants or products</a:t>
            </a:r>
            <a:endParaRPr sz="2400">
              <a:solidFill>
                <a:srgbClr val="FFFFFF"/>
              </a:solidFill>
              <a:latin typeface="Arial"/>
              <a:ea typeface="Arial"/>
              <a:cs typeface="Arial"/>
              <a:sym typeface="Arial"/>
            </a:endParaRPr>
          </a:p>
          <a:p>
            <a:pPr indent="-381000" lvl="0" marL="457200" rtl="0" algn="l">
              <a:spcBef>
                <a:spcPts val="0"/>
              </a:spcBef>
              <a:spcAft>
                <a:spcPts val="0"/>
              </a:spcAft>
              <a:buClr>
                <a:srgbClr val="FFFFFF"/>
              </a:buClr>
              <a:buSzPts val="2400"/>
              <a:buFont typeface="Arial"/>
              <a:buChar char="●"/>
            </a:pPr>
            <a:r>
              <a:rPr lang="en-US" sz="2400">
                <a:solidFill>
                  <a:srgbClr val="FFFFFF"/>
                </a:solidFill>
                <a:latin typeface="Arial"/>
                <a:ea typeface="Arial"/>
                <a:cs typeface="Arial"/>
                <a:sym typeface="Arial"/>
              </a:rPr>
              <a:t>Errors in process (eg overheating)</a:t>
            </a:r>
            <a:endParaRPr sz="2400">
              <a:solidFill>
                <a:srgbClr val="FFFFFF"/>
              </a:solidFill>
              <a:latin typeface="Arial"/>
              <a:ea typeface="Arial"/>
              <a:cs typeface="Arial"/>
              <a:sym typeface="Arial"/>
            </a:endParaRPr>
          </a:p>
          <a:p>
            <a:pPr indent="-381000" lvl="0" marL="457200" rtl="0" algn="l">
              <a:spcBef>
                <a:spcPts val="0"/>
              </a:spcBef>
              <a:spcAft>
                <a:spcPts val="0"/>
              </a:spcAft>
              <a:buClr>
                <a:srgbClr val="FFFFFF"/>
              </a:buClr>
              <a:buSzPts val="2400"/>
              <a:buFont typeface="Arial"/>
              <a:buChar char="●"/>
            </a:pPr>
            <a:r>
              <a:rPr lang="en-US" sz="2400">
                <a:solidFill>
                  <a:srgbClr val="FFFFFF"/>
                </a:solidFill>
                <a:latin typeface="Arial"/>
                <a:ea typeface="Arial"/>
                <a:cs typeface="Arial"/>
                <a:sym typeface="Arial"/>
              </a:rPr>
              <a:t>Not well mixed</a:t>
            </a:r>
            <a:endParaRPr sz="2400">
              <a:solidFill>
                <a:srgbClr val="FFFFFF"/>
              </a:solidFill>
              <a:latin typeface="Arial"/>
              <a:ea typeface="Arial"/>
              <a:cs typeface="Arial"/>
              <a:sym typeface="Arial"/>
            </a:endParaRPr>
          </a:p>
          <a:p>
            <a:pPr indent="-381000" lvl="0" marL="457200" rtl="0" algn="l">
              <a:spcBef>
                <a:spcPts val="0"/>
              </a:spcBef>
              <a:spcAft>
                <a:spcPts val="0"/>
              </a:spcAft>
              <a:buClr>
                <a:srgbClr val="FFFFFF"/>
              </a:buClr>
              <a:buSzPts val="2400"/>
              <a:buFont typeface="Arial"/>
              <a:buChar char="●"/>
            </a:pPr>
            <a:r>
              <a:rPr lang="en-US" sz="2400">
                <a:solidFill>
                  <a:srgbClr val="FFFFFF"/>
                </a:solidFill>
                <a:latin typeface="Arial"/>
                <a:ea typeface="Arial"/>
                <a:cs typeface="Arial"/>
                <a:sym typeface="Arial"/>
              </a:rPr>
              <a:t>Loss during transfer</a:t>
            </a:r>
            <a:endParaRPr sz="2400">
              <a:solidFill>
                <a:srgbClr val="FFFFFF"/>
              </a:solidFill>
              <a:latin typeface="Arial"/>
              <a:ea typeface="Arial"/>
              <a:cs typeface="Arial"/>
              <a:sym typeface="Arial"/>
            </a:endParaRPr>
          </a:p>
        </p:txBody>
      </p:sp>
      <p:sp>
        <p:nvSpPr>
          <p:cNvPr id="77" name="Google Shape;77;p10"/>
          <p:cNvSpPr txBox="1"/>
          <p:nvPr/>
        </p:nvSpPr>
        <p:spPr>
          <a:xfrm>
            <a:off x="9286650" y="1337675"/>
            <a:ext cx="7816200" cy="4471200"/>
          </a:xfrm>
          <a:prstGeom prst="rect">
            <a:avLst/>
          </a:prstGeom>
          <a:solidFill>
            <a:srgbClr val="FFFF00"/>
          </a:solidFill>
          <a:ln>
            <a:noFill/>
          </a:ln>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US" sz="2400"/>
              <a:t>BRAINSTORM </a:t>
            </a:r>
            <a:endParaRPr sz="2400"/>
          </a:p>
          <a:p>
            <a:pPr indent="-381000" lvl="0" marL="457200" rtl="0" algn="l">
              <a:spcBef>
                <a:spcPts val="0"/>
              </a:spcBef>
              <a:spcAft>
                <a:spcPts val="0"/>
              </a:spcAft>
              <a:buSzPts val="2400"/>
              <a:buChar char="●"/>
            </a:pPr>
            <a:r>
              <a:rPr lang="en-US" sz="2400"/>
              <a:t>Product loss if there is heat/fire</a:t>
            </a:r>
            <a:endParaRPr sz="2400"/>
          </a:p>
          <a:p>
            <a:pPr indent="-381000" lvl="0" marL="457200" rtl="0" algn="l">
              <a:spcBef>
                <a:spcPts val="0"/>
              </a:spcBef>
              <a:spcAft>
                <a:spcPts val="0"/>
              </a:spcAft>
              <a:buSzPts val="2400"/>
              <a:buChar char="●"/>
            </a:pPr>
            <a:r>
              <a:rPr lang="en-US" sz="2400"/>
              <a:t>Loss of product on equipment</a:t>
            </a:r>
            <a:endParaRPr sz="2400"/>
          </a:p>
          <a:p>
            <a:pPr indent="-381000" lvl="0" marL="457200" rtl="0" algn="l">
              <a:spcBef>
                <a:spcPts val="0"/>
              </a:spcBef>
              <a:spcAft>
                <a:spcPts val="0"/>
              </a:spcAft>
              <a:buSzPts val="2400"/>
              <a:buChar char="●"/>
            </a:pPr>
            <a:r>
              <a:rPr lang="en-US" sz="2400"/>
              <a:t>Human error in measuring</a:t>
            </a:r>
            <a:endParaRPr sz="2400"/>
          </a:p>
          <a:p>
            <a:pPr indent="-381000" lvl="0" marL="457200" rtl="0" algn="l">
              <a:spcBef>
                <a:spcPts val="0"/>
              </a:spcBef>
              <a:spcAft>
                <a:spcPts val="0"/>
              </a:spcAft>
              <a:buSzPts val="2400"/>
              <a:buChar char="●"/>
            </a:pPr>
            <a:r>
              <a:rPr lang="en-US" sz="2400"/>
              <a:t>Incomplete reaction (higher or lower than 100% yield)</a:t>
            </a:r>
            <a:endParaRPr sz="2400"/>
          </a:p>
          <a:p>
            <a:pPr indent="-381000" lvl="0" marL="457200" rtl="0" algn="l">
              <a:spcBef>
                <a:spcPts val="0"/>
              </a:spcBef>
              <a:spcAft>
                <a:spcPts val="0"/>
              </a:spcAft>
              <a:buSzPts val="2400"/>
              <a:buChar char="●"/>
            </a:pPr>
            <a:r>
              <a:rPr lang="en-US" sz="2400"/>
              <a:t>Not enough of other reactants</a:t>
            </a:r>
            <a:endParaRPr sz="2400"/>
          </a:p>
          <a:p>
            <a:pPr indent="-381000" lvl="0" marL="457200" rtl="0" algn="l">
              <a:spcBef>
                <a:spcPts val="0"/>
              </a:spcBef>
              <a:spcAft>
                <a:spcPts val="0"/>
              </a:spcAft>
              <a:buSzPts val="2400"/>
              <a:buChar char="●"/>
            </a:pPr>
            <a:r>
              <a:rPr lang="en-US" sz="2400"/>
              <a:t>Secondary unexpected reactions</a:t>
            </a:r>
            <a:endParaRPr sz="2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1" name="Shape 81"/>
        <p:cNvGrpSpPr/>
        <p:nvPr/>
      </p:nvGrpSpPr>
      <p:grpSpPr>
        <a:xfrm>
          <a:off x="0" y="0"/>
          <a:ext cx="0" cy="0"/>
          <a:chOff x="0" y="0"/>
          <a:chExt cx="0" cy="0"/>
        </a:xfrm>
      </p:grpSpPr>
      <p:sp>
        <p:nvSpPr>
          <p:cNvPr id="82" name="Google Shape;82;p1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Font typeface="Tahoma"/>
              <a:buNone/>
            </a:pPr>
            <a:r>
              <a:rPr b="0" i="0" lang="en-US" sz="4400" u="none" cap="none" strike="noStrike">
                <a:solidFill>
                  <a:schemeClr val="dk2"/>
                </a:solidFill>
                <a:latin typeface="Tahoma"/>
                <a:ea typeface="Tahoma"/>
                <a:cs typeface="Tahoma"/>
                <a:sym typeface="Tahoma"/>
              </a:rPr>
              <a:t>Example:</a:t>
            </a:r>
            <a:endParaRPr/>
          </a:p>
        </p:txBody>
      </p:sp>
      <p:sp>
        <p:nvSpPr>
          <p:cNvPr id="83" name="Google Shape;83;p11"/>
          <p:cNvSpPr txBox="1"/>
          <p:nvPr>
            <p:ph idx="1" type="body"/>
          </p:nvPr>
        </p:nvSpPr>
        <p:spPr>
          <a:xfrm>
            <a:off x="457200" y="1600200"/>
            <a:ext cx="8229600" cy="4495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560"/>
              <a:buFont typeface="Noto Sans Symbols"/>
              <a:buChar char="■"/>
            </a:pPr>
            <a:r>
              <a:rPr b="0" i="0" lang="en-US" sz="3200" u="none" cap="none" strike="noStrike">
                <a:solidFill>
                  <a:schemeClr val="dk1"/>
                </a:solidFill>
                <a:latin typeface="Tahoma"/>
                <a:ea typeface="Tahoma"/>
                <a:cs typeface="Tahoma"/>
                <a:sym typeface="Tahoma"/>
              </a:rPr>
              <a:t>A chemist was supposed to produce 75.0 g of aspirin.  However, he squandered some of the reactants for his own personal use (he was later fired), and so only actually made 50.0 g.  What was his percent yield?</a:t>
            </a:r>
            <a:endParaRPr/>
          </a:p>
        </p:txBody>
      </p:sp>
      <p:sp>
        <p:nvSpPr>
          <p:cNvPr id="84" name="Google Shape;84;p11"/>
          <p:cNvSpPr txBox="1"/>
          <p:nvPr/>
        </p:nvSpPr>
        <p:spPr>
          <a:xfrm>
            <a:off x="3733800" y="4572000"/>
            <a:ext cx="1295400" cy="793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Font typeface="Arial"/>
              <a:buNone/>
            </a:pPr>
            <a:r>
              <a:rPr b="1" i="0" lang="en-US" sz="2800" u="sng">
                <a:solidFill>
                  <a:schemeClr val="dk1"/>
                </a:solidFill>
                <a:latin typeface="Arial"/>
                <a:ea typeface="Arial"/>
                <a:cs typeface="Arial"/>
                <a:sym typeface="Arial"/>
              </a:rPr>
              <a:t>50.0 g</a:t>
            </a:r>
            <a:r>
              <a:rPr b="0" i="0" lang="en-US" sz="1800" u="none">
                <a:solidFill>
                  <a:schemeClr val="dk1"/>
                </a:solidFill>
                <a:latin typeface="Arial"/>
                <a:ea typeface="Arial"/>
                <a:cs typeface="Arial"/>
                <a:sym typeface="Arial"/>
              </a:rPr>
              <a:t> 	</a:t>
            </a:r>
            <a:endParaRPr/>
          </a:p>
        </p:txBody>
      </p:sp>
      <p:sp>
        <p:nvSpPr>
          <p:cNvPr id="85" name="Google Shape;85;p11"/>
          <p:cNvSpPr txBox="1"/>
          <p:nvPr/>
        </p:nvSpPr>
        <p:spPr>
          <a:xfrm>
            <a:off x="3733800" y="5105400"/>
            <a:ext cx="1676400" cy="5191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Font typeface="Arial"/>
              <a:buNone/>
            </a:pPr>
            <a:r>
              <a:rPr b="1" i="0" lang="en-US" sz="2800" u="none">
                <a:solidFill>
                  <a:schemeClr val="dk1"/>
                </a:solidFill>
                <a:latin typeface="Arial"/>
                <a:ea typeface="Arial"/>
                <a:cs typeface="Arial"/>
                <a:sym typeface="Arial"/>
              </a:rPr>
              <a:t>75.0 g</a:t>
            </a:r>
            <a:endParaRPr/>
          </a:p>
        </p:txBody>
      </p:sp>
      <p:sp>
        <p:nvSpPr>
          <p:cNvPr id="86" name="Google Shape;86;p11"/>
          <p:cNvSpPr txBox="1"/>
          <p:nvPr/>
        </p:nvSpPr>
        <p:spPr>
          <a:xfrm>
            <a:off x="5029200" y="4800600"/>
            <a:ext cx="1143000" cy="5191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Font typeface="Arial"/>
              <a:buNone/>
            </a:pPr>
            <a:r>
              <a:rPr b="1" i="0" lang="en-US" sz="2800" u="none">
                <a:solidFill>
                  <a:schemeClr val="dk1"/>
                </a:solidFill>
                <a:latin typeface="Arial"/>
                <a:ea typeface="Arial"/>
                <a:cs typeface="Arial"/>
                <a:sym typeface="Arial"/>
              </a:rPr>
              <a:t>X 100</a:t>
            </a:r>
            <a:endParaRPr/>
          </a:p>
        </p:txBody>
      </p:sp>
      <p:sp>
        <p:nvSpPr>
          <p:cNvPr id="87" name="Google Shape;87;p11"/>
          <p:cNvSpPr txBox="1"/>
          <p:nvPr/>
        </p:nvSpPr>
        <p:spPr>
          <a:xfrm>
            <a:off x="6705600" y="4724400"/>
            <a:ext cx="2133600" cy="5794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Font typeface="Arial"/>
              <a:buNone/>
            </a:pPr>
            <a:r>
              <a:rPr b="1" i="0" lang="en-US" sz="3200" u="none">
                <a:solidFill>
                  <a:schemeClr val="dk1"/>
                </a:solidFill>
                <a:latin typeface="Arial"/>
                <a:ea typeface="Arial"/>
                <a:cs typeface="Arial"/>
                <a:sym typeface="Arial"/>
              </a:rPr>
              <a:t>=  66.7 %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
                                        </p:tgtEl>
                                        <p:attrNameLst>
                                          <p:attrName>style.visibility</p:attrName>
                                        </p:attrNameLst>
                                      </p:cBhvr>
                                      <p:to>
                                        <p:strVal val="visible"/>
                                      </p:to>
                                    </p:set>
                                    <p:animEffect filter="fade" transition="in">
                                      <p:cBhvr>
                                        <p:cTn dur="500"/>
                                        <p:tgtEl>
                                          <p:spTgt spid="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
                                        </p:tgtEl>
                                        <p:attrNameLst>
                                          <p:attrName>style.visibility</p:attrName>
                                        </p:attrNameLst>
                                      </p:cBhvr>
                                      <p:to>
                                        <p:strVal val="visible"/>
                                      </p:to>
                                    </p:set>
                                    <p:animEffect filter="fade" transition="in">
                                      <p:cBhvr>
                                        <p:cTn dur="500"/>
                                        <p:tgtEl>
                                          <p:spTgt spid="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
                                        </p:tgtEl>
                                        <p:attrNameLst>
                                          <p:attrName>style.visibility</p:attrName>
                                        </p:attrNameLst>
                                      </p:cBhvr>
                                      <p:to>
                                        <p:strVal val="visible"/>
                                      </p:to>
                                    </p:set>
                                    <p:animEffect filter="fade" transition="in">
                                      <p:cBhvr>
                                        <p:cTn dur="500"/>
                                        <p:tgtEl>
                                          <p:spTgt spid="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
                                        </p:tgtEl>
                                        <p:attrNameLst>
                                          <p:attrName>style.visibility</p:attrName>
                                        </p:attrNameLst>
                                      </p:cBhvr>
                                      <p:to>
                                        <p:strVal val="visible"/>
                                      </p:to>
                                    </p:set>
                                    <p:animEffect filter="fade" transition="in">
                                      <p:cBhvr>
                                        <p:cTn dur="500"/>
                                        <p:tgtEl>
                                          <p:spTgt spid="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1" name="Shape 91"/>
        <p:cNvGrpSpPr/>
        <p:nvPr/>
      </p:nvGrpSpPr>
      <p:grpSpPr>
        <a:xfrm>
          <a:off x="0" y="0"/>
          <a:ext cx="0" cy="0"/>
          <a:chOff x="0" y="0"/>
          <a:chExt cx="0" cy="0"/>
        </a:xfrm>
      </p:grpSpPr>
      <p:sp>
        <p:nvSpPr>
          <p:cNvPr id="92" name="Google Shape;92;p1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Font typeface="Tahoma"/>
              <a:buNone/>
            </a:pPr>
            <a:r>
              <a:rPr b="0" i="0" lang="en-US" sz="4400" u="sng" cap="none" strike="noStrike">
                <a:solidFill>
                  <a:schemeClr val="dk2"/>
                </a:solidFill>
                <a:latin typeface="Tahoma"/>
                <a:ea typeface="Tahoma"/>
                <a:cs typeface="Tahoma"/>
                <a:sym typeface="Tahoma"/>
              </a:rPr>
              <a:t>More Examples!</a:t>
            </a:r>
            <a:endParaRPr/>
          </a:p>
        </p:txBody>
      </p:sp>
      <p:sp>
        <p:nvSpPr>
          <p:cNvPr id="93" name="Google Shape;93;p12"/>
          <p:cNvSpPr txBox="1"/>
          <p:nvPr>
            <p:ph idx="1" type="body"/>
          </p:nvPr>
        </p:nvSpPr>
        <p:spPr>
          <a:xfrm>
            <a:off x="457200" y="1295400"/>
            <a:ext cx="8229600" cy="2438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1920"/>
              <a:buFont typeface="Noto Sans Symbols"/>
              <a:buChar char="■"/>
            </a:pPr>
            <a:r>
              <a:rPr b="0" i="0" lang="en-US" sz="2400" u="none" cap="none" strike="noStrike">
                <a:solidFill>
                  <a:schemeClr val="dk1"/>
                </a:solidFill>
                <a:latin typeface="Tahoma"/>
                <a:ea typeface="Tahoma"/>
                <a:cs typeface="Tahoma"/>
                <a:sym typeface="Tahoma"/>
              </a:rPr>
              <a:t>When I was a sophomore in college, we had a lab where we were supposed to isolate caffeine from tea leaves.  Most of my caffeine was washed down the drain in a freak accident.  Although I should have had 5.0 g of caffeine, I only ended up with 0.040 g of caffeine and a bad grade on the lab.  What was my percent yield?</a:t>
            </a:r>
            <a:endParaRPr/>
          </a:p>
        </p:txBody>
      </p:sp>
      <p:sp>
        <p:nvSpPr>
          <p:cNvPr id="94" name="Google Shape;94;p12"/>
          <p:cNvSpPr txBox="1"/>
          <p:nvPr/>
        </p:nvSpPr>
        <p:spPr>
          <a:xfrm>
            <a:off x="2514600" y="4114800"/>
            <a:ext cx="2286000" cy="5191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Font typeface="Arial"/>
              <a:buNone/>
            </a:pPr>
            <a:r>
              <a:rPr b="1" i="0" lang="en-US" sz="2800" u="sng">
                <a:solidFill>
                  <a:schemeClr val="dk1"/>
                </a:solidFill>
                <a:latin typeface="Arial"/>
                <a:ea typeface="Arial"/>
                <a:cs typeface="Arial"/>
                <a:sym typeface="Arial"/>
              </a:rPr>
              <a:t>0.040 g</a:t>
            </a:r>
            <a:endParaRPr/>
          </a:p>
        </p:txBody>
      </p:sp>
      <p:sp>
        <p:nvSpPr>
          <p:cNvPr id="95" name="Google Shape;95;p12"/>
          <p:cNvSpPr txBox="1"/>
          <p:nvPr/>
        </p:nvSpPr>
        <p:spPr>
          <a:xfrm>
            <a:off x="2590800" y="4648200"/>
            <a:ext cx="1981200" cy="5191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Font typeface="Arial"/>
              <a:buNone/>
            </a:pPr>
            <a:r>
              <a:rPr b="1" i="0" lang="en-US" sz="2800" u="none">
                <a:solidFill>
                  <a:schemeClr val="dk1"/>
                </a:solidFill>
                <a:latin typeface="Arial"/>
                <a:ea typeface="Arial"/>
                <a:cs typeface="Arial"/>
                <a:sym typeface="Arial"/>
              </a:rPr>
              <a:t>5.0 g</a:t>
            </a:r>
            <a:endParaRPr/>
          </a:p>
        </p:txBody>
      </p:sp>
      <p:sp>
        <p:nvSpPr>
          <p:cNvPr id="96" name="Google Shape;96;p12"/>
          <p:cNvSpPr txBox="1"/>
          <p:nvPr/>
        </p:nvSpPr>
        <p:spPr>
          <a:xfrm>
            <a:off x="4038600" y="4343400"/>
            <a:ext cx="1600200" cy="5191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Font typeface="Arial"/>
              <a:buNone/>
            </a:pPr>
            <a:r>
              <a:rPr b="1" i="0" lang="en-US" sz="2800" u="none">
                <a:solidFill>
                  <a:schemeClr val="dk1"/>
                </a:solidFill>
                <a:latin typeface="Arial"/>
                <a:ea typeface="Arial"/>
                <a:cs typeface="Arial"/>
                <a:sym typeface="Arial"/>
              </a:rPr>
              <a:t>X 100</a:t>
            </a:r>
            <a:endParaRPr/>
          </a:p>
        </p:txBody>
      </p:sp>
      <p:sp>
        <p:nvSpPr>
          <p:cNvPr id="97" name="Google Shape;97;p12"/>
          <p:cNvSpPr txBox="1"/>
          <p:nvPr/>
        </p:nvSpPr>
        <p:spPr>
          <a:xfrm>
            <a:off x="5410200" y="4343400"/>
            <a:ext cx="1981200" cy="5191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Font typeface="Arial"/>
              <a:buNone/>
            </a:pPr>
            <a:r>
              <a:rPr b="1" i="0" lang="en-US" sz="2800" u="none">
                <a:solidFill>
                  <a:schemeClr val="dk1"/>
                </a:solidFill>
                <a:latin typeface="Arial"/>
                <a:ea typeface="Arial"/>
                <a:cs typeface="Arial"/>
                <a:sym typeface="Arial"/>
              </a:rPr>
              <a:t>=  0.80 %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gtEl>
                                        <p:attrNameLst>
                                          <p:attrName>style.visibility</p:attrName>
                                        </p:attrNameLst>
                                      </p:cBhvr>
                                      <p:to>
                                        <p:strVal val="visible"/>
                                      </p:to>
                                    </p:set>
                                    <p:animEffect filter="fade" transition="in">
                                      <p:cBhvr>
                                        <p:cTn dur="500"/>
                                        <p:tgtEl>
                                          <p:spTgt spid="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
                                        </p:tgtEl>
                                        <p:attrNameLst>
                                          <p:attrName>style.visibility</p:attrName>
                                        </p:attrNameLst>
                                      </p:cBhvr>
                                      <p:to>
                                        <p:strVal val="visible"/>
                                      </p:to>
                                    </p:set>
                                    <p:animEffect filter="fade" transition="in">
                                      <p:cBhvr>
                                        <p:cTn dur="500"/>
                                        <p:tgtEl>
                                          <p:spTgt spid="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
                                        </p:tgtEl>
                                        <p:attrNameLst>
                                          <p:attrName>style.visibility</p:attrName>
                                        </p:attrNameLst>
                                      </p:cBhvr>
                                      <p:to>
                                        <p:strVal val="visible"/>
                                      </p:to>
                                    </p:set>
                                    <p:animEffect filter="fade" transition="in">
                                      <p:cBhvr>
                                        <p:cTn dur="500"/>
                                        <p:tgtEl>
                                          <p:spTgt spid="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gtEl>
                                        <p:attrNameLst>
                                          <p:attrName>style.visibility</p:attrName>
                                        </p:attrNameLst>
                                      </p:cBhvr>
                                      <p:to>
                                        <p:strVal val="visible"/>
                                      </p:to>
                                    </p:set>
                                    <p:animEffect filter="fade" transition="in">
                                      <p:cBhvr>
                                        <p:cTn dur="500"/>
                                        <p:tgtEl>
                                          <p:spTgt spid="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1" name="Shape 101"/>
        <p:cNvGrpSpPr/>
        <p:nvPr/>
      </p:nvGrpSpPr>
      <p:grpSpPr>
        <a:xfrm>
          <a:off x="0" y="0"/>
          <a:ext cx="0" cy="0"/>
          <a:chOff x="0" y="0"/>
          <a:chExt cx="0" cy="0"/>
        </a:xfrm>
      </p:grpSpPr>
      <p:sp>
        <p:nvSpPr>
          <p:cNvPr id="102" name="Google Shape;102;p13"/>
          <p:cNvSpPr txBox="1"/>
          <p:nvPr>
            <p:ph idx="1" type="body"/>
          </p:nvPr>
        </p:nvSpPr>
        <p:spPr>
          <a:xfrm>
            <a:off x="381000" y="381000"/>
            <a:ext cx="8229600" cy="2590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Font typeface="Noto Sans Symbols"/>
              <a:buNone/>
            </a:pPr>
            <a:r>
              <a:rPr b="0" i="0" lang="en-US" sz="3200" u="none" cap="none" strike="noStrike">
                <a:solidFill>
                  <a:schemeClr val="dk1"/>
                </a:solidFill>
                <a:latin typeface="Tahoma"/>
                <a:ea typeface="Tahoma"/>
                <a:cs typeface="Tahoma"/>
                <a:sym typeface="Tahoma"/>
              </a:rPr>
              <a:t>2.  A very sloppy student did not wait until his NaCl was dry before he weighed it.  As a result, his product weighed 2.25 g when it should have been 1.75 g.  What was his percent yield?</a:t>
            </a:r>
            <a:endParaRPr/>
          </a:p>
        </p:txBody>
      </p:sp>
      <p:sp>
        <p:nvSpPr>
          <p:cNvPr id="103" name="Google Shape;103;p13"/>
          <p:cNvSpPr txBox="1"/>
          <p:nvPr/>
        </p:nvSpPr>
        <p:spPr>
          <a:xfrm>
            <a:off x="2514600" y="3581400"/>
            <a:ext cx="2438400" cy="5794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Font typeface="Arial"/>
              <a:buNone/>
            </a:pPr>
            <a:r>
              <a:rPr b="1" i="0" lang="en-US" sz="3200" u="sng">
                <a:solidFill>
                  <a:schemeClr val="dk1"/>
                </a:solidFill>
                <a:latin typeface="Arial"/>
                <a:ea typeface="Arial"/>
                <a:cs typeface="Arial"/>
                <a:sym typeface="Arial"/>
              </a:rPr>
              <a:t>2.25 g</a:t>
            </a:r>
            <a:endParaRPr/>
          </a:p>
        </p:txBody>
      </p:sp>
      <p:sp>
        <p:nvSpPr>
          <p:cNvPr id="104" name="Google Shape;104;p13"/>
          <p:cNvSpPr txBox="1"/>
          <p:nvPr/>
        </p:nvSpPr>
        <p:spPr>
          <a:xfrm>
            <a:off x="2514600" y="4114800"/>
            <a:ext cx="1524000" cy="5794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Font typeface="Arial"/>
              <a:buNone/>
            </a:pPr>
            <a:r>
              <a:rPr b="1" i="0" lang="en-US" sz="3200" u="none">
                <a:solidFill>
                  <a:schemeClr val="dk1"/>
                </a:solidFill>
                <a:latin typeface="Arial"/>
                <a:ea typeface="Arial"/>
                <a:cs typeface="Arial"/>
                <a:sym typeface="Arial"/>
              </a:rPr>
              <a:t>1.75 g</a:t>
            </a:r>
            <a:endParaRPr/>
          </a:p>
        </p:txBody>
      </p:sp>
      <p:sp>
        <p:nvSpPr>
          <p:cNvPr id="105" name="Google Shape;105;p13"/>
          <p:cNvSpPr txBox="1"/>
          <p:nvPr/>
        </p:nvSpPr>
        <p:spPr>
          <a:xfrm>
            <a:off x="3962400" y="3810000"/>
            <a:ext cx="1752600" cy="5794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Font typeface="Arial"/>
              <a:buNone/>
            </a:pPr>
            <a:r>
              <a:rPr b="1" i="0" lang="en-US" sz="3200" u="none">
                <a:solidFill>
                  <a:schemeClr val="dk1"/>
                </a:solidFill>
                <a:latin typeface="Arial"/>
                <a:ea typeface="Arial"/>
                <a:cs typeface="Arial"/>
                <a:sym typeface="Arial"/>
              </a:rPr>
              <a:t>X  100</a:t>
            </a:r>
            <a:endParaRPr/>
          </a:p>
        </p:txBody>
      </p:sp>
      <p:sp>
        <p:nvSpPr>
          <p:cNvPr id="106" name="Google Shape;106;p13"/>
          <p:cNvSpPr txBox="1"/>
          <p:nvPr/>
        </p:nvSpPr>
        <p:spPr>
          <a:xfrm>
            <a:off x="5486400" y="3733800"/>
            <a:ext cx="2362200" cy="5794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Font typeface="Arial"/>
              <a:buNone/>
            </a:pPr>
            <a:r>
              <a:rPr b="1" i="0" lang="en-US" sz="3200" u="none">
                <a:solidFill>
                  <a:schemeClr val="dk1"/>
                </a:solidFill>
                <a:latin typeface="Arial"/>
                <a:ea typeface="Arial"/>
                <a:cs typeface="Arial"/>
                <a:sym typeface="Arial"/>
              </a:rPr>
              <a:t>=  129%</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
                                        </p:tgtEl>
                                        <p:attrNameLst>
                                          <p:attrName>style.visibility</p:attrName>
                                        </p:attrNameLst>
                                      </p:cBhvr>
                                      <p:to>
                                        <p:strVal val="visible"/>
                                      </p:to>
                                    </p:set>
                                    <p:animEffect filter="fade" transition="in">
                                      <p:cBhvr>
                                        <p:cTn dur="500"/>
                                        <p:tgtEl>
                                          <p:spTgt spid="1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
                                        </p:tgtEl>
                                        <p:attrNameLst>
                                          <p:attrName>style.visibility</p:attrName>
                                        </p:attrNameLst>
                                      </p:cBhvr>
                                      <p:to>
                                        <p:strVal val="visible"/>
                                      </p:to>
                                    </p:set>
                                    <p:animEffect filter="fade" transition="in">
                                      <p:cBhvr>
                                        <p:cTn dur="500"/>
                                        <p:tgtEl>
                                          <p:spTgt spid="1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gtEl>
                                        <p:attrNameLst>
                                          <p:attrName>style.visibility</p:attrName>
                                        </p:attrNameLst>
                                      </p:cBhvr>
                                      <p:to>
                                        <p:strVal val="visible"/>
                                      </p:to>
                                    </p:set>
                                    <p:animEffect filter="fade" transition="in">
                                      <p:cBhvr>
                                        <p:cTn dur="500"/>
                                        <p:tgtEl>
                                          <p:spTgt spid="1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
                                        </p:tgtEl>
                                        <p:attrNameLst>
                                          <p:attrName>style.visibility</p:attrName>
                                        </p:attrNameLst>
                                      </p:cBhvr>
                                      <p:to>
                                        <p:strVal val="visible"/>
                                      </p:to>
                                    </p:set>
                                    <p:animEffect filter="fade" transition="in">
                                      <p:cBhvr>
                                        <p:cTn dur="500"/>
                                        <p:tgtEl>
                                          <p:spTgt spid="1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0" name="Shape 110"/>
        <p:cNvGrpSpPr/>
        <p:nvPr/>
      </p:nvGrpSpPr>
      <p:grpSpPr>
        <a:xfrm>
          <a:off x="0" y="0"/>
          <a:ext cx="0" cy="0"/>
          <a:chOff x="0" y="0"/>
          <a:chExt cx="0" cy="0"/>
        </a:xfrm>
      </p:grpSpPr>
      <p:sp>
        <p:nvSpPr>
          <p:cNvPr id="111" name="Google Shape;111;p14"/>
          <p:cNvSpPr txBox="1"/>
          <p:nvPr>
            <p:ph idx="1" type="body"/>
          </p:nvPr>
        </p:nvSpPr>
        <p:spPr>
          <a:xfrm>
            <a:off x="381000" y="3810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Font typeface="Noto Sans Symbols"/>
              <a:buNone/>
            </a:pPr>
            <a:r>
              <a:rPr b="0" i="0" lang="en-US" sz="3200" u="none" cap="none" strike="noStrike">
                <a:solidFill>
                  <a:schemeClr val="dk1"/>
                </a:solidFill>
                <a:latin typeface="Tahoma"/>
                <a:ea typeface="Tahoma"/>
                <a:cs typeface="Tahoma"/>
                <a:sym typeface="Tahoma"/>
              </a:rPr>
              <a:t>3.  What is the theoretical yield if 5.50 grams of hydrogen react with excess nitrogen to form ammonia?  </a:t>
            </a:r>
            <a:endParaRPr/>
          </a:p>
          <a:p>
            <a:pPr indent="-342900" lvl="0" marL="342900" marR="0" rtl="0" algn="l">
              <a:lnSpc>
                <a:spcPct val="100000"/>
              </a:lnSpc>
              <a:spcBef>
                <a:spcPts val="640"/>
              </a:spcBef>
              <a:spcAft>
                <a:spcPts val="0"/>
              </a:spcAft>
              <a:buClr>
                <a:schemeClr val="hlink"/>
              </a:buClr>
              <a:buFont typeface="Noto Sans Symbols"/>
              <a:buNone/>
            </a:pPr>
            <a:r>
              <a:rPr b="0" i="0" lang="en-US" sz="3200" u="none" cap="none" strike="noStrike">
                <a:solidFill>
                  <a:schemeClr val="dk1"/>
                </a:solidFill>
                <a:latin typeface="Tahoma"/>
                <a:ea typeface="Tahoma"/>
                <a:cs typeface="Tahoma"/>
                <a:sym typeface="Tahoma"/>
              </a:rPr>
              <a:t>			H</a:t>
            </a:r>
            <a:r>
              <a:rPr b="0" baseline="-25000" i="0" lang="en-US" sz="3200" u="none" cap="none" strike="noStrike">
                <a:solidFill>
                  <a:schemeClr val="dk1"/>
                </a:solidFill>
                <a:latin typeface="Tahoma"/>
                <a:ea typeface="Tahoma"/>
                <a:cs typeface="Tahoma"/>
                <a:sym typeface="Tahoma"/>
              </a:rPr>
              <a:t>2</a:t>
            </a:r>
            <a:r>
              <a:rPr b="0" i="0" lang="en-US" sz="3200" u="none" cap="none" strike="noStrike">
                <a:solidFill>
                  <a:schemeClr val="dk1"/>
                </a:solidFill>
                <a:latin typeface="Tahoma"/>
                <a:ea typeface="Tahoma"/>
                <a:cs typeface="Tahoma"/>
                <a:sym typeface="Tahoma"/>
              </a:rPr>
              <a:t>   +    N</a:t>
            </a:r>
            <a:r>
              <a:rPr b="0" baseline="-25000" i="0" lang="en-US" sz="3200" u="none" cap="none" strike="noStrike">
                <a:solidFill>
                  <a:schemeClr val="dk1"/>
                </a:solidFill>
                <a:latin typeface="Tahoma"/>
                <a:ea typeface="Tahoma"/>
                <a:cs typeface="Tahoma"/>
                <a:sym typeface="Tahoma"/>
              </a:rPr>
              <a:t>2</a:t>
            </a:r>
            <a:r>
              <a:rPr b="0" i="0" lang="en-US" sz="3200" u="none" cap="none" strike="noStrike">
                <a:solidFill>
                  <a:schemeClr val="dk1"/>
                </a:solidFill>
                <a:latin typeface="Tahoma"/>
                <a:ea typeface="Tahoma"/>
                <a:cs typeface="Tahoma"/>
                <a:sym typeface="Tahoma"/>
              </a:rPr>
              <a:t> →    NH</a:t>
            </a:r>
            <a:r>
              <a:rPr b="0" baseline="-25000" i="0" lang="en-US" sz="3200" u="none" cap="none" strike="noStrike">
                <a:solidFill>
                  <a:schemeClr val="dk1"/>
                </a:solidFill>
                <a:latin typeface="Tahoma"/>
                <a:ea typeface="Tahoma"/>
                <a:cs typeface="Tahoma"/>
                <a:sym typeface="Tahoma"/>
              </a:rPr>
              <a:t>3</a:t>
            </a:r>
            <a:endParaRPr/>
          </a:p>
        </p:txBody>
      </p:sp>
      <p:sp>
        <p:nvSpPr>
          <p:cNvPr id="112" name="Google Shape;112;p14"/>
          <p:cNvSpPr txBox="1"/>
          <p:nvPr/>
        </p:nvSpPr>
        <p:spPr>
          <a:xfrm>
            <a:off x="898925" y="1981200"/>
            <a:ext cx="533400" cy="519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Font typeface="Arial"/>
              <a:buNone/>
            </a:pPr>
            <a:r>
              <a:rPr b="1" i="0" lang="en-US" sz="2800" u="none">
                <a:solidFill>
                  <a:schemeClr val="dk1"/>
                </a:solidFill>
                <a:latin typeface="Arial"/>
                <a:ea typeface="Arial"/>
                <a:cs typeface="Arial"/>
                <a:sym typeface="Arial"/>
              </a:rPr>
              <a:t>3</a:t>
            </a:r>
            <a:endParaRPr/>
          </a:p>
        </p:txBody>
      </p:sp>
      <p:sp>
        <p:nvSpPr>
          <p:cNvPr id="113" name="Google Shape;113;p14"/>
          <p:cNvSpPr txBox="1"/>
          <p:nvPr/>
        </p:nvSpPr>
        <p:spPr>
          <a:xfrm>
            <a:off x="4038600" y="1913925"/>
            <a:ext cx="533400" cy="519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Font typeface="Arial"/>
              <a:buNone/>
            </a:pPr>
            <a:r>
              <a:rPr b="1" i="0" lang="en-US" sz="2800" u="none">
                <a:solidFill>
                  <a:schemeClr val="dk1"/>
                </a:solidFill>
                <a:latin typeface="Arial"/>
                <a:ea typeface="Arial"/>
                <a:cs typeface="Arial"/>
                <a:sym typeface="Arial"/>
              </a:rPr>
              <a:t>2</a:t>
            </a:r>
            <a:endParaRPr/>
          </a:p>
        </p:txBody>
      </p:sp>
      <p:sp>
        <p:nvSpPr>
          <p:cNvPr id="114" name="Google Shape;114;p14"/>
          <p:cNvSpPr txBox="1"/>
          <p:nvPr/>
        </p:nvSpPr>
        <p:spPr>
          <a:xfrm>
            <a:off x="304800" y="2743200"/>
            <a:ext cx="2209800" cy="5191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Font typeface="Arial"/>
              <a:buNone/>
            </a:pPr>
            <a:r>
              <a:rPr b="1" i="0" lang="en-US" sz="2800" u="none">
                <a:solidFill>
                  <a:schemeClr val="dk1"/>
                </a:solidFill>
                <a:latin typeface="Arial"/>
                <a:ea typeface="Arial"/>
                <a:cs typeface="Arial"/>
                <a:sym typeface="Arial"/>
              </a:rPr>
              <a:t>5.50 g H</a:t>
            </a:r>
            <a:r>
              <a:rPr b="1" baseline="-25000" i="0" lang="en-US" sz="2800" u="none">
                <a:solidFill>
                  <a:schemeClr val="dk1"/>
                </a:solidFill>
                <a:latin typeface="Arial"/>
                <a:ea typeface="Arial"/>
                <a:cs typeface="Arial"/>
                <a:sym typeface="Arial"/>
              </a:rPr>
              <a:t>2</a:t>
            </a:r>
            <a:endParaRPr/>
          </a:p>
        </p:txBody>
      </p:sp>
      <p:cxnSp>
        <p:nvCxnSpPr>
          <p:cNvPr id="115" name="Google Shape;115;p14"/>
          <p:cNvCxnSpPr/>
          <p:nvPr/>
        </p:nvCxnSpPr>
        <p:spPr>
          <a:xfrm>
            <a:off x="609600" y="3352800"/>
            <a:ext cx="7848600" cy="0"/>
          </a:xfrm>
          <a:prstGeom prst="straightConnector1">
            <a:avLst/>
          </a:prstGeom>
          <a:noFill/>
          <a:ln cap="flat" cmpd="sng" w="9525">
            <a:solidFill>
              <a:schemeClr val="dk1"/>
            </a:solidFill>
            <a:prstDash val="solid"/>
            <a:miter lim="8000"/>
            <a:headEnd len="sm" w="sm" type="none"/>
            <a:tailEnd len="sm" w="sm" type="none"/>
          </a:ln>
        </p:spPr>
      </p:cxnSp>
      <p:sp>
        <p:nvSpPr>
          <p:cNvPr id="116" name="Google Shape;116;p14"/>
          <p:cNvSpPr txBox="1"/>
          <p:nvPr/>
        </p:nvSpPr>
        <p:spPr>
          <a:xfrm>
            <a:off x="2133600" y="3429000"/>
            <a:ext cx="1828800" cy="5191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Font typeface="Arial"/>
              <a:buNone/>
            </a:pPr>
            <a:r>
              <a:rPr b="1" i="0" lang="en-US" sz="2800" u="none">
                <a:solidFill>
                  <a:schemeClr val="dk1"/>
                </a:solidFill>
                <a:latin typeface="Arial"/>
                <a:ea typeface="Arial"/>
                <a:cs typeface="Arial"/>
                <a:sym typeface="Arial"/>
              </a:rPr>
              <a:t>2.02 g H</a:t>
            </a:r>
            <a:r>
              <a:rPr b="1" baseline="-25000" i="0" lang="en-US" sz="2800" u="none">
                <a:solidFill>
                  <a:schemeClr val="dk1"/>
                </a:solidFill>
                <a:latin typeface="Arial"/>
                <a:ea typeface="Arial"/>
                <a:cs typeface="Arial"/>
                <a:sym typeface="Arial"/>
              </a:rPr>
              <a:t>2</a:t>
            </a:r>
            <a:endParaRPr/>
          </a:p>
        </p:txBody>
      </p:sp>
      <p:sp>
        <p:nvSpPr>
          <p:cNvPr id="117" name="Google Shape;117;p14"/>
          <p:cNvSpPr txBox="1"/>
          <p:nvPr/>
        </p:nvSpPr>
        <p:spPr>
          <a:xfrm>
            <a:off x="2133600" y="2743200"/>
            <a:ext cx="2209800" cy="5191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Font typeface="Arial"/>
              <a:buNone/>
            </a:pPr>
            <a:r>
              <a:rPr b="1" i="0" lang="en-US" sz="2800" u="none">
                <a:solidFill>
                  <a:schemeClr val="dk1"/>
                </a:solidFill>
                <a:latin typeface="Arial"/>
                <a:ea typeface="Arial"/>
                <a:cs typeface="Arial"/>
                <a:sym typeface="Arial"/>
              </a:rPr>
              <a:t>1 mole H</a:t>
            </a:r>
            <a:r>
              <a:rPr b="1" baseline="-25000" i="0" lang="en-US" sz="2800" u="none">
                <a:solidFill>
                  <a:schemeClr val="dk1"/>
                </a:solidFill>
                <a:latin typeface="Arial"/>
                <a:ea typeface="Arial"/>
                <a:cs typeface="Arial"/>
                <a:sym typeface="Arial"/>
              </a:rPr>
              <a:t>2</a:t>
            </a:r>
            <a:endParaRPr/>
          </a:p>
        </p:txBody>
      </p:sp>
      <p:sp>
        <p:nvSpPr>
          <p:cNvPr id="118" name="Google Shape;118;p14"/>
          <p:cNvSpPr txBox="1"/>
          <p:nvPr/>
        </p:nvSpPr>
        <p:spPr>
          <a:xfrm>
            <a:off x="4114800" y="3429000"/>
            <a:ext cx="2209800" cy="5191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Font typeface="Arial"/>
              <a:buNone/>
            </a:pPr>
            <a:r>
              <a:rPr b="1" i="0" lang="en-US" sz="2800" u="none">
                <a:solidFill>
                  <a:schemeClr val="dk1"/>
                </a:solidFill>
                <a:latin typeface="Arial"/>
                <a:ea typeface="Arial"/>
                <a:cs typeface="Arial"/>
                <a:sym typeface="Arial"/>
              </a:rPr>
              <a:t>3 moles H</a:t>
            </a:r>
            <a:r>
              <a:rPr b="1" baseline="-25000" i="0" lang="en-US" sz="2800" u="none">
                <a:solidFill>
                  <a:schemeClr val="dk1"/>
                </a:solidFill>
                <a:latin typeface="Arial"/>
                <a:ea typeface="Arial"/>
                <a:cs typeface="Arial"/>
                <a:sym typeface="Arial"/>
              </a:rPr>
              <a:t>2</a:t>
            </a:r>
            <a:endParaRPr/>
          </a:p>
        </p:txBody>
      </p:sp>
      <p:sp>
        <p:nvSpPr>
          <p:cNvPr id="119" name="Google Shape;119;p14"/>
          <p:cNvSpPr txBox="1"/>
          <p:nvPr/>
        </p:nvSpPr>
        <p:spPr>
          <a:xfrm>
            <a:off x="4038600" y="2819400"/>
            <a:ext cx="2590800" cy="5191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Font typeface="Arial"/>
              <a:buNone/>
            </a:pPr>
            <a:r>
              <a:rPr b="1" i="0" lang="en-US" sz="2800" u="none">
                <a:solidFill>
                  <a:schemeClr val="dk1"/>
                </a:solidFill>
                <a:latin typeface="Arial"/>
                <a:ea typeface="Arial"/>
                <a:cs typeface="Arial"/>
                <a:sym typeface="Arial"/>
              </a:rPr>
              <a:t>2 moles NH</a:t>
            </a:r>
            <a:r>
              <a:rPr b="1" baseline="-25000" i="0" lang="en-US" sz="2800" u="none">
                <a:solidFill>
                  <a:schemeClr val="dk1"/>
                </a:solidFill>
                <a:latin typeface="Arial"/>
                <a:ea typeface="Arial"/>
                <a:cs typeface="Arial"/>
                <a:sym typeface="Arial"/>
              </a:rPr>
              <a:t>3</a:t>
            </a:r>
            <a:endParaRPr/>
          </a:p>
        </p:txBody>
      </p:sp>
      <p:sp>
        <p:nvSpPr>
          <p:cNvPr id="120" name="Google Shape;120;p14"/>
          <p:cNvSpPr txBox="1"/>
          <p:nvPr/>
        </p:nvSpPr>
        <p:spPr>
          <a:xfrm>
            <a:off x="6477000" y="2743200"/>
            <a:ext cx="2438400" cy="5191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Font typeface="Arial"/>
              <a:buNone/>
            </a:pPr>
            <a:r>
              <a:rPr b="1" i="0" lang="en-US" sz="2800" u="none">
                <a:solidFill>
                  <a:schemeClr val="dk1"/>
                </a:solidFill>
                <a:latin typeface="Arial"/>
                <a:ea typeface="Arial"/>
                <a:cs typeface="Arial"/>
                <a:sym typeface="Arial"/>
              </a:rPr>
              <a:t>17.04 g NH</a:t>
            </a:r>
            <a:r>
              <a:rPr b="1" baseline="-25000" i="0" lang="en-US" sz="2800" u="none">
                <a:solidFill>
                  <a:schemeClr val="dk1"/>
                </a:solidFill>
                <a:latin typeface="Arial"/>
                <a:ea typeface="Arial"/>
                <a:cs typeface="Arial"/>
                <a:sym typeface="Arial"/>
              </a:rPr>
              <a:t>3</a:t>
            </a:r>
            <a:endParaRPr/>
          </a:p>
        </p:txBody>
      </p:sp>
      <p:sp>
        <p:nvSpPr>
          <p:cNvPr id="121" name="Google Shape;121;p14"/>
          <p:cNvSpPr txBox="1"/>
          <p:nvPr/>
        </p:nvSpPr>
        <p:spPr>
          <a:xfrm>
            <a:off x="6553200" y="3352800"/>
            <a:ext cx="2133600" cy="5191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Font typeface="Arial"/>
              <a:buNone/>
            </a:pPr>
            <a:r>
              <a:rPr b="1" i="0" lang="en-US" sz="2800" u="none">
                <a:solidFill>
                  <a:schemeClr val="dk1"/>
                </a:solidFill>
                <a:latin typeface="Arial"/>
                <a:ea typeface="Arial"/>
                <a:cs typeface="Arial"/>
                <a:sym typeface="Arial"/>
              </a:rPr>
              <a:t>1 mol NH</a:t>
            </a:r>
            <a:r>
              <a:rPr b="1" baseline="-25000" i="0" lang="en-US" sz="2800" u="none">
                <a:solidFill>
                  <a:schemeClr val="dk1"/>
                </a:solidFill>
                <a:latin typeface="Arial"/>
                <a:ea typeface="Arial"/>
                <a:cs typeface="Arial"/>
                <a:sym typeface="Arial"/>
              </a:rPr>
              <a:t>3</a:t>
            </a:r>
            <a:endParaRPr/>
          </a:p>
        </p:txBody>
      </p:sp>
      <p:cxnSp>
        <p:nvCxnSpPr>
          <p:cNvPr id="122" name="Google Shape;122;p14"/>
          <p:cNvCxnSpPr/>
          <p:nvPr/>
        </p:nvCxnSpPr>
        <p:spPr>
          <a:xfrm>
            <a:off x="2057400" y="2743200"/>
            <a:ext cx="0" cy="1143000"/>
          </a:xfrm>
          <a:prstGeom prst="straightConnector1">
            <a:avLst/>
          </a:prstGeom>
          <a:noFill/>
          <a:ln cap="flat" cmpd="sng" w="9525">
            <a:solidFill>
              <a:schemeClr val="dk1"/>
            </a:solidFill>
            <a:prstDash val="solid"/>
            <a:miter lim="8000"/>
            <a:headEnd len="sm" w="sm" type="none"/>
            <a:tailEnd len="sm" w="sm" type="none"/>
          </a:ln>
        </p:spPr>
      </p:cxnSp>
      <p:cxnSp>
        <p:nvCxnSpPr>
          <p:cNvPr id="123" name="Google Shape;123;p14"/>
          <p:cNvCxnSpPr/>
          <p:nvPr/>
        </p:nvCxnSpPr>
        <p:spPr>
          <a:xfrm>
            <a:off x="3962400" y="2743200"/>
            <a:ext cx="0" cy="1295400"/>
          </a:xfrm>
          <a:prstGeom prst="straightConnector1">
            <a:avLst/>
          </a:prstGeom>
          <a:noFill/>
          <a:ln cap="flat" cmpd="sng" w="9525">
            <a:solidFill>
              <a:schemeClr val="dk1"/>
            </a:solidFill>
            <a:prstDash val="solid"/>
            <a:miter lim="8000"/>
            <a:headEnd len="sm" w="sm" type="none"/>
            <a:tailEnd len="sm" w="sm" type="none"/>
          </a:ln>
        </p:spPr>
      </p:cxnSp>
      <p:cxnSp>
        <p:nvCxnSpPr>
          <p:cNvPr id="124" name="Google Shape;124;p14"/>
          <p:cNvCxnSpPr/>
          <p:nvPr/>
        </p:nvCxnSpPr>
        <p:spPr>
          <a:xfrm>
            <a:off x="6400800" y="2743200"/>
            <a:ext cx="0" cy="1295400"/>
          </a:xfrm>
          <a:prstGeom prst="straightConnector1">
            <a:avLst/>
          </a:prstGeom>
          <a:noFill/>
          <a:ln cap="flat" cmpd="sng" w="9525">
            <a:solidFill>
              <a:schemeClr val="dk1"/>
            </a:solidFill>
            <a:prstDash val="solid"/>
            <a:miter lim="8000"/>
            <a:headEnd len="sm" w="sm" type="none"/>
            <a:tailEnd len="sm" w="sm" type="none"/>
          </a:ln>
        </p:spPr>
      </p:cxnSp>
      <p:sp>
        <p:nvSpPr>
          <p:cNvPr id="125" name="Google Shape;125;p14"/>
          <p:cNvSpPr txBox="1"/>
          <p:nvPr/>
        </p:nvSpPr>
        <p:spPr>
          <a:xfrm>
            <a:off x="762000" y="4419600"/>
            <a:ext cx="7239000" cy="5191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Font typeface="Arial"/>
              <a:buNone/>
            </a:pPr>
            <a:r>
              <a:rPr b="1" i="0" lang="en-US" sz="2800" u="none">
                <a:solidFill>
                  <a:schemeClr val="dk1"/>
                </a:solidFill>
                <a:latin typeface="Arial"/>
                <a:ea typeface="Arial"/>
                <a:cs typeface="Arial"/>
                <a:sym typeface="Arial"/>
              </a:rPr>
              <a:t>=  30.93 grams NH</a:t>
            </a:r>
            <a:r>
              <a:rPr b="1" baseline="-25000" i="0" lang="en-US" sz="2800" u="none">
                <a:solidFill>
                  <a:schemeClr val="dk1"/>
                </a:solidFill>
                <a:latin typeface="Arial"/>
                <a:ea typeface="Arial"/>
                <a:cs typeface="Arial"/>
                <a:sym typeface="Arial"/>
              </a:rPr>
              <a:t>3</a:t>
            </a:r>
            <a:r>
              <a:rPr b="1" i="0" lang="en-US" sz="2800" u="none">
                <a:solidFill>
                  <a:schemeClr val="dk1"/>
                </a:solidFill>
                <a:latin typeface="Arial"/>
                <a:ea typeface="Arial"/>
                <a:cs typeface="Arial"/>
                <a:sym typeface="Arial"/>
              </a:rPr>
              <a:t> = Theoretical Yield!!!!</a:t>
            </a:r>
            <a:endParaRPr/>
          </a:p>
        </p:txBody>
      </p:sp>
      <p:sp>
        <p:nvSpPr>
          <p:cNvPr id="126" name="Google Shape;126;p14"/>
          <p:cNvSpPr txBox="1"/>
          <p:nvPr/>
        </p:nvSpPr>
        <p:spPr>
          <a:xfrm>
            <a:off x="457200" y="5105400"/>
            <a:ext cx="8686800" cy="8223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Font typeface="Arial"/>
              <a:buNone/>
            </a:pPr>
            <a:r>
              <a:rPr b="0" i="0" lang="en-US" sz="2400" u="none">
                <a:solidFill>
                  <a:schemeClr val="dk1"/>
                </a:solidFill>
                <a:latin typeface="Arial"/>
                <a:ea typeface="Arial"/>
                <a:cs typeface="Arial"/>
                <a:sym typeface="Arial"/>
              </a:rPr>
              <a:t>Only 20.4 grams of ammonia is actually produced in the lab.  What is the percent yield?</a:t>
            </a:r>
            <a:endParaRPr/>
          </a:p>
        </p:txBody>
      </p:sp>
      <p:sp>
        <p:nvSpPr>
          <p:cNvPr id="127" name="Google Shape;127;p14"/>
          <p:cNvSpPr txBox="1"/>
          <p:nvPr/>
        </p:nvSpPr>
        <p:spPr>
          <a:xfrm>
            <a:off x="4419600" y="5638800"/>
            <a:ext cx="12954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Font typeface="Arial"/>
              <a:buNone/>
            </a:pPr>
            <a:r>
              <a:rPr b="1" i="0" lang="en-US" sz="2400" u="sng">
                <a:solidFill>
                  <a:schemeClr val="dk1"/>
                </a:solidFill>
                <a:latin typeface="Arial"/>
                <a:ea typeface="Arial"/>
                <a:cs typeface="Arial"/>
                <a:sym typeface="Arial"/>
              </a:rPr>
              <a:t>20.4 g</a:t>
            </a:r>
            <a:endParaRPr/>
          </a:p>
        </p:txBody>
      </p:sp>
      <p:sp>
        <p:nvSpPr>
          <p:cNvPr id="128" name="Google Shape;128;p14"/>
          <p:cNvSpPr txBox="1"/>
          <p:nvPr/>
        </p:nvSpPr>
        <p:spPr>
          <a:xfrm>
            <a:off x="4419600" y="6019800"/>
            <a:ext cx="16002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Font typeface="Arial"/>
              <a:buNone/>
            </a:pPr>
            <a:r>
              <a:rPr b="1" i="0" lang="en-US" sz="2400" u="none">
                <a:solidFill>
                  <a:schemeClr val="dk1"/>
                </a:solidFill>
                <a:latin typeface="Arial"/>
                <a:ea typeface="Arial"/>
                <a:cs typeface="Arial"/>
                <a:sym typeface="Arial"/>
              </a:rPr>
              <a:t>30.93 g</a:t>
            </a:r>
            <a:endParaRPr/>
          </a:p>
        </p:txBody>
      </p:sp>
      <p:sp>
        <p:nvSpPr>
          <p:cNvPr id="129" name="Google Shape;129;p14"/>
          <p:cNvSpPr txBox="1"/>
          <p:nvPr/>
        </p:nvSpPr>
        <p:spPr>
          <a:xfrm>
            <a:off x="5715000" y="5867400"/>
            <a:ext cx="1219200" cy="3667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Font typeface="Arial"/>
              <a:buNone/>
            </a:pPr>
            <a:r>
              <a:rPr b="1" i="0" lang="en-US" sz="1800" u="none">
                <a:solidFill>
                  <a:schemeClr val="dk1"/>
                </a:solidFill>
                <a:latin typeface="Arial"/>
                <a:ea typeface="Arial"/>
                <a:cs typeface="Arial"/>
                <a:sym typeface="Arial"/>
              </a:rPr>
              <a:t>X 100</a:t>
            </a:r>
            <a:endParaRPr/>
          </a:p>
        </p:txBody>
      </p:sp>
      <p:sp>
        <p:nvSpPr>
          <p:cNvPr id="130" name="Google Shape;130;p14"/>
          <p:cNvSpPr txBox="1"/>
          <p:nvPr/>
        </p:nvSpPr>
        <p:spPr>
          <a:xfrm>
            <a:off x="6629400" y="5715000"/>
            <a:ext cx="1905000" cy="9461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Font typeface="Arial"/>
              <a:buNone/>
            </a:pPr>
            <a:r>
              <a:rPr b="0" i="0" lang="en-US" sz="2800" u="none">
                <a:solidFill>
                  <a:schemeClr val="dk1"/>
                </a:solidFill>
                <a:latin typeface="Arial"/>
                <a:ea typeface="Arial"/>
                <a:cs typeface="Arial"/>
                <a:sym typeface="Arial"/>
              </a:rPr>
              <a:t>= 65.96 % yield</a:t>
            </a:r>
            <a:endParaRPr/>
          </a:p>
        </p:txBody>
      </p:sp>
      <p:sp>
        <p:nvSpPr>
          <p:cNvPr id="131" name="Google Shape;131;p14"/>
          <p:cNvSpPr txBox="1"/>
          <p:nvPr/>
        </p:nvSpPr>
        <p:spPr>
          <a:xfrm>
            <a:off x="316200" y="2604738"/>
            <a:ext cx="8359200" cy="1710300"/>
          </a:xfrm>
          <a:prstGeom prst="rect">
            <a:avLst/>
          </a:prstGeom>
          <a:solidFill>
            <a:srgbClr val="9900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a:solidFill>
                  <a:srgbClr val="FFFFFF"/>
                </a:solidFill>
              </a:rPr>
              <a:t>Do YOUR ARROW JOURNEY</a:t>
            </a:r>
            <a:endParaRPr sz="2400">
              <a:solidFill>
                <a:srgbClr val="FFFF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
                                        </p:tgtEl>
                                        <p:attrNameLst>
                                          <p:attrName>style.visibility</p:attrName>
                                        </p:attrNameLst>
                                      </p:cBhvr>
                                      <p:to>
                                        <p:strVal val="visible"/>
                                      </p:to>
                                    </p:set>
                                    <p:animEffect filter="fade" transition="in">
                                      <p:cBhvr>
                                        <p:cTn dur="500"/>
                                        <p:tgtEl>
                                          <p:spTgt spid="1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
                                        </p:tgtEl>
                                        <p:attrNameLst>
                                          <p:attrName>style.visibility</p:attrName>
                                        </p:attrNameLst>
                                      </p:cBhvr>
                                      <p:to>
                                        <p:strVal val="visible"/>
                                      </p:to>
                                    </p:set>
                                    <p:animEffect filter="fade" transition="in">
                                      <p:cBhvr>
                                        <p:cTn dur="500"/>
                                        <p:tgtEl>
                                          <p:spTgt spid="1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gtEl>
                                        <p:attrNameLst>
                                          <p:attrName>style.visibility</p:attrName>
                                        </p:attrNameLst>
                                      </p:cBhvr>
                                      <p:to>
                                        <p:strVal val="visible"/>
                                      </p:to>
                                    </p:set>
                                    <p:animEffect filter="fade" transition="in">
                                      <p:cBhvr>
                                        <p:cTn dur="500"/>
                                        <p:tgtEl>
                                          <p:spTgt spid="114"/>
                                        </p:tgtEl>
                                      </p:cBhvr>
                                    </p:animEffect>
                                  </p:childTnLst>
                                </p:cTn>
                              </p:par>
                              <p:par>
                                <p:cTn fill="hold" nodeType="withEffect" presetClass="entr" presetID="10" presetSubtype="0">
                                  <p:stCondLst>
                                    <p:cond delay="0"/>
                                  </p:stCondLst>
                                  <p:childTnLst>
                                    <p:set>
                                      <p:cBhvr>
                                        <p:cTn dur="1" fill="hold">
                                          <p:stCondLst>
                                            <p:cond delay="0"/>
                                          </p:stCondLst>
                                        </p:cTn>
                                        <p:tgtEl>
                                          <p:spTgt spid="122"/>
                                        </p:tgtEl>
                                        <p:attrNameLst>
                                          <p:attrName>style.visibility</p:attrName>
                                        </p:attrNameLst>
                                      </p:cBhvr>
                                      <p:to>
                                        <p:strVal val="visible"/>
                                      </p:to>
                                    </p:set>
                                    <p:animEffect filter="fade" transition="in">
                                      <p:cBhvr>
                                        <p:cTn dur="500"/>
                                        <p:tgtEl>
                                          <p:spTgt spid="122"/>
                                        </p:tgtEl>
                                      </p:cBhvr>
                                    </p:animEffect>
                                  </p:childTnLst>
                                </p:cTn>
                              </p:par>
                              <p:par>
                                <p:cTn fill="hold" nodeType="withEffect" presetClass="entr" presetID="10" presetSubtype="0">
                                  <p:stCondLst>
                                    <p:cond delay="0"/>
                                  </p:stCondLst>
                                  <p:childTnLst>
                                    <p:set>
                                      <p:cBhvr>
                                        <p:cTn dur="1" fill="hold">
                                          <p:stCondLst>
                                            <p:cond delay="0"/>
                                          </p:stCondLst>
                                        </p:cTn>
                                        <p:tgtEl>
                                          <p:spTgt spid="115"/>
                                        </p:tgtEl>
                                        <p:attrNameLst>
                                          <p:attrName>style.visibility</p:attrName>
                                        </p:attrNameLst>
                                      </p:cBhvr>
                                      <p:to>
                                        <p:strVal val="visible"/>
                                      </p:to>
                                    </p:set>
                                    <p:animEffect filter="fade" transition="in">
                                      <p:cBhvr>
                                        <p:cTn dur="500"/>
                                        <p:tgtEl>
                                          <p:spTgt spid="1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
                                        </p:tgtEl>
                                        <p:attrNameLst>
                                          <p:attrName>style.visibility</p:attrName>
                                        </p:attrNameLst>
                                      </p:cBhvr>
                                      <p:to>
                                        <p:strVal val="visible"/>
                                      </p:to>
                                    </p:set>
                                    <p:animEffect filter="fade" transition="in">
                                      <p:cBhvr>
                                        <p:cTn dur="500"/>
                                        <p:tgtEl>
                                          <p:spTgt spid="1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
                                        </p:tgtEl>
                                        <p:attrNameLst>
                                          <p:attrName>style.visibility</p:attrName>
                                        </p:attrNameLst>
                                      </p:cBhvr>
                                      <p:to>
                                        <p:strVal val="visible"/>
                                      </p:to>
                                    </p:set>
                                    <p:animEffect filter="fade" transition="in">
                                      <p:cBhvr>
                                        <p:cTn dur="500"/>
                                        <p:tgtEl>
                                          <p:spTgt spid="1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gtEl>
                                        <p:attrNameLst>
                                          <p:attrName>style.visibility</p:attrName>
                                        </p:attrNameLst>
                                      </p:cBhvr>
                                      <p:to>
                                        <p:strVal val="visible"/>
                                      </p:to>
                                    </p:set>
                                    <p:animEffect filter="fade" transition="in">
                                      <p:cBhvr>
                                        <p:cTn dur="500"/>
                                        <p:tgtEl>
                                          <p:spTgt spid="1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gtEl>
                                        <p:attrNameLst>
                                          <p:attrName>style.visibility</p:attrName>
                                        </p:attrNameLst>
                                      </p:cBhvr>
                                      <p:to>
                                        <p:strVal val="visible"/>
                                      </p:to>
                                    </p:set>
                                    <p:animEffect filter="fade" transition="in">
                                      <p:cBhvr>
                                        <p:cTn dur="500"/>
                                        <p:tgtEl>
                                          <p:spTgt spid="1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gtEl>
                                        <p:attrNameLst>
                                          <p:attrName>style.visibility</p:attrName>
                                        </p:attrNameLst>
                                      </p:cBhvr>
                                      <p:to>
                                        <p:strVal val="visible"/>
                                      </p:to>
                                    </p:set>
                                    <p:animEffect filter="fade" transition="in">
                                      <p:cBhvr>
                                        <p:cTn dur="500"/>
                                        <p:tgtEl>
                                          <p:spTgt spid="1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gtEl>
                                        <p:attrNameLst>
                                          <p:attrName>style.visibility</p:attrName>
                                        </p:attrNameLst>
                                      </p:cBhvr>
                                      <p:to>
                                        <p:strVal val="visible"/>
                                      </p:to>
                                    </p:set>
                                    <p:animEffect filter="fade" transition="in">
                                      <p:cBhvr>
                                        <p:cTn dur="500"/>
                                        <p:tgtEl>
                                          <p:spTgt spid="1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
                                        </p:tgtEl>
                                        <p:attrNameLst>
                                          <p:attrName>style.visibility</p:attrName>
                                        </p:attrNameLst>
                                      </p:cBhvr>
                                      <p:to>
                                        <p:strVal val="visible"/>
                                      </p:to>
                                    </p:set>
                                    <p:animEffect filter="fade" transition="in">
                                      <p:cBhvr>
                                        <p:cTn dur="500"/>
                                        <p:tgtEl>
                                          <p:spTgt spid="1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
                                        </p:tgtEl>
                                        <p:attrNameLst>
                                          <p:attrName>style.visibility</p:attrName>
                                        </p:attrNameLst>
                                      </p:cBhvr>
                                      <p:to>
                                        <p:strVal val="visible"/>
                                      </p:to>
                                    </p:set>
                                    <p:animEffect filter="fade" transition="in">
                                      <p:cBhvr>
                                        <p:cTn dur="500"/>
                                        <p:tgtEl>
                                          <p:spTgt spid="1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gtEl>
                                        <p:attrNameLst>
                                          <p:attrName>style.visibility</p:attrName>
                                        </p:attrNameLst>
                                      </p:cBhvr>
                                      <p:to>
                                        <p:strVal val="visible"/>
                                      </p:to>
                                    </p:set>
                                    <p:animEffect filter="fade" transition="in">
                                      <p:cBhvr>
                                        <p:cTn dur="500"/>
                                        <p:tgtEl>
                                          <p:spTgt spid="1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gtEl>
                                        <p:attrNameLst>
                                          <p:attrName>style.visibility</p:attrName>
                                        </p:attrNameLst>
                                      </p:cBhvr>
                                      <p:to>
                                        <p:strVal val="visible"/>
                                      </p:to>
                                    </p:set>
                                    <p:animEffect filter="fade" transition="in">
                                      <p:cBhvr>
                                        <p:cTn dur="500"/>
                                        <p:tgtEl>
                                          <p:spTgt spid="1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500"/>
                                        <p:tgtEl>
                                          <p:spTgt spid="1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gtEl>
                                        <p:attrNameLst>
                                          <p:attrName>style.visibility</p:attrName>
                                        </p:attrNameLst>
                                      </p:cBhvr>
                                      <p:to>
                                        <p:strVal val="visible"/>
                                      </p:to>
                                    </p:set>
                                    <p:animEffect filter="fade" transition="in">
                                      <p:cBhvr>
                                        <p:cTn dur="500"/>
                                        <p:tgtEl>
                                          <p:spTgt spid="1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lit">
  <a:themeElements>
    <a:clrScheme name="default">
      <a:dk1>
        <a:srgbClr val="FFFFFF"/>
      </a:dk1>
      <a:lt1>
        <a:srgbClr val="720000"/>
      </a:lt1>
      <a:dk2>
        <a:srgbClr val="FFFFCC"/>
      </a:dk2>
      <a:lt2>
        <a:srgbClr val="8C0000"/>
      </a:lt2>
      <a:accent1>
        <a:srgbClr val="FF3300"/>
      </a:accent1>
      <a:accent2>
        <a:srgbClr val="BE7960"/>
      </a:accent2>
      <a:accent3>
        <a:srgbClr val="720000"/>
      </a:accent3>
      <a:accent4>
        <a:srgbClr val="FF3300"/>
      </a:accent4>
      <a:accent5>
        <a:srgbClr val="BE7960"/>
      </a:accent5>
      <a:accent6>
        <a:srgbClr val="720000"/>
      </a:accent6>
      <a:hlink>
        <a:srgbClr val="FFCC66"/>
      </a:hlink>
      <a:folHlink>
        <a:srgbClr val="FF99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