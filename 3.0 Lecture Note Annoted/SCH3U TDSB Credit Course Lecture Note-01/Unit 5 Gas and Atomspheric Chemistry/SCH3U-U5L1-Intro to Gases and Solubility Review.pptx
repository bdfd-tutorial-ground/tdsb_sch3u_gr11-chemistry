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96" y="-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DD30FC5-F199-499A-B5ED-A20CE58D186D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652CB06-545F-4524-A084-9EE876271AA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 to Gases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7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 smtClean="0"/>
              <a:t>Gases in Air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Look at the air around us. </a:t>
            </a:r>
          </a:p>
          <a:p>
            <a:pPr lvl="1"/>
            <a:r>
              <a:rPr lang="en-US" dirty="0" smtClean="0"/>
              <a:t>Can you see any gases? </a:t>
            </a:r>
          </a:p>
          <a:p>
            <a:pPr lvl="1"/>
            <a:r>
              <a:rPr lang="en-US" dirty="0" smtClean="0"/>
              <a:t>Which ones do you know or think are present?</a:t>
            </a:r>
          </a:p>
          <a:p>
            <a:pPr lvl="1"/>
            <a:endParaRPr lang="en-US" dirty="0"/>
          </a:p>
          <a:p>
            <a:r>
              <a:rPr lang="en-US" dirty="0" smtClean="0"/>
              <a:t>Air is made up of:</a:t>
            </a:r>
          </a:p>
          <a:p>
            <a:pPr lvl="1"/>
            <a:r>
              <a:rPr lang="en-US" dirty="0" smtClean="0"/>
              <a:t>78.09% Nitrogen</a:t>
            </a:r>
          </a:p>
          <a:p>
            <a:pPr lvl="1"/>
            <a:r>
              <a:rPr lang="en-US" dirty="0" smtClean="0"/>
              <a:t>20.95% Oxygen</a:t>
            </a:r>
          </a:p>
          <a:p>
            <a:pPr lvl="1"/>
            <a:r>
              <a:rPr lang="en-US" dirty="0" smtClean="0"/>
              <a:t>0.93% Argon</a:t>
            </a:r>
          </a:p>
          <a:p>
            <a:pPr lvl="1"/>
            <a:r>
              <a:rPr lang="en-US" dirty="0" smtClean="0"/>
              <a:t>0.04% Caron Dioxide</a:t>
            </a:r>
          </a:p>
          <a:p>
            <a:pPr lvl="1"/>
            <a:r>
              <a:rPr lang="en-US" dirty="0" smtClean="0"/>
              <a:t>0.4-1% Water</a:t>
            </a:r>
          </a:p>
          <a:p>
            <a:pPr lvl="1"/>
            <a:r>
              <a:rPr lang="en-US" dirty="0" smtClean="0"/>
              <a:t>Other gases in variable amounts</a:t>
            </a:r>
          </a:p>
          <a:p>
            <a:endParaRPr lang="en-US" dirty="0"/>
          </a:p>
          <a:p>
            <a:r>
              <a:rPr lang="en-US" dirty="0" smtClean="0"/>
              <a:t>Why study gases and their </a:t>
            </a:r>
            <a:r>
              <a:rPr lang="en-US" dirty="0" err="1" smtClean="0"/>
              <a:t>behaviour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Medicine, scuba diving, food industry… </a:t>
            </a:r>
            <a:r>
              <a:rPr lang="en-US" dirty="0" err="1" smtClean="0"/>
              <a:t>etc</a:t>
            </a:r>
            <a:r>
              <a:rPr lang="en-US" dirty="0" smtClean="0"/>
              <a:t>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9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Read text p.416-423 </a:t>
            </a:r>
            <a:endParaRPr lang="en-US" sz="2800" dirty="0" smtClean="0"/>
          </a:p>
          <a:p>
            <a:pPr lvl="1"/>
            <a:r>
              <a:rPr lang="en-US" sz="2400" dirty="0" smtClean="0"/>
              <a:t>-</a:t>
            </a:r>
            <a:r>
              <a:rPr lang="en-US" sz="2400" dirty="0"/>
              <a:t>make notes by following questions on gas handout package 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(Kinetic Molecular Theory = KMT) 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r>
              <a:rPr lang="en-US" sz="2800" dirty="0" smtClean="0"/>
              <a:t>Text Questions  </a:t>
            </a:r>
            <a:r>
              <a:rPr lang="en-US" sz="2800" dirty="0"/>
              <a:t>p.423 #1-8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Study </a:t>
            </a:r>
            <a:r>
              <a:rPr lang="en-US" sz="2800" dirty="0"/>
              <a:t>for </a:t>
            </a:r>
            <a:r>
              <a:rPr lang="en-US" sz="2800" dirty="0" smtClean="0"/>
              <a:t>solutions unit </a:t>
            </a:r>
            <a:r>
              <a:rPr lang="en-US" sz="2800" dirty="0"/>
              <a:t>test</a:t>
            </a:r>
            <a:r>
              <a:rPr lang="en-US" sz="2800" dirty="0" smtClean="0"/>
              <a:t>! (ON WEDNESDAY)</a:t>
            </a:r>
          </a:p>
          <a:p>
            <a:pPr lvl="1"/>
            <a:r>
              <a:rPr lang="en-US" sz="2400" dirty="0" smtClean="0"/>
              <a:t>Unit test review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5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Solubility Unit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2484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2000" b="1" u="sng" dirty="0" smtClean="0"/>
              <a:t>Chapter </a:t>
            </a:r>
            <a:r>
              <a:rPr lang="en-US" sz="2000" b="1" u="sng" dirty="0"/>
              <a:t>8</a:t>
            </a:r>
            <a:r>
              <a:rPr lang="en-US" sz="2000" b="1" dirty="0"/>
              <a:t>: Solutions and Their </a:t>
            </a:r>
            <a:r>
              <a:rPr lang="en-US" sz="2000" b="1" dirty="0" smtClean="0"/>
              <a:t>Concentrations</a:t>
            </a:r>
            <a:endParaRPr lang="en-US" sz="2000" b="1" dirty="0"/>
          </a:p>
          <a:p>
            <a:pPr lvl="0"/>
            <a:r>
              <a:rPr lang="en-US" sz="2000" dirty="0"/>
              <a:t>Types of Solutions</a:t>
            </a:r>
          </a:p>
          <a:p>
            <a:pPr lvl="0"/>
            <a:r>
              <a:rPr lang="en-US" sz="2000" dirty="0"/>
              <a:t>Rates of Dissolving and Solubility (factors, solubility graphs, solubility problems)</a:t>
            </a:r>
          </a:p>
          <a:p>
            <a:pPr lvl="0"/>
            <a:r>
              <a:rPr lang="en-US" sz="2000" dirty="0"/>
              <a:t>Concentration of Solutions (m/v%, m/m%, v/v%, ppm, ppb, molarity, C=n/v)</a:t>
            </a:r>
          </a:p>
          <a:p>
            <a:pPr lvl="0"/>
            <a:r>
              <a:rPr lang="en-US" sz="2000" dirty="0"/>
              <a:t>Preparing Solutions (from a solid [m=CVM], by dilution [C</a:t>
            </a:r>
            <a:r>
              <a:rPr lang="en-US" sz="2000" baseline="-25000" dirty="0"/>
              <a:t>1</a:t>
            </a:r>
            <a:r>
              <a:rPr lang="en-US" sz="2000" dirty="0"/>
              <a:t>V</a:t>
            </a:r>
            <a:r>
              <a:rPr lang="en-US" sz="2000" baseline="-25000" dirty="0"/>
              <a:t>1</a:t>
            </a:r>
            <a:r>
              <a:rPr lang="en-US" sz="2000" dirty="0"/>
              <a:t>=C</a:t>
            </a:r>
            <a:r>
              <a:rPr lang="en-US" sz="2000" baseline="-25000" dirty="0"/>
              <a:t>2</a:t>
            </a:r>
            <a:r>
              <a:rPr lang="en-US" sz="2000" dirty="0"/>
              <a:t>V</a:t>
            </a:r>
            <a:r>
              <a:rPr lang="en-US" sz="2000" baseline="-25000" dirty="0"/>
              <a:t>2</a:t>
            </a:r>
            <a:r>
              <a:rPr lang="en-US" sz="2000" dirty="0"/>
              <a:t>])</a:t>
            </a:r>
          </a:p>
          <a:p>
            <a:pPr lvl="0"/>
            <a:r>
              <a:rPr lang="en-US" sz="2000" dirty="0"/>
              <a:t>Dilution problems (C</a:t>
            </a:r>
            <a:r>
              <a:rPr lang="en-US" sz="2000" baseline="-25000" dirty="0"/>
              <a:t>1</a:t>
            </a:r>
            <a:r>
              <a:rPr lang="en-US" sz="2000" dirty="0"/>
              <a:t>V</a:t>
            </a:r>
            <a:r>
              <a:rPr lang="en-US" sz="2000" baseline="-25000" dirty="0"/>
              <a:t>1</a:t>
            </a:r>
            <a:r>
              <a:rPr lang="en-US" sz="2000" dirty="0"/>
              <a:t>=C</a:t>
            </a:r>
            <a:r>
              <a:rPr lang="en-US" sz="2000" baseline="-25000" dirty="0"/>
              <a:t>2</a:t>
            </a:r>
            <a:r>
              <a:rPr lang="en-US" sz="2000" dirty="0"/>
              <a:t>V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u="sng" dirty="0"/>
              <a:t>Chapter 9</a:t>
            </a:r>
            <a:r>
              <a:rPr lang="en-US" sz="2000" b="1" dirty="0"/>
              <a:t>:  Aqueous </a:t>
            </a:r>
            <a:r>
              <a:rPr lang="en-US" sz="2000" b="1" dirty="0" smtClean="0"/>
              <a:t>Solutions</a:t>
            </a:r>
            <a:endParaRPr lang="en-US" sz="2000" b="1" dirty="0"/>
          </a:p>
          <a:p>
            <a:pPr lvl="0"/>
            <a:r>
              <a:rPr lang="en-US" sz="2000" dirty="0"/>
              <a:t>Predicting Solubility</a:t>
            </a:r>
          </a:p>
          <a:p>
            <a:pPr lvl="0"/>
            <a:r>
              <a:rPr lang="en-US" sz="2000" dirty="0"/>
              <a:t>Reactions in Aqueous Solutions </a:t>
            </a:r>
          </a:p>
          <a:p>
            <a:pPr lvl="0"/>
            <a:r>
              <a:rPr lang="en-US" sz="2000" dirty="0"/>
              <a:t>Writing Ionic Equations</a:t>
            </a:r>
          </a:p>
          <a:p>
            <a:pPr lvl="0"/>
            <a:r>
              <a:rPr lang="en-US" sz="2000" dirty="0"/>
              <a:t>Stoichiometry in Solution </a:t>
            </a:r>
            <a:r>
              <a:rPr lang="en-US" sz="2000" dirty="0" smtClean="0"/>
              <a:t>Chemistry</a:t>
            </a:r>
          </a:p>
          <a:p>
            <a:pPr marL="0" lv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b="1" u="sng" dirty="0" smtClean="0"/>
              <a:t>Chapter </a:t>
            </a:r>
            <a:r>
              <a:rPr lang="en-US" sz="2000" b="1" u="sng" dirty="0"/>
              <a:t>10</a:t>
            </a:r>
            <a:r>
              <a:rPr lang="en-US" sz="2000" b="1" dirty="0"/>
              <a:t> : Acids and </a:t>
            </a:r>
            <a:r>
              <a:rPr lang="en-US" sz="2000" b="1" dirty="0" smtClean="0"/>
              <a:t>Bases</a:t>
            </a:r>
            <a:endParaRPr lang="en-US" sz="2000" b="1" dirty="0"/>
          </a:p>
          <a:p>
            <a:pPr lvl="0"/>
            <a:r>
              <a:rPr lang="en-US" sz="2000" dirty="0"/>
              <a:t>Acid–base Theories and Properties</a:t>
            </a:r>
          </a:p>
          <a:p>
            <a:pPr lvl="0"/>
            <a:r>
              <a:rPr lang="en-US" sz="2000" dirty="0"/>
              <a:t>Acid-base Strength (strong, weak, pH)</a:t>
            </a:r>
          </a:p>
          <a:p>
            <a:pPr lvl="0"/>
            <a:r>
              <a:rPr lang="en-US" sz="2000" dirty="0"/>
              <a:t>Acid-base Reactions and Stoichiometry (neutralization, titration)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u="sng" dirty="0"/>
              <a:t>Review </a:t>
            </a:r>
            <a:r>
              <a:rPr lang="en-US" sz="2000" b="1" u="sng" dirty="0" smtClean="0"/>
              <a:t>Work</a:t>
            </a:r>
            <a:endParaRPr lang="en-US" sz="2000" dirty="0"/>
          </a:p>
          <a:p>
            <a:r>
              <a:rPr lang="en-US" sz="2000" dirty="0"/>
              <a:t>p366 # 14 &amp; 16</a:t>
            </a:r>
          </a:p>
          <a:p>
            <a:r>
              <a:rPr lang="en-US" sz="2000" dirty="0"/>
              <a:t>p405 # 3, 7, 11, 14</a:t>
            </a:r>
          </a:p>
          <a:p>
            <a:r>
              <a:rPr lang="en-US" sz="2000" dirty="0"/>
              <a:t>p410 # 1-9 TF, # 10 Matching, # 12-15 MC</a:t>
            </a:r>
          </a:p>
          <a:p>
            <a:r>
              <a:rPr lang="en-US" sz="2000" dirty="0"/>
              <a:t>p411 #19 &amp; 20</a:t>
            </a:r>
          </a:p>
          <a:p>
            <a:r>
              <a:rPr lang="en-US" sz="2000" dirty="0"/>
              <a:t> </a:t>
            </a:r>
          </a:p>
          <a:p>
            <a:r>
              <a:rPr lang="en-US" sz="2000" dirty="0"/>
              <a:t>+ Equations and Solutions </a:t>
            </a:r>
            <a:r>
              <a:rPr lang="en-US" sz="2000" dirty="0" smtClean="0"/>
              <a:t>worksheet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654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10</TotalTime>
  <Words>257</Words>
  <Application>Microsoft Office PowerPoint</Application>
  <PresentationFormat>On-screen Show (4:3)</PresentationFormat>
  <Paragraphs>51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Clarity</vt:lpstr>
      <vt:lpstr>Intro to Gases</vt:lpstr>
      <vt:lpstr>Gases in Air</vt:lpstr>
      <vt:lpstr>TO DO</vt:lpstr>
      <vt:lpstr>Solubility Unit Review</vt:lpstr>
    </vt:vector>
  </TitlesOfParts>
  <Company>Innodata-Isogen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Gases</dc:title>
  <dc:creator>Mark Zurawski</dc:creator>
  <cp:lastModifiedBy>Mark Zurawski</cp:lastModifiedBy>
  <cp:revision>2</cp:revision>
  <dcterms:created xsi:type="dcterms:W3CDTF">2017-01-08T16:37:34Z</dcterms:created>
  <dcterms:modified xsi:type="dcterms:W3CDTF">2017-01-08T16:48:11Z</dcterms:modified>
</cp:coreProperties>
</file>