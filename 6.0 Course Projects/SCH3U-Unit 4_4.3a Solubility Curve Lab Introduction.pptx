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053c81d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053c81d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b1e771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b1e771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1b1e771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1b1e771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4c3693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4c3693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Solubility Curve Lab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52050" y="1534975"/>
            <a:ext cx="7944300" cy="30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Turn on room fan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Remind them not to reach OVER a flame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Set a timer to press Stops &amp; turn off the fan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 lab in following way  (groups of 3-4)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7110300" cy="3869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</a:t>
            </a:r>
            <a:r>
              <a:rPr b="1" lang="en" u="sng"/>
              <a:t>gentle</a:t>
            </a:r>
            <a:r>
              <a:rPr lang="en"/>
              <a:t> BLUE flame (orange will result in black t.t.)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an empty larger Beaker to have a spot to put t.t. down or large t.t. Holder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MOVING flame slowly underneath for even heating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Angle away from classmates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heat until all is dissolved (NOT 90C) the first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 of the Bunsen burner at this 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coloured paper behind t.t. to watch for crystals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are fast at adding water, it will all re-dissolve WITHOUT further heating.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TASKS TO DIVIDE: </a:t>
            </a:r>
            <a:r>
              <a:rPr lang="en"/>
              <a:t>holding test tube, watching for crystals, recording temperature, adding more water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7521675" y="1368175"/>
            <a:ext cx="1449000" cy="3201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Final few data points: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You can hold the test tube intermittently to get the temperature to lower faster.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 allows you could also place the tube in cold or </a:t>
            </a:r>
            <a:r>
              <a:rPr b="1" lang="en"/>
              <a:t>ice water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4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LAB - GROUPS OF 4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721500"/>
            <a:ext cx="85206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with bulbs and pipettes first if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 up 3 or more ml of water, remove tip from water and remove bulb, covering end with finger and releasing until exactly 2 ml. Do this IN ADVANCE so can quickly add it to test tube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TASKS: holding test tube, watching for crystals, recording temperature, adding more water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TWO beakers -&gt; one of distilled water to ADD and empty one to hold test tube as needed. 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525125" y="3446950"/>
            <a:ext cx="8307300" cy="153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Clean up: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Dispose of liquid in provided beaker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- Wash test tubes with a scrub brush in sink with soapy water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Wash all other glassware and return to where you got it, ensure all </a:t>
            </a:r>
            <a:r>
              <a:rPr lang="en" sz="1800">
                <a:solidFill>
                  <a:schemeClr val="dk2"/>
                </a:solidFill>
              </a:rPr>
              <a:t>beakers</a:t>
            </a:r>
            <a:r>
              <a:rPr lang="en" sz="1800">
                <a:solidFill>
                  <a:schemeClr val="dk2"/>
                </a:solidFill>
              </a:rPr>
              <a:t> are cleaned etc.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Equipment list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465775"/>
            <a:ext cx="8520600" cy="44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Ammonium chloride small beakers with scoopulas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Retort stands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Thermometers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Tt clamps (and pinchers)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Hot mits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10 ml pipettes &amp; bulb, 10 ml cylinders &amp; droppers, FYI Plastic pipette bulbs have a 2 ml marking so can also be used.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Large &amp; wide tt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Enough beakers for distilled water and a holder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Test tube holders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